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2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1341" r:id="rId2"/>
    <p:sldId id="1423" r:id="rId3"/>
    <p:sldId id="1426" r:id="rId4"/>
    <p:sldId id="1201" r:id="rId5"/>
    <p:sldId id="1429" r:id="rId6"/>
    <p:sldId id="1430" r:id="rId7"/>
    <p:sldId id="1431" r:id="rId8"/>
    <p:sldId id="1432" r:id="rId9"/>
    <p:sldId id="1433" r:id="rId10"/>
    <p:sldId id="1434" r:id="rId11"/>
    <p:sldId id="1087" r:id="rId12"/>
    <p:sldId id="1089" r:id="rId13"/>
    <p:sldId id="1090" r:id="rId14"/>
    <p:sldId id="1435" r:id="rId15"/>
    <p:sldId id="1425" r:id="rId16"/>
    <p:sldId id="1404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 userDrawn="1">
          <p15:clr>
            <a:srgbClr val="A4A3A4"/>
          </p15:clr>
        </p15:guide>
        <p15:guide id="2" pos="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080"/>
    <a:srgbClr val="0000A8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A764E-34E2-5448-93C6-8DCB02886280}" v="1294" dt="2025-09-02T05:29:48.520"/>
    <p1510:client id="{7AC79294-86A7-CF45-94CD-2C4AFA62EC45}" v="918" dt="2025-09-02T05:27:35.6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94"/>
  </p:normalViewPr>
  <p:slideViewPr>
    <p:cSldViewPr snapToGrid="0" showGuides="1">
      <p:cViewPr varScale="1">
        <p:scale>
          <a:sx n="93" d="100"/>
          <a:sy n="93" d="100"/>
        </p:scale>
        <p:origin x="224" y="808"/>
      </p:cViewPr>
      <p:guideLst>
        <p:guide orient="horz" pos="96"/>
        <p:guide pos="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8:27.783"/>
    </inkml:context>
    <inkml:brush xml:id="br0">
      <inkml:brushProperty name="height" value="0.053" units="cm"/>
      <inkml:brushProperty name="color" value="#FF0000"/>
    </inkml:brush>
  </inkml:definitions>
  <inkml:trace contextRef="#ctx0" brushRef="#br0">8147 8416 7922,'8'0'-1467,"5"0"1467,-12 0-20,6 0 0,-14 0 0,-1 2 0,1 2 20,2 6-120,3-4 1,2 7 948,0-4-230,0-2 1,0 1 561,0-4-475,0-2 103,0 4-351,0-6 1,0 2-251,0 3 1,0-2 0,2 5 0,3 1 1,4 4-187,-3-2 1,7 17 0,-4 1 0,4 9 0,1 9 102,1 10-122,-1 6 0,-5 13 0,-1 1-441,-2 2 1,-1-3 433,-5 5 1,-1-9-1,-4-1 1,-3-9 52,0-8 0,-5-10 1,4-8-1,-4-3-140,-1-6 122,6-5 1,-3-12 0,5-2 28,-2-2-73,5-1 0,-4-7-50,7-3 0,0-2-191,0-8 1,0 0 0,0-3 0,0-2 272,0-3 0,26-32 0,5-13 0</inkml:trace>
  <inkml:trace contextRef="#ctx0" brushRef="#br0" timeOffset="1">8318 9013 7922,'-29'-41'159,"6"8"1,-1-10 1063,-1 2-1099,-2 0 0,5 5 0,3 4 0,5 5 0,4 4-283,5-3 234,10 0 1,3-3 0,8 1-1,3-1 1,6 2 559,7 4-470,4 2 0,7 7 0,-1 0 0,-1 1 1,-1 4 40,-2 4-256,-7 3 0,6 4 1,-6 3 61,2 4 0,-1 5-80,-8 5 1,3 3-1,-5 8 1,0 4-91,-3 4 169,-3-4 1,-4 6 0,-2-5 0,-7-1-1,-6 1 38,-7-3 40,-9-2 1,-9-2-1,-10 0-73,-3 1 0,-10-9-88,-6-5 0,-1-3 1,-7-5-1,0-1-628,1 0-25,10-1 1,5-5 0,17 0 724,7 0 0,71 3 0,33 0 0,-23 0 0,0 0 0,-1-1 0</inkml:trace>
  <inkml:trace contextRef="#ctx0" brushRef="#br0" timeOffset="2">9214 9155 7954,'12'-1'99,"-2"-4"1,-6-4 244,-2-4 1,-2-1-1,-3 0 1,-5-1 530,-6 1-1011,-10 6 0,0-3 0,-7 6 0,-2 2 0,-1 2 292,0 1 56,4 0 0,-10 11 1,7 4-63,1 6 1,2 7-117,2 6 1,1 4 0,5-4 0,6 1 87,5 0-56,8 4 0,-3-10 0,6 1 0,1-7 0,4-4-91,4-6-43,4 1 1,8-12 0,2 3 67,4-4 1,6-2-110,0-4 0,1-3 1,-6-6-1,0-1 84,1 1 0,-5-2 0,-2-1 1,-2-3 133,-2-3-21,-3 0 1,-5-4 0,-2 3 0,-2 5 0,-3 3 394,-1 2-478,-2 0 1,-2 8-59,-2 6 0,0 6 0,-3 10 0,0 3 564,4 4-330,1 4 0,-2 2 1,-1-1-77,2 1 1,1-7 0,4-3 0,1-2 102,2 2-312,6-3 0,-2 0 0,9-8 13,1-2 0,1-1-77,-1-5 0,3-7 1,7-4-1,-1-5-179,0-3 365,1-6 0,1 1 0,2-7 0,1-2 0,-2 1 46,-1 2-67,-1-5 1,4 7-1,0-1 177,-1 9 1,2 6-101,0 4 0,-1 4 0,-3 8 0,1 4 579,3 8-510,-8 7 1,0 7 0,-7 0-1,-2 2 1,-3 0 466,-4-1-607,-4 3 1,-6-12 0,0 4 11,0-5 0,-2 1-174,-2-1 1,-4 0 0,-8-6 0,-1-2-136,-2-2 1,-7-6-1,4 2 1,-3-3-439,-3-2 606,2-7 1,-8 0-1,5-8 1,1 1 0,1 0 250,3 0-45,4-1 1,4 1 0,0 0 81,2 0 0,1 1 667,8 4-100,4-4-627,-5 12 1,12-6 0,3 7 0,6 0-127,4 0-139,-4 0 1,17 0 0,0 0-126,7 0 1,2-1 141,11-4 0,0 2 0,7-7 0,1-1-12,1-1 0,6-3 0,-7 1 0,-5 0 80,-6 0 99,-5 6 0,-7 0 0,-6 5 1,-5-2-1,-9 3 169,-6 6-129,2 3 1,-12 8-1,4-1 132,-4 0 0,-1 7 0,0 1 0,2 1 397,3 1-520,-4-6 1,6 4 0,-7-5 114,0 2 0,-7 0-193,-2-5 1,1 0 0,-1-1 0,-1-2-177,2-1 159,-11-7 0,10 3 0,-12-6 0,1 0 1,-4 0-347,-3 0 213,-1-6 1,-1-2 0,2-6 1,4-1 0,-3-4 0,7-1 0,2-2 33,1-4 129,2 6 0,6-5 1,3 6-93,4 1 0,1 3 1027,0 0-763,0 7 1,6 2-46,4 6 0,4 6-144,5 4 0,-3 3 0,4 1 0,1 2-100,2 3-7,-2-4 1,6 6 0,-2-7-1,5 0 1,6-1-462,5-4 430,-1 4 1,9-11 0,-6 2 96,-1-2 1,2-2 0,1-2-1,-3-2 114,-5-6-124,-6-3 0,-9-2 1,-1-3 188,-1-1 1,-8-4 0,0 4 508,-4 1-456,-3 9 0,-7-2 419,-3 6-607,4 0 1,-10 7 0,6 3 0,2 4 120,1 4-30,-4 1 1,4 5-1,-2 1 1,2 1-1,2 0 14,0-4-232,0-1 1,2-2 0,1 0-51,2 0 0,1-1-174,-1-4 1,-2-2 276,6-7 5,-6 0 0,10-7 1,-3-2-1,1-5 1,0-5-296,-2-5 459,1 4 1,-1-6 0,-1 7 0,0 2 0,-2 1 100,1 2-185,-3 6 1,3 2-1,1 7 427,-1 4-398,0 3 1,-3 11-1,3 1 173,1 3 1,1-1-209,5 1 0,1 3 0,-1-7 1,0-2-326,0-1 276,0 4 0,2-10 0,2-1 1,2-6-1,1-3-68,-1 0 20,6-6 0,-6-3 0,5-10 202,-1-5 1,-7-4-81,2-6 0,-3 3 0,-3-6 0,-4 3-42,-4 2 93,-3 8 1,-4-1 0,-3 8-1,-4 4 1,-4 7-52,-1 4-13,0 2 0,-5 2 0,0 3-136,1 4 1,4 5 0,3 4-26,2 1 134,6 0 0,-4-5 0,9-2 1,3-2 1,-1 1-12,11-6 1,-3-1-1,12-4 1,1 0-178,2 0 242,1 0 1,1-4 0,-1-3 0,-1-1 0,-2-3 329,-1-1-282,-13 4 1,8-3-28,-9 6 0,-2-4 14,1 4-34,-6 0 1,5 5-9,-3 0-4,-4 6 1,10 2 0,-4 7-1,-1-1 19,0 0-34,-1 7 0,-3-4 1,1 5-1,2 0 0,-2 0-36,-2 3-27,-1-4 1,2 4 0,1-6 72,2-1 1,6 2-1,0-1 1,6-1-33,7-3 33,3-7 0,3-1 0,3-7-29,5 0 0,8 0 0,1-2 0,-1-3 167,-2-4-128,-1-4 1,-7-7-1,-3-6 16,-3-5 0,-7-1 1,-5-6-1,-3-1-138,-6-2 109,-3-2 0,-7-3 0,-5 4 11,-9 5 1,-5 7-108,-9 6 0,-2 6 1,-6 8-1,-4 5 45,2 4 51,-4 7 0,8 2 1,-2 8-1,3 1 0,6 4 103,4 1-153,10-5 0,8 8 0,6-4 9,0 1 1,3 0 28,6 2 1,4-4-1,14-5 1,3-1 56,0 0 0,6-6 0,1-3 0,0-4-141,1-1 12,0 0 0,7-1 0,0-6 1,3-7-1,-2-8-224,-2-5 280,-2-1 1,4-1-1,-3 1-18,-7-1 1,-10 1 94,-8 0 0,-8 5 0,-5 5 1,-5 3 82,-5 6 0,-5 1 0,-7 5 0,-5-2-148,-5 2-15,2 8 0,-10 3 0,8 6 0,4 0 0,2 0-87,0 0-34,12 1 1,-4 4 0,13 0-34,0-2 0,2 0 161,3 2 1,9-3-1,10 5 1,4-3-37,5 1 0,4 0 0,5-3 0,-1 2-110,-3 1 400,-3-1 1,-11-3 0,-2-1 0,-3 0 201,-7 0-390,-4-6 1,-8 5 33,0-4 0,-1-2-135,-4-3 1,3 0-220,-2 0 216,2-2 1,4 4-1,2-6 1,6-1-30,2-4 26,9 3 1,-4-10 0,7 2 128,1-2 1,1-7-102,-3 0 0,4-5 0,-5 5 1,2 2 9,0 1 5,-1-5 1,-1 6-1,-1-3 1,-2 5-1,0 6-32,-2 0 5,-7-4 0,2 10-250,-2-4 242,3 3 1,1 9 129,0 2 291,-6-3-238,-2 1 25,-6-7-347,0 0 1,-1-7 134,-4-2 1,2 1-68,-7-1 1,1 5-1,-5 0 1,-1 2-430,1 2 508,-6 0 0,-1 0 0,-4 0 1,3 2-1,1 2-419,4 6 481,-5 3 0,11 5 1,-4 1-1,4 0 0,3 2 281,4 3-213,2-4 0,2 7 0,3-5 1,5 0-1,6-3 340,2-3-341,6-2 1,-1-4 0,4-2 101,-1-2 0,-1-1-82,6-5 0,4-8 0,0-6 0,-3-9-140,-4-3 0,-1-9 0,-5-5 1,1-5-178,-1-8 131,-1-8 1,-4-4-1,-1-8 1,0-1-1,-1 0-491,-4 4 496,-3 12 0,-6 12 0,0 13 82,0 9 1,-1 13-123,-4 6 1,2 7 0,-5 6-1,0 9 143,0 9 0,0 0 1,-3 14-1,3 3 160,2 2-80,1 3 0,5-1 0,0 1 0,0-3 1,0-2 419,0-5-518,0 3 0,5-11 0,1 3-151,2-3 1,0-8-479,2-3 1,2-8 0,-2-3-1,2-1 606,3-4 0,14-30 0,6-14 0,4-3 0,0 1 0</inkml:trace>
  <inkml:trace contextRef="#ctx0" brushRef="#br0" timeOffset="3">14673 9155 8026,'21'0'154,"-6"-1"1,4-4 0,-4-4 2253,-6-4-2161,4 5 1,-13-3 0,0 5-3250,-8-2 3002,-5 5 0,-20-4 0,-5 7 0</inkml:trace>
  <inkml:trace contextRef="#ctx0" brushRef="#br0" timeOffset="4">14687 9596 8026,'19'0'653,"0"0"0,-1-1 619,-3-4 0,-7-3-900,-3-6-621,-3-1 0,-4 3 0,-3 2 249,-4 6 0,-42-23 0,-10-5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1:51:57.1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3082 170 6410,'0'-12'1421,"0"3"-1247,0 9 1071,0 0-943,0-9-55,0 6-211,-9-6 219,6 9-42,-6 0-143,9 0 0,0-3-81,0-4 1,-2 5-56,-6-5 133,6 4 1,-17 3-144,5 0 1,2-7 71,-2 0 1,0 0-73,-7 7 0,-1 0 114,1 0 0,0 0-9,0 0 1,-1 0 34,1 0 0,-2 0-39,-6 0 1,6 0-10,-6 0 1,-1 0 15,1 0 0,-2 0-30,3 0 1,5 0 30,-6 0 0,-1 0-74,1 0 0,-2 7 64,3 0 0,-3 8-7,-4-8 1,2 7 30,5-7 1,-3 7-32,-4-7 0,-3 7 28,9-7 1,-6 8-23,7-8 1,-10 7 29,2-7 0,3 7-20,-2-7 0,7 7-11,-8-7 0,10 8 3,-2-8 1,-3 7-6,3-7 0,-3 7-15,3-7 0,4 10 20,-4-3 0,4-2-38,3 2 0,-7-7 32,-1 7 1,1-7-8,7 7 0,-3-7 0,-4 8 0,2-4-23,-10 4 0,8 3 28,-7-3 1,6 4-1,-6 2 0,7 0-18,-8 0 1,8 1-6,-8-1 1,10 0-7,-2 0 1,4 1 18,3-1 0,-7 7-10,0 0 0,-3 3 3,3-3 1,4-4-4,-4 4 1,2 3-1,-3-3 0,6 3 5,-6-2 0,6-6 115,1 5 1,-1 3-108,-5-3 1,4 8 124,-4-8 1,4 1-105,3-8 0,-1 2-42,1 6 0,0-6 50,0 6 0,7-6-2,-1-1 1,1 1-26,-7 6 0,0-6-14,-1 5 1,1 3-44,0-2 1,0 8 54,-1-1 0,1-3 17,0 2 1,-3 1-18,-4 6 0,9 1 8,-9-1 0,16-2-6,-9-4 1,11 4-24,-4-5 1,7-2 69,-7 3 1,9-1 97,-2 8 1,-2-8-104,1 0 1,1-6-10,7 6 0,-2-2-3,-5 3 0,5-3 5,-5-5 0,4-2 5,3 10 1,0-1-4,0 7 0,0-6-57,0-1 1,-7 1 47,0 6 0,0 1 9,7-1 0,0 1-89,0-1 0,0 1-4,0-1 0,0-6 25,0-1 1,0-2 29,0 3 0,0 4 49,0-5 1,0-2-39,0 3 1,-2-8 3,-6 7 0,6-2 23,-5 3 0,5 2 18,2-10 1,0 10-80,0-3 1,2 3 51,5-3 1,-5 3-42,6-10 1,1 10 25,-2-2 0,7 1-5,-7-1 1,10 2-4,-3-10 0,-2 7 128,2-6 0,-7 6-91,7-7 1,-7 3 15,7-3 1,-6-4-19,6 4 1,-10 3-2,4-3 0,1 1 54,-2-8 1,7 7-37,-7 1 1,3-1-38,-3-7 0,-2 3 28,9 4 0,-7-4-57,7 4 1,0-4 28,7-3 1,-6 7 0,-1 1 0,0 1 84,7-1 1,0-3-76,1 9 0,-8-6-136,0 6 0,0-9 144,7 2 0,1 3-127,-1-3 0,0 1 92,0-8 0,1 0 24,-1 0 0,3 8 10,4-1 1,-4 0-3,4-6 1,-5-1-6,-1 0 0,-1 0-24,0 1 1,0-1 60,1 0 1,-1 0-15,0 1 1,0-1-51,1 0 1,6 0 13,0 1 0,1-1-15,-8 0 1,7 0-32,1 1 0,1-8 35,-1 0 1,-3 0-8,9 7 0,-2 1 7,3-1 1,1 0-64,-8 0 0,6 1 54,-7-1 1,10-2-102,-2-5 1,-6 5 77,-1-5 1,1-2-14,-1 2 0,8 0 63,-1 7 0,-3-6 93,2-1 1,-6-2-128,6 2 0,-2 2 10,3-9 0,4 10-40,-5-3 0,-2-2 52,3 2 0,-3-7-88,2 7 0,-2-9 77,-4 2 1,-4 3-117,11-3 1,-3 2 109,2-2 1,-2-4-3,-4 4 1,1-3 7,6 3 0,4-4-21,-5 4 0,-1-5 21,1-2 0,0 7-11,8 0 1,-8 0 1,1-7 1,-3 3 7,2 4 1,8-5-23,-1 5 1,-6-4 40,6-3 1,-4 0-2,4 0 1,1 0-11,-1 0 0,1 0-10,-1 0 0,-6 0-31,-1 0 1,1 0 34,6 0 1,1 0-144,-1 0 0,3 0 79,5 0 0,-3 0 35,10 0 1,-10-3 10,2-4 0,-1 5-6,1-5 1,-4 4 9,5 3 1,-6 0-19,-1 0 0,-1 0 10,1 0 0,2 0 6,4 0 0,-11-7 23,5 0 1,-6 0-26,6 7 0,2 0 17,4 0 0,-4 0-12,5 0 1,-5-2 2,-3-5 0,1 4 21,-1-4 0,1 3-21,-1-3 0,1 4-15,-1-4 1,1-2 13,-1 2 1,-6-1-68,-1 8 1,-7-7 58,8 0 1,-3 0 0,2 7 0,3 0 14,-10 0 1,10-2-1,-2-5 1,-3 4 46,2-4 1,-7 3-59,8-4 1,-8 6 64,8-5 0,-8-2-47,7 2 1,-2-8-22,3 8 1,4-9-12,-5 2 1,13-5-8,1-3 1,-2 1 23,-11 0 0,4-3-5,-5-4 0,6 4 123,1-4 1,-6 4-114,-1 3 1,-9-2 103,2-6 1,3 6-88,-3-6 1,1 6 218,-8 1 0,0-1-37,0-6 0,1 3-135,-1-9 1,7 9-42,1-2 1,-1-3 3,-7 3 1,7-10 52,1 3 0,-1 4-16,-7 2 0,8-4-45,-1-2 0,8-3 15,-8 3 0,0-5 121,-7 4 0,8-2-8,-1 3 0,3-10-25,-3 10 0,-4-10-37,4 9 1,-4-4 18,-3-2 0,0-1-170,0 1 1,1-1 91,-1 1 0,0 6-92,0 1 0,1 0 68,-1-8 0,-2 8 3,-5-1 1,5 3-9,-5-2 1,3-3 150,-3 10 0,5-8-35,-5 8 1,-2-10 84,2 3 1,-7-3-141,7 2 0,-2-4 18,2 5 1,5-5-9,-5-3 1,-2 3 13,2 5 1,-7-3-68,7 10 0,-9-8 17,2 8 1,3-10-13,-3 3 0,7-3-28,-7 2 0,2-1-16,-2 8 1,-4-8 121,4 1 0,2 3-56,-2-2 1,8 2-92,-8-3 1,0-11 76,-7 4 0,2-1 1,5 8 0,-4-4 1,4 5 0,-5-13-4,-2-1 1,0-1-40,0 8 1,-7 6-12,0 1 0,-3-1-18,3-6 0,5 6 53,-5 1 0,-3 7 97,3-8 1,-7 10-95,7-2 0,-7-3-73,7 3 0,-10-3 47,3 3 0,2 2 2,-2-9 1,2 9-18,-2-3 1,-5 3-11,5-2 1,2 4 11,-2-4 0,2 4 9,-2 3 0,-5-7-94,5-1 0,-2 1 88,1 7 0,-3 0-41,3-1 1,4-6 42,-4 0 0,1-1 0,-7 8 0,7 0 13,0 0 1,-1-1 0,-6 1 1,7 0 29,0 0 0,0-1-44,-8 1 0,1-7 40,0-1 1,7 1-31,0 7 1,-1 0 63,-6-1 0,0 1-52,0 0 0,-1 0-3,1-1 0,0 1 21,0 0 1,-1 0 4,1-1 0,0 3-26,0 5 0,-1-5 11,1 5 1,0-5-34,0-2 1,-1 7 28,1 0 0,-7 2-30,-1-2 0,1-5 16,7 5 1,0-3-1,-1 3 1,1-5 81,0 5 1,0-5-75,-1-2 1,4 7-38,3-1 1,-4 4 54,5-4 0,-5-3-75,-2 3 1,0-1 71,0 2 0,-1-3-88,1 10 1,-7-9 27,-1 1 0,-1 4-12,1-4 0,6 8 13,-6-7 0,-1 7-9,1-7 0,-6 9 23,7-2 0,-8 2-10,8-2 1,-3 5 68,3-5 1,2 2-67,-9-2 0,9 5 19,-3-5 1,-2 2 7,3-2 0,0 4-4,7-4 1,-1 3-3,1-3 1,0 4 7,0-4 1,-1 2 40,1-2 0,7 5-56,0-5 0,0-3-18,-8 3 0,-1 0 21,-6 7 1,6-7-78,-6 0 1,3-7 86,-2 7 1,4-3-7,-4 3 0,-3 5-21,3-5 0,-7-3-1,6 3 1,-6-2-25,7 2 0,-8 4 22,8-4 0,-8-2 9,8 2 0,-7-7-1,6 7 0,1-1 31,7 8 0,-8-7-29,1 0 1,0-7-58,7 7 0,-8-2 63,1 2 1,-1 4 7,8-4 1,-7-2 45,0 2 1,-3-1-58,3 8 1,2 0-27,-10 0 0,1 0 27,-8 0 1,1 0-130,-1 0 1,-9-7 30,-4 0 0,1 0-69,-1 7 0,1-7 89,-1 0 0,-6-2-16,6 2 1,1 4-22,-1-4 0,6-2 19,-7 2 0,1-1-152,-8 8 0,0-7 99,0 0 0,-6 0-609,-1 7 0,0 0-102,7 0 1,0 7-343,1 0 0,-4 10 1181,-3-3 0,19 11 1,-2 7-1,-7 2 1,-1 0-1</inkml:trace>
  <inkml:trace contextRef="#ctx0" brushRef="#br0" timeOffset="1643">3295 447 8119,'0'-12'1099,"0"2"-861,0 10 1,0-2 189,0-5 49,0 4-343,0-6 33,0 9 0,-3 0-147,-4 0 1,2 0-6,-9 0 1,7 0-23,-7 0 0,0 0-39,-7 0 0,-1 0 38,1 0 1,0 7-19,0 0 0,-3 10 86,-4-3 1,4-2-115,-4 2 1,4 0 89,3 7 0,0 1-99,-1-1 0,1 0 101,0 0 0,7 8 6,0-1 1,9 0 11,-2-6 1,-3-1 5,3 0 0,0 7-35,7 1 0,0-1 14,0-7 1,0 1-46,0-1 0,7 0 42,0 0 0,3 1-60,-3-1 0,-2-7 73,9 0-85,0 0 0,7 5 46,0-5 0,1 5-6,-1-5 1,0-2 29,0 2 0,8-9-24,-1 2 0,0 3-17,-6-3 1,6 0 17,0-7 1,3 0 69,-3 0 1,-2 0-65,10 0 1,-10 0 169,2 0 1,3-7-38,-3 0 1,0-10 51,-6 3 1,-1 2-97,0-2 1,-7 0 1,1-7 0,-1-1 45,7 1 1,-7-7-40,0-1 1,-7 1 36,8 7 1,-8 0-94,7-1 0,-10 1-4,4 0 0,-6-8-152,-2 1 1,0 0 54,0 7 0,-2-1-310,-6 1 1,4 0 163,-10 0 1,-3-1-212,-11 1 0,2 2 161,-10 5 0,8-5-622,-7 5 0,-1 2 167,-6-2 1,6 9 24,1-2 1,9-2 666,-2 2 0,-24 9 0,-5 10 0</inkml:trace>
  <inkml:trace contextRef="#ctx0" brushRef="#br0" timeOffset="1934">2955 510 7545,'0'-12'2432,"0"3"-1707,0 9 734,0 0-1363,9 9 0,3 3 97,9 10 0,-2-1-60,-5 0 1,5 0 6,-5 1 0,7 1-171,8 5 1,-6-2 30,6 10 0,-6-8-155,-1 8 1,1-8-199,6 7 0,-6-9 164,6 3 0,-6-8-420,-2-7 0,1 3 293,-1-10 0,-7 2-1266,0-2 1077,-9-4 0,11 4-23,-8-14 1,1 2 527,-2-9 0,-5 0 0,7-37 0,1-14 0,-4-5 0,0 1 0</inkml:trace>
  <inkml:trace contextRef="#ctx0" brushRef="#br0" timeOffset="2091">3613 617 7490,'22'-10'3484,"-11"8"-3249,-1-8 1,-20 17 153,-4 0 0,-5 10-95,-2-3 1,-2 5-385,-6 2 1,6 8 44,-6-1 0,-1 0 52,1-6 0,-1-1-280,1 0 1,6 0-423,-6 1 1,3-1 694,-2 0 0,-24 10 0,-14 2 0</inkml:trace>
  <inkml:trace contextRef="#ctx0" brushRef="#br0" timeOffset="3091">744 2763 7971,'0'-14'835,"0"0"-395,-9 9 25,7-14-140,-17 17 1,14-8 197,-9 10-276,9 0 0,-14 0-75,5 0 1,2 0-115,-2 0 0,0 10-18,-7 4 1,-1 0 119,1 7 0,0-4-131,0 11 0,2 3 73,5-3 0,-5 8-172,5-8 1,2 7-27,-2-6 1,9 6-16,-2-7 0,4 8 124,3-8 0,0 3-3,0-3 1,10-4 149,4 4 0,7-7-129,8-6 0,-3 3 63,9-3 0,0-6-41,8-2 0,-3 3 86,-4-3 0,4 0-14,-5-7 1,5 0 115,3 0 0,-8-7-99,1 0 1,-8-10 88,7 3 0,-9-3 14,3 3 0,-8-5-49,-7 5 0,3-5-134,-10-2 0,2-7 100,-2-1 1,-4-1-203,4 1 1,-5 3-93,-2-9 0,-7 7-87,0-8 0,-10 10-75,3-2 0,-5-3-269,-2 3 0,-7-1-716,-1 8 1,-1 7 538,1 0 1,3 9-562,-9-2 1301,9 5 0,-23 13 0,-8 6 0,-1 1 0,0-1 0</inkml:trace>
  <inkml:trace contextRef="#ctx0" brushRef="#br0" timeOffset="3317">447 2848 10478,'19'2'1076,"-5"5"0,12 3-680,-5 4 1,5 5-396,-5-5 0,10 5 91,5 2 1,4 8-17,2-1 1,1 0-118,-1-7 1,-6 1-236,-1-1 1,-2 0-82,3 0 1,1-6-1142,-8-1-1030,-1-9 1067,-7 4 621,0-9 840,-9 0 0,-31-85 0,2 32 0,-1 0 0</inkml:trace>
  <inkml:trace contextRef="#ctx0" brushRef="#br0" timeOffset="3466">1063 2890 8506,'0'-21'1923,"-2"9"-512,-5 5-1045,4 5 0,-15 2-37,3 0 1,-4 2 163,-2 5 0,-7 5-313,0 9 0,-8 3-235,8 4 1,-3-2-635,3 10 0,4-10 500,-4 2 1,4-4-1137,3-3 1,7 7 1324,0 1 0,28 18 0,0-2 0</inkml:trace>
  <inkml:trace contextRef="#ctx0" brushRef="#br0" timeOffset="4267">4123 4909 7972,'0'-14'262,"0"0"0,0 7-68,0-7 0,0 7 1,0-7 0,0 6 735,0-6-219,0 10-109,0-15-341,-9 16 0,-3-6-175,-9 9 0,0 0 17,-1 0 0,1 0-44,0 0 0,0 9 62,-1 5 0,-6-2-86,0 2 0,-1 3-80,8 11 1,0-4-2,0 4 1,-1 3-24,1-3 1,2 8 69,5-8 0,2 7-88,5-6 0,5 2 174,-5-3 0,7-2 4,7 9 0,5-9 16,9 3 1,0-6-68,0-2 0,10 1 131,5-1 1,-3-9-112,2-5 0,-2-5 135,3-2 1,4 0-47,-5 0 1,5-2 69,3-5 0,-8 0-12,1-15 1,-8 6-25,7-12 0,-9 2-102,3-3 0,-6 3-111,-2-9 1,-6 6 21,-1-6 1,-9 2 110,2-2 1,-5-3-260,-2 9 0,0 1 67,0 7 1,-9-7-321,-6-1 0,-4 1-131,-2 7 0,-7 6-327,0 1 0,-8 10-421,8-4 0,-3-1 593,3 2 0,2 0 695,-10 7 0,-37 28 0,-17 8 0</inkml:trace>
  <inkml:trace contextRef="#ctx0" brushRef="#br0" timeOffset="4458">3805 4888 8038,'12'0'980,"-3"0"1,-2 2-702,0 6 1,3-4 61,-3 10 1,4-6 144,11 6 1,6 0-334,0 7 1,10 0 91,-2 1 0,6 6-459,8 0 0,-5 3 215,4-3 1,-4-4-166,-3 4 0,-6-11 98,-1-3 1,-9-7-1860,3 7 1048,-6-9 877,-11 4 0,-40-46 0,-20-11 0</inkml:trace>
  <inkml:trace contextRef="#ctx0" brushRef="#br0" timeOffset="4634">4293 5016 8781,'12'0'3387,"-2"0"-2178,-10 0-785,0 0 1,-7 9-14,0 5 0,-17 5-111,3 2 1,-5 1-653,4-1 0,1 0-256,0 0 1,-7 1-613,-1-1 0,8-2-1432,7-5 2652,0 5 0,2-36 0,2 3 0</inkml:trace>
  <inkml:trace contextRef="#ctx0" brushRef="#br0" timeOffset="5392">6674 2763 7951,'0'-14'279,"0"0"1,-7 7-7,0-8 0,-10 11 42,3-3 0,2 4-76,-2 3 1,-3 0-16,-11 0 1,4 0-152,-4 0 0,2 3 143,-2 4 1,2-3-228,-10 11 0,10 6 119,-2 7 0,-3 3-128,3-3 0,0-2 93,6 10 0,3-3 29,5 2 1,-2 5-139,9-4 1,0-3 63,7 2 0,0-7 81,0 8 1,2-10-27,5 2 0,7-4 112,15-3 0,-3-7-104,9 0 0,0-9-110,8 2 0,-1-5 98,1-2 0,-1 0-14,1 0 1,6-2 144,1-5 0,0-5-69,-8-9 0,-9 0 130,-4-1 0,-6-1-100,-2-5 0,-6 2-238,-1-10 0,-10 8-61,4-8 0,-6 1-201,-2-8 1,0 8-26,0 0 1,-10 2-259,-4-3 0,-5 5-114,-2 10 0,-7 0 262,0 0 0,-1 9-547,8 5 0,0-3 1011,-1 3 0,-18 19 0,-5 12 0</inkml:trace>
  <inkml:trace contextRef="#ctx0" brushRef="#br0" timeOffset="5600">6376 2720 8000,'-12'0'2625,"-7"0"-1870,17 0 112,-7 10-506,9 2 1,0 9-127,0 0 0,9 0-211,5 1 0,12-1 110,3 0 0,8 0-266,-1 1 1,-3-1 145,2 0 1,1-2-620,6-5 0,1 3-121,-1-10 1,-6 7-410,-1-7 0,-9 0-496,2-7 1631,-4 0 0,-12-28 0,-3-8 0</inkml:trace>
  <inkml:trace contextRef="#ctx0" brushRef="#br0" timeOffset="5768">6801 2763 8035,'-21'12'3274,"9"-3"-2645,-7-9-113,7 10 1,-6 1 73,3 11 1,-4-1 90,5 0 1,-5 8-523,-2-1 0,0 0-406,0-7 0,-1 8-658,1-1 1,0 0 625,0-6 1,6-3-439,1-5 1,3 5 13,-4-5 703,-4-5 0,17 1 0,-7-10 0</inkml:trace>
  <inkml:trace contextRef="#ctx0" brushRef="#br0" timeOffset="8135">2636 2444 8050,'-12'-2'300,"5"-5"0,2 4 198,-2-4-252,5 5 1,-10 2 166,5 0-190,5 0 0,-10 0 171,5 0-275,4 0-14,-6 0 1,2 9 67,0 6 1,0-4-142,7 4 1,0-1 81,0 7 0,0 3-2,0 4 1,0-5-23,0 6 1,0 2-4,0-3 0,2 7-17,5-6 1,2 1-133,6-1 1,4-13 73,-5 5 1,12-4 67,2 4 0,0-7 37,-6 1 0,6-11-45,0 3 0,8-4 111,-8-3 1,7-3-84,-6-4 0,-1-5 30,-7-9 0,8-2 58,-1-6 0,-7 6 2,-7-6 0,1-4-44,6-2 1,-7 2-18,0-3 1,-9 3-196,2-2 0,2-3 129,-1 10 1,-1-8-76,-7 8 0,0 0 67,0 6 1,-3 1-19,-4 0 0,2 2-124,-9 5 1,0-3-183,-7 10 1,0 0-308,-1 7 0,-6-7 262,0 0 0,-8 0-380,8 7 1,-10 0 203,3 0 0,-5 2-127,-3 5 0,8-2 104,-1 9 0,10-7 52,-2 7 0,-3 1-524,3 6 985,9 0 0,0 38 0,7 10 0</inkml:trace>
  <inkml:trace contextRef="#ctx0" brushRef="#br0" timeOffset="8545">2530 2465 7739,'0'-11'2756,"0"1"-2378,0 10 0,2 0-142,5 0 0,-2 0 34,9 0 0,-7 0-34,7 0 0,0 10-285,8 4 1,6-2 137,0 2 1,8 0-241,-8 7 0,10-7-93,-3 1 1,-2-8-219,3 7 1,-3-10 23,2 4 0,-4-4 157,-10 3 0,0-4-395,1 4 1,-1-7 217,0-7 1,-7 2 26,0-9 0,-9 0 137,2-8 0,-4 1 312,-3 0 0,0-3 98,0-4 0,-7 4 199,-1-4 1,-8 4 64,2 3 0,2 7-187,-2 0 0,0 9 619,-8-2 1,1 5-325,0 2 0,7 2 93,0 5 0,-1 5-141,-6 9 1,0 0 36,0 1 1,-1-1-184,1 0 1,0 8-233,0-1 0,-1 0-209,1-7 1,0 1-416,0-1 0,6 0-834,1 0 733,0 1 663,2-1 0,50-19 0,21-4 0</inkml:trace>
  <inkml:trace contextRef="#ctx0" brushRef="#br0" timeOffset="9277">4315 3379 8037,'12'-9'945,"-3"6"-86,-9-6-480,0 9 0,0-2 207,0-5-126,0 4 68,0-6-298,0 9 0,0 2-15,0 5-64,0-4 1,0 15-138,0-3 0,0 4-6,0 2 1,0 0 50,0 0 1,7 1-100,0-1 0,10 0 90,-3 0 0,5 1 24,2-1 1,7 0 2,1 0 1,8-2-19,-1-5 1,-3-2 31,2-5 0,1-4-11,6 4 0,-6-7 140,-1-7 1,-9-3-119,2-4 0,3-12-110,-3 5 1,1-12 102,-8 4 1,-7-8-43,0 1 0,-2-4 35,2-2 0,-4 6-121,-10 1 1,0 2 70,0-3 1,-3-2-133,-4 10 1,-4 0-46,-11 6 1,1 4 98,0 3 1,-3-3-179,-4 3 0,2 6 66,-10 2 0,1 4-178,-7 3 1,-1 0 78,1 0 0,-1 0-52,1 0 1,-8 0 4,0 0 0,3 10-122,12 4 0,-3 5-271,10 2 0,6 0 248,8 1 0,2-1-291,-2 0 1,5 0 733,9 1 0,47 18 0,12 5 0</inkml:trace>
  <inkml:trace contextRef="#ctx0" brushRef="#br0" timeOffset="9552">4655 3082 8037,'0'-22'373,"0"1"0,0 7 340,0 0-89,0 0-380,-10 2 1,6 2-40,-11 10 1,8 0 24,-7 0 0,2 5 56,-2 9 1,-5 1-111,5 13 1,-2-2-15,1 2 0,-3 3-134,3 4 1,4 5 87,-4-4 0,11-3-341,-3 2 1,4-6 147,3 6 1,-7-9-544,0 2 0,0-4 317,7-3 1,0 1-756,0-1 1,0-7-12,0 0 1069,0-9 0,19-62 0,4-25 0</inkml:trace>
  <inkml:trace contextRef="#ctx0" brushRef="#br0" timeOffset="9870">4761 3167 8037,'0'-12'0,"2"-5"92,5 10 251,-4 0 0,6 5 739,-9-5-420,0 4 65,0-6 8,0 9 1487,0 0-1930,0 9 1,-9 3-151,-5 9 1,-5 1 4,-2-1 1,-1 0-58,1 0 1,0-2-252,0-4 1,-8 8 135,1-9 0,-3 17-215,3-10 1,2 3 139,-10-10 1,10 10-349,-2-10 0,4 9 175,3-8 1,7-4-1033,0 4 77,0-11-354,2 15 889,2-16 1,10 8-139,0-4 831,0-4 0,19-22 0,5-16 0</inkml:trace>
  <inkml:trace contextRef="#ctx0" brushRef="#br0" timeOffset="10195">4378 3145 8044,'-18'-14'771,"3"0"-86,6 9-90,0-4-470,6 9 1,-4 0 221,14 0 0,0 2 152,15 5 0,-6 5-175,12 9 0,5 8 48,3-1 1,4 8 15,3-8 0,-8 7-157,0-6 0,-2 6-103,3-7 1,4 3 77,-5-3 1,-2-2-183,3 10 1,-10-10-40,2 2 1,-4-7-263,-3-6 0,0 3-371,-9-15-184,-2 6 349,-10-9 121,0 0 0,-3-7-157,-4 0-791,5-9 1,-15 4 1309,10-9 0,-19-20 0,3-3 0</inkml:trace>
  <inkml:trace contextRef="#ctx0" brushRef="#br0" timeOffset="10894">5101 3358 8008,'-12'-9'0,"0"6"222,5-4 0,5 2 1031,-5-2-77,-5 5-757,10-8 1,-8 8 635,10-5-275,-9 5-288,6-8-318,-6 10 1,11 0-152,5 0 0,1 0 117,13 0 0,0 0-25,22 0 1,4 0 68,17 0 0,2-7-10,5 0 0,14 0-291,14 7 1,-44-3 0,1-1 188,0 1 1,1-1-1,1-4 1,0-1-45,-1 2 1,-1 0 0,43-5 60,-49 5 0,-1 0 0,39 0-133,-10-7 0,-15 9 91,-13-2 0,-22 5-312,-6 2-267,-15-10 234,2 8-275,-9-8 767,-9 10-1657,6 0 390,-16 0-256,17 0 602,-7 0 727,9 0 0,-19 19 0,-5 5 0</inkml:trace>
  <inkml:trace contextRef="#ctx0" brushRef="#br0" timeOffset="11552">4825 3698 7955,'-12'-21'34,"-5"0"262,10-1 553,0 1-133,-2 0 290,6 9-810,-6 3-42,9 9 0,0 2 203,0 5 1,0 12-124,0 9 1,0 3-96,0-3 1,-7 3-49,0 4 1,-3 5-112,3-4 0,3-3 134,-11 2 1,8 1-12,-7 6 1,2 1-45,-2-1 0,-5 8 94,5-1 1,-12 11-95,-2-4 0,0-2 38,6 3 0,-6 0 1,0 7 0,-8-1 53,8 1 1,-8-3 7,8-4 0,-3 2-94,3-9 1,4 6-26,-4-6 0,4-3 81,3-11 1,0 4-4,0-5 1,-1 3-50,1-3 1,2-4 28,5-10 1,-2-6-164,9-1 1,-1-7-180,8 7-347,0-9 233,0 4-312,0-9 124,0-9 0,3-3 179,4-9 0,-2-1-1973,9 1 2340,0-10 0,26-30 0,5-17 0</inkml:trace>
  <inkml:trace contextRef="#ctx0" brushRef="#br0" timeOffset="12111">3316 2678 7968,'-12'-14'346,"5"0"0,2 7 413,-2-8-258,5 11 131,-8-15-123,10 16-138,0-6 78,0 9-212,0 0 1,10 7-50,4 0 0,5 7 16,2-7 0,12 10-164,10-3 1,2 7 96,11 8 1,3-6-13,12 6 0,5 4-191,9 2 0,2-2 223,5 3 0,-4-1-309,-42-14 1,0 0 0,41 15 242,-2-1 1,-7-6 10,0 6 0,-12-9-122,-2 2 1,-10-4-54,-11-3 1,-1-7 112,1 1 0,-13-8-286,-9 7 401,1-9 1,-18 6-465,11-4 351,-11-4-549,6 6 1,-13-9-218,-4 0 312,5 0 0,-10-2-714,5-5 1,2 2 102,-9-9 1023,0 0 0,-26-26 0,-5-5 0</inkml:trace>
  <inkml:trace contextRef="#ctx0" brushRef="#br0" timeOffset="12686">3167 1254 7968,'12'0'1027,"0"0"-440,-5 0-357,-5 0 0,10 0 267,-5 0-238,-5 0 0,8 2 183,-10 6 1,0-4-119,0 10 0,0 1-70,0 6 1,0 2-23,0 6 0,-2 4-11,-6 9 0,-1 10-119,-5 5 0,-5 4 126,5 3 0,-5 7 106,-2 0 1,6 7-93,1-7 0,2-1-235,-2-6 0,-2-2 12,9-6 0,-7-4 21,6-9 0,-6-3-5,7-5 0,-2 3-192,2-10 1,4-6-814,-4-8 476,5 0-1549,2-2 863,0-3-896,0-9 1835,0 0 0,-19-47 1,-5-12-1</inkml:trace>
  <inkml:trace contextRef="#ctx0" brushRef="#br0" timeOffset="13253">893 3018 10855,'17'-2'493,"4"-5"1,-2 2-271,16-9 1,5 7 9,17-8 0,12-6-84,23-7 1,-43 13 0,1 1-323,6 3 0,1 1 0,3-1 0,1-1 294,5-3 0,2 1 0,1 2 0,-1-2-14,3-3 1,0-1-1,-3 5 1,-2 0-97,-5-1 0,-1 0 0,-2 1 0,0 2 53,-5 0 0,0 1 1,-2-1-1,-1 0 115,42-10 1,-18 7-34,-25 0 1,-6 2-196,-8-2 1,-4 4 29,-10 10-200,-9-9-118,-3 7 985,-9-8-1960,0 10 758,0 0-789,-9 0 906,-3 0 1,-19 10 436,-4 4 0,-30 15 0,-14 8 0,-7 3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1:52:18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43 7863,'12'-3'1700,"-5"-4"-864,-5 5-147,-2-8-434,0 10 1,0-2 223,0-5-68,0 5 41,0-8-360,0 10-40,0 0 0,0 10-105,0 4 0,0 5 100,0 2 1,0 10-135,0 4 1,0 5 84,0 3 0,-2 11 50,-5 10 0,5 0-163,-5 6 0,2 4 103,-2-4 1,4 8-69,-4-7 0,-2-2 78,2-13 1,0-4-6,7-9 0,0-1-21,0 1 1,-7-10-46,-1-5 57,1-4 7,7-3-307,0-9 175,0-3-13,0-9 1,0-2 98,0-5 1,0 2-737,0-9 0,0 0 31,0-7 760,0-1 0,10-46 0,2-12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1:52:18.9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1743 22 7878,'11'0'226,"-1"0"103,-10-9 220,0 6 503,0-6-369,0 9 185,0 0 1,-10 0-782,-4 0 1,-14 0 63,-7 0 1,-17 0-81,-12 0 0,-19 0-130,-16 0 1,42 0 0,-2 0-200,-4 0 1,-1 0 0,0 0 0,0 0 175,-3 0 0,0 0 0,3 0 0,0 2 35,4 2 1,0-1 0,1-2 0,2 1-155,3 1 0,2 1 0,-43-2 157,10-2 1,19 0-58,17 0 0,11 0-74,2 0-76,20 0-285,-3 0 1101,19 0-1358,19 0 0,-10 0 545,20 0 1,-8 0 247,14 0 0,29 9 0,14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1:52:19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170 128 7956,'-2'-14'8,"-5"0"1,2 7 7,-9-7 0,7 7-28,-7-7 0,7 7 147,-7-8 30,-1 11 1,-3-8 447,3 5-381,-4 4 1,15-6 53,-10 9-147,9 0-350,-5 0 240,10 0 0,3 2 98,4 5 0,16 3 182,20 4 0,9 5-135,12-5 1,18 5-71,10 2 1,-36-13 0,2-2-338,5 2 1,1-1 0,4-1 0,1 2 318,5 2 0,1 1 0,3-3 0,0-2 11,-1 1 1,2 0-1,3-1 1,1 0-15,-1 1 1,-1 0 0,-7 2 0,-2-1 6,-4-4 0,-1-1 1,-6 2-1,-2-1 24,-4 0 0,-3-1 1,35 2-233,-9 9 114,-29-9-427,-18 4 315,-21-9 1,-20 0 37,-4 0 0,0 0 42,-7 0 1,2 0 67,-17 0 1,-2-7-744,-11 0 0,-5 0 711,-10 7 0,0 0 0,-15 0 0,-2 0 0,-8 0 0,1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1:52:20.6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64 7869,'14'-7'7,"1"0"298,-11-9-277,15 13 292,-7-6-117,9-1 1,-7 8 133,1-5 41,-11 5-339,6 2 1,-3 2 79,0 5 1,0-2-9,-7 9 0,0 0 27,0 7 0,0 3-28,0 4 1,0-2 40,0 10 0,-2-1-15,-5 8 1,4 6-16,-4 1 1,-2 9 17,2-2 0,-8 2-114,8-3 0,-2 6 108,2-6 1,4 1 37,-4 7 0,5-12-47,2 11 1,-2-6-153,-5 0 1,4 4 38,-4-4 0,5-5-62,2-3 0,0-4 100,0-2 0,0-1-8,0 1 0,0-3 73,0-5 1,0-4-59,0-10 0,0 1 29,0-1 14,0-9 328,0-3 158,0-9 985,0 0-927,0-9-992,0 6 354,-10-16-1030,-2 8 1,-2-11 545,0 1 0,9 7-1469,-2 0 1,5 7 1947,2-8 0,9-27 0,3-15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1:52:23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43 978 7830,'0'-14'-1483,"0"0"2707,0 9-326,0-14-186,0 17-272,0-8-53,0 1-91,0 6-197,0-6-85,0 9 190,0 0-1,0 9-237,0 3 0,0 10 26,0-1 1,0 0 14,0 0 0,0 1 15,0-1 0,0 0-80,0 0 1,-7 1-15,0-1 0,0 0 100,7 0 1,0 1-90,0-1 66,0 0 1,0 0-30,0 1 1,2-8 64,6 0 0,-4-2 83,10 2 1,1-2-47,6-5 1,0-5 148,0 5 0,10-2-55,4 2 0,6-5-93,1 5 0,1-7 81,-1-7 1,1 5-52,-1-5 0,-2-5 118,-4-2 0,-3 2-52,-5-2 0,-4 0 22,4-7 0,-4-1-65,-3 1 0,0 0-3,0 0 1,-6-8 145,-1 1 0,-7-3-114,7 3 1,-9 2-159,2-10 1,-7 8 82,-7-7 0,-5 9-128,-9-3 1,-10 6-52,-4 2 1,-6-1-168,-1 1 1,-3 7-48,-5 0 1,-4 7-237,-10-8 0,8 11-61,-1-3 1,10 4 212,-3 3 1,8 3-102,6 4 1,6 2 136,8 5 0,8 5-48,0-5 1,9 5-64,-2 3 1,5-1-153,2 0 1,2 0 617,5 1 0,15 8 0,11 3 0</inkml:trace>
  <inkml:trace contextRef="#ctx0" brushRef="#br0" timeOffset="475">22 893 7893,'0'-12'-49,"0"0"614,0 5 896,0 5-772,0-7-230,0 9 217,0 0-406,0 9 0,10 0-52,4 6 0,5 3-2,2-3 0,7 4-220,1 2 0,6 0 0,-7 0 1,8 1-25,-8-1 1,7-2-91,-6-5 1,1 2-879,-1-9 179,-6 10 0,8-15 324,-10 5 1,1-4-261,-1-3 0,-7 0 270,0 0 0,-9-10 117,2-4 0,5-5 366,2-2 0,-2-3 0,2-4 0,-7 2 0,7-9 0,-7 6 0,7-6 0,-9 9 134,2-2 1,-2 11-81,2 3 1758,-5 0-763,8 2-424,-10 3 0,-10 11-207,-4 5 1,-5 5-15,-2 9 0,-7 3-83,-1 4 0,-6 3-76,7 4 1,-8-2-90,8-5 1,-7-2-95,6 10 0,-6-8-120,6 8 0,1-10 88,7 2 1,-3 3-532,-4-3 1,7 0 275,-1-6 1,4-8-698,10 0 315,-8-9-1702,14 4 1161,-8-9 1148,20 0 0,39-57 0,20-13 0</inkml:trace>
  <inkml:trace contextRef="#ctx0" brushRef="#br0" timeOffset="951">235 85 7910,'-3'-18'-41,"-4"3"0,5 4 279,-5 4 588,4 4-106,3-16-112,0 17-261,0-8-179,0 10 178,0 0 1,0 10 60,0 4 1,0 5-119,0 2 0,0 3-198,0 4 0,0-2 112,0 10 0,0-8-187,0 7 0,0 1 35,0 6 1,0 1-80,0-1 0,0 8 84,0-1 0,0 8-215,0-7 1,0 6 81,0-6 0,7 2 108,1-3 0,1-6-127,-2-1 1,-5-1 106,6-13 1,-4 3-124,3-3 1,-4-11-213,4 4-252,-5-14 3,-2 2 436,0-9 0,0-2-316,0-5 117,0 4-1166,0-15 1502,0 6 0,19-47 0,5-10 0</inkml:trace>
  <inkml:trace contextRef="#ctx0" brushRef="#br0" timeOffset="1359">405 1021 9806,'0'-12'1183,"9"2"-943,5 10 1,7 0 7,8 0 1,13-2-45,15-5 0,14 4 52,7-4 1,7 3-335,7-3 1,-41 5-1,2-1 135,3-4 1,1 0 0,-1 4-1,-1 1 90,44-5 1,-48 2 0,0 0-23,41-2 1,5-9-60,-12 2 1,-5 2-82,-16-2 1,-10 2 73,-4-2 0,-8-3-75,-6 10 1,-15-2-77,-14 2-86,-5 4 483,-2-6-328,0 9 0,-2 0-101,-5 0-241,4 0-37,-6 0 16,9 0-1887,0 0 857,-9 0-120,6 0 1536,-6 0 0,-57 9 0,-17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1:52:26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 85 7852,'-9'-11'-176,"4"-1"136,-9 5 1,7 4 123,-7-4 1,9 2 141,-2-2 1,2 5 167,-2-5 214,5 5-319,-8 2-238,1 0 0,7-3 184,-6-4-273,6 5 311,2-8 11,0 10-152,0 10 0,7-6-38,0 11 0,7-8 58,-6 7 0,6 0-31,-7 7 1,9 1 22,-2-1 0,5 0-45,3 0 1,6 8-99,0-1 0,8 10 84,-8-3 0,10 5 16,-3 3 0,5-8-105,3 1 0,-1-1 117,1 8 1,-1-1-143,1 1 1,-1-3 61,1-5 0,-8-4-88,1-10 1,-1 7 93,8 1 1,-8-3-7,1-12 1,-10 5-47,2-5 0,3 3 38,-3-3 1,-7 2-38,-7-9 72,-9 10-147,14-15 75,-17 17-2,8-17 52,-10 8-12,0-10-254,0 0 228,-10 0-299,8 0 0,-8-2-126,10-6-1651,-9 6 2076,-3-17 0,-47-30 0,-9-20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8:27.793"/>
    </inkml:context>
    <inkml:brush xml:id="br0">
      <inkml:brushProperty name="height" value="0.053" units="cm"/>
      <inkml:brushProperty name="color" value="#FF0000"/>
    </inkml:brush>
  </inkml:definitions>
  <inkml:trace contextRef="#ctx0" brushRef="#br0">10834 9809 7743,'0'-14'86,"0"5"559,0-1 1,0 5 1296,0-4-1506,-6-1-377,4 3 1,-4 2-1,6 10 1,0 4 0,0 4-1,0 1 216,0 0-262,0 0 1,0 1-1,0-1 1,0 0-1,0 0-94,0 0 118,0 1 1,0-1 0,0 0 0,0 0 162,0 0-140,0 1 1,0-6 273,0 1 529,0-7-709,0 3 1,0-7 0,0-4 0,0-5-216,0-2 69,0-3 0,2 0 0,1-3 44,2-1 1,-1 0-125,-4 5 1,0 0 0,0 0-89,0 0-97,0 6 1,2-3 340,3 6 9,-4 0 1,6 11-1,-7 4 1,0 3-1,0 1 63,0 0-83,0 0 0,0 0 0,0 1 0,0-1 0,0 0-201,0 0 92,0-6 0,0 5-729,0-4-1291,0 4 622,0 1 1,0-4 1433,0-1 0,19-25 0,4-1 0</inkml:trace>
  <inkml:trace contextRef="#ctx0" brushRef="#br0" timeOffset="1">11204 9795 7754,'8'-6'-1431,"3"3"1431,-6-7 753,-1 7 1,-4-5 76,0 3 0,0 2-222,0-6-161,0 6-72,0-4-302,0 7 1,-1 0-78,-4 0-90,4 0 1,-12 0 18,3 0 72,-2 0 1,2 0 0,1 2 0,-2 1-1,-2 2 15,-1-1 1,4 3-1,1 1 20,-2 0 1,3 4-1,-1-2 34,-3 2-57,6 3 0,-5-1 0,6 0-11,2 0 0,0-4 6,-2-1 1,4 1-1,-4 4-223,3 0 215,2 0 0,2-4 0,3-2 0,3 0-49,0-1 92,4-3 1,-4 2 0,8-6-43,3 0 1,-3 0-1,3 0 1,-4-2 6,0-2-30,-1 2 0,0-9 63,0 6 0,0-6 109,1 2 70,-7 2 180,-2-5-300,-6 10 62,0-10-15,0 10 1,0-3-1,0 10 269,0 4-205,0-2 0,0 5-20,0-2 0,-5 2 0,0 3 0,2-1 211,2 0-374,1-6 0,-2 5 0,-1-4 51,-2 4 0,0-4 0,5 1-113,0 1 159,0-5-291,0 7-120,0-5 108,0 0-1185,0-2-813,0-6 1808,0 0 0,7-19 1,1-5-1</inkml:trace>
  <inkml:trace contextRef="#ctx0" brushRef="#br0" timeOffset="2">11503 9824 7754,'0'-15'-8,"0"7"0,0-4 1,0 2 713,0-2 224,0 4 1,0-2 423,0 10-1099,0-3 0,0 16 0,0-4 16,0 4 1,0 1-1,0 0 1,0 1 246,0-1-406,0 0 0,0 0 1,0 0-102,0 1 0,0-1 0,0 0 0,0 0-76,0 0 19,0-6 1,-2 5 0,-1-3-152,-2 2 0,0-2 52,5-1 1,0-4 11,0 4 384,0-6 101,0 4-165,0-7 1,0-2 0,0-3-225,0-4 0,-1-5 0,-2-4 1,-2-2-490,2-2 453,1 4 0,2-7 0,0 5 18,0-3 0,0 6 0,0-2 0,0 2-268,0-2 229,0 3 0,2 0 0,2 7 14,6-2 1,1 3-1,0 0 1,-1 2 123,1 2 92,1 3 0,2 1-69,1 0 0,-1 0-46,0 0 100,-6 6 1,-2-3 0,-6 7 121,0 1 0,0-3 1,0 1-1,0 2 593,0 2-825,-6-5 0,3 3 0,-7-5-265,-1 2 0,3 0 0,1 3 0,-1-3-1847,0-2 1626,5-1 0,-5 0 1,5 1-1149,-2 2 1,0-3 1622,5 4 0,32-6 0,7 4 0</inkml:trace>
  <inkml:trace contextRef="#ctx0" brushRef="#br0" timeOffset="3">12498 11501 11544,'0'8'215,"0"5"0,0-4 0,0 4 0,0 3 1,0 1 528,0 2-750,0 0 0,0-10 0,0 1 0,0 1 0,0 1 0,1 1 887,4-3-877,-3-4 1,4-8-1,-6-2 1,2-6-1,1-4-141,2-5 1,-1 2 0,-4-7 0,0-1-514,0-2 594,0-2 1,0 6 0,0 0 162,0 3 0,5 1 0,0 5-163,-2 0-27,-2 6 184,-1 1 1,0 9-1,0 3 1,0 6 322,0 6-347,0-1 1,0 9 0,-1-4-132,-4 1 0,2 0 0,-5 2 0,0-5-209,0-4 97,5 0 0,-8-1 1,6 0-600,2 0 0,0-6 0,0-2-1702,-2 1 1811,0-6 0,7 6 656,3-7 0,22-32 0,10-7 0</inkml:trace>
  <inkml:trace contextRef="#ctx0" brushRef="#br0" timeOffset="4">12811 11430 7491,'14'-8'-36,"0"-5"0,-6 10 0,-3-6 2200,-4-2-1747,-1 4 1,0 0 0,-1 3-1,-4 0 1,-5 0 932,-2 3-1179,4 1 1,-5 0 0,5 1 0,-1 3 0,-1 2 652,-1 2-719,-1 1 1,-2 6 0,-1-1 0,1 2 0,0 1 178,0 2-201,-1 0 1,6 0-1,1 0-242,2-2 1,-4 4-1,6-2 1,0-2-431,3-1 454,7-2 0,4-1 1,9-4 7,4-4 0,4-4 0,2-1 0,1 0-202,3 0 275,-3-6 0,0-2 0,-8-6 0,-2 0 1,-4 0 119,-5-1-104,2 1 0,-12 5 0,4-1-39,-3-1 63,-2 5 1,-2-2 0,-3 5 17,-4-2 0,1 0 1,-1 7 340,-2 3-180,4 3 1,-5 6 196,2 0 1,4 0-75,1 0 1,3 1 0,1-1 0,-2 0-163,-2 0 0,0 0 0,4-1 1,-2-2-189,-2-1-100,0-1 1,5 5-1583,0 1 411,0-8 1,0 1-1884,0-3 2498,0-3 1,6 2 717,4-8 0,15-31 0,7-14 0,2-6 0,1 1 0</inkml:trace>
  <inkml:trace contextRef="#ctx0" brushRef="#br0" timeOffset="5">13095 11473 10594,'0'-8'3511,"0"1"-2635,0 7-602,0 7 1,0-4-1,0 6 1,0 2-1,0 2 596,0 1-801,0 1 0,0 3 0,0 1 0,0-1 0,0-2 231,0-2-305,0 0 1,0 0-1,0 0-199,0 1 0,0-6-471,0 1 430,0-7-1075,0 3 888,0-25 0,0 5 0,0-18 0,2-1-853,2-2 1088,-2 4 0,11-9 0,-4 7 0,4 0 0,2 1-240,4 4 486,-3-4 0,9 21 1,-4-1 242,1 4 1,-5 3 16,2 5 0,-4 2 1,-4 2-1,-3 6 807,-2 2-905,-1 3 1,-7-1-1,-3 0 1,-4 0-1,-4 1 1005,-1-1-1165,-7 0 0,-1-1 1,-6-2-803,0-2 0,4-6-319,0 2 1,5-3 0,-3-2 1069,2 0 0,1-7 0,4-1 0</inkml:trace>
  <inkml:trace contextRef="#ctx0" brushRef="#br0" timeOffset="6">9469 12141 8058,'0'-16'611,"0"-3"1,0 10 0,0-4 1460,0-1-1811,0 6 1,5 3 0,0 11 0,-2 7 0,-1 6 0,-2 2 1431,0-1-1534,0 5 1,0-4 0,0 4 0,1-3 0,2 0 228,2 1-412,0-6 1,-5 3 0,0-5 0,0-1 0,0 0 80,0 0 0,1-4 590,4-1-626,-3-6 0,4-3 0,-6-11-140,0-6 1,0-5 0,0-7 0,0-1-374,0-3 408,0 3 0,0-5 0,0 9-376,0 2 369,0-3 0,0 11 1,0-3-188,0 4-659,0 7-29,0 1 586,-6 20 1,4 1 0,-3 11 0,4-1-172,1 1 0,0 1 0,0-1 0,0-3-901,0-1 968,0 4 1,0-8 0,1 4 483,4-5 0,9-5 0,9-11 0</inkml:trace>
  <inkml:trace contextRef="#ctx0" brushRef="#br0" timeOffset="7">9839 12084 8337,'0'-10'4212,"0"1"-3376,0 6 1,-6-8-375,-4 6-338,-2 0 0,-3 12 0,1 2 0,0 5 0,0 4 254,0 1-344,-1 6 0,6-8 1,1 7-10,2 1 1,-4-3 122,5 2-316,1 0 0,4-2 1,0-3 99,0-3 1,6-4 0,5-2 0,5-6 56,3-2-47,0-2 1,0 0 105,0 0-40,0-6 1,-5-2-1,0-6 1,-1-1-37,-4 1 14,4 0 0,-12 0 1,6 0-319,-1-1 334,-4 7-101,4-4 1,-6 9 36,0-7 1,0 9 0,-2 1 133,-2 7-44,2 6 1,-4 3 0,6 1 570,0 2 1,0 7-296,0-3 1,0-1 0,0 0 0,0-1 434,0-4-888,0 5 0,-5-6 1,0 3-1336,2-3 734,2-8-436,1-2 1,1-7-3071,4-4 3367,3-3 889,6-6 0,7-23 0,4-10 0,2-3 0,0-1 0</inkml:trace>
  <inkml:trace contextRef="#ctx0" brushRef="#br0" timeOffset="8">10109 12198 8894,'0'-8'4821,"0"1"-3449,0 1-849,0 5 1,0-4-1,0 10 514,0 4-900,0 10 1,0-3 0,0 3 62,0-3 1,0 3-218,0-1 0,0 1 0,0-4 0,0-1-345,0 0 0,0 0 0,0 1-508,0-1 673,-6-6 20,4-2 1,-4-8-11,6-2 0,-5-4 0,1-8 0,0-5-713,3-7 672,-6 0 0,6-12 0,-4 7 0,4 0 0,2 0-780,4-1 911,-4 7 1,17 2 0,-4 8 152,2 4 1,4 1-1,1 7 1,0 2 165,-1 1-119,-1 8 0,-10 2 1,-1 7 210,-1-1 0,-3 0 0,-5 2 0,-4 1 1034,-4 2-1288,-4 0 1,-3-5 0,-1 0-244,-2 1 1,-6-6 0,2-1 0,1-2-1447,3-2-568,4 3 0,0-5 2197,1 3 0,13-42 0,2-10 0</inkml:trace>
  <inkml:trace contextRef="#ctx0" brushRef="#br0" timeOffset="9">9171 9767 8014,'5'-10'436,"-1"1"-37,7 6 170,-9-4 123,4 7-287,1 0 0,-6 2 0,4 3 0,-3 4 0,-2 4 0,0 2 1762,0 4-1941,0-3 0,0 6 1,0-4-1,0 1 0,0 0 369,0 1-502,0-4 0,0 4 1,0-5-141,0-1 54,0 0 76,0 0-102,0-6 0,0-3 0,0-10 0,0-6-380,0-6 323,0 1 1,0-11-1,0 3 93,0-2 1,-5-3-431,0 1 0,0 6 0,4 3 0,-2 3-187,-2 2 97,0-1 0,4 4-872,-4 7 1454,3 5 0,-4 18 1,6 2-1,0 1 0,0 3 21,0 2-247,0 1 1,0-1 0,0-1-477,0-3 1,-5-1 0,0 4 0,2-4-1012,2-2 706,1-1 928,0-5 0,19-12 0,4-4 0</inkml:trace>
  <inkml:trace contextRef="#ctx0" brushRef="#br0" timeOffset="10">9555 9752 8050,'0'-7'339,"0"-6"1,0 10-1,-2-7 1031,-3-1 1,2 0 248,-6 2-1375,-1 2 0,1 7 0,-1 0 1,-1 2 282,-1 3-347,-3 3 1,1 11 0,2 1 0,1 2 0,1 3 644,-1 2-698,-2 2 1,5-6 0,4 1-120,2 1 1,2-2 0,0-1 0,0-2-231,0-2 110,0-3 1,6-5-1,4-2-106,3-2 1,6-1-1,-1-5 1,1-2-358,2-3 561,-5-2 1,4-3-1,-7 1-3,-4-2 0,2-4 0,-6-2 0,-2-2-75,-1 2 181,4 1 1,-4 6 30,3 1 0,-4-1-547,-1-4 463,0 6 0,-5 4 0,1 8 105,1 6 1,-4 2 0,2 3-1,1-1 504,-3 0-537,6 0 0,-7 2 0,5 1-150,-2 2 1,-1 0 0,3-4 0,-2-1-612,2 0-471,-5-6 0,6 5-818,-3-4 270,4-3 0,2 1 1672,4-7 0,28-45 0,13-10 0</inkml:trace>
  <inkml:trace contextRef="#ctx0" brushRef="#br0" timeOffset="11">9740 9752 8088,'0'-14'2231,"0"5"-803,0-1-708,0 7 1,0-2 481,0 10-961,0 3 1,0 8 0,0 1 0,1 4 0,2-1 479,2 1-637,0-2 1,-5 0-1,0 1-1,0 2 1,0-4-106,0 1 0,0-8 0,0-2-245,0 2 326,0 2 1,-2-7-396,-3-6 182,4-6 1,-5-13 0,6-3-412,0-5 0,0 0 279,0-11 0,0 5 0,0-3 0,1 1-116,4 3 1,3 2-1,4 4 1,0 2-683,-3 5 1080,0 9 0,6-1 0,-1 7 74,0 0 1,0 9 10,1 5 0,-8 2 1,-2 3-1,-3 0 499,-2 4-476,0-3 1,-2 5 0,-3-7-1,-4 0 1,-4-1-284,-1-4-27,0 4 0,0-10-1243,-1 6 0,1-5 1449,0 0 0,12-27 0,4-9 0</inkml:trace>
  <inkml:trace contextRef="#ctx0" brushRef="#br0" timeOffset="12">11375 8345 8056,'0'-14'326,"0"4"1,-2 2-1,-1 1 1122,-2-1-1010,0 4 0,5-5 0,0 9 126,0 6 1,0 5-355,0 4 1,0-1-1,0 2 1,0 1-1,0 2 1,0-2 205,0-1-339,0-2 0,0 1 0,0-1 176,0 0 348,0-6-592,0 5 0,0-13 0,0 0-109,0-8-244,0-5 0,0-8 0,0-1-82,0 0 1,5-5 264,0 4 1,0-3-1,-5 3 1,0 4-179,0 3-421,0 2 194,0 0 511,0 6 0,0 9 1,0 12 63,0 4 0,0 4 0,-2-4 0,-1 2-248,-2-2-351,0 6 0,1-8 0,-1 4-180,2-3 1,-4-2 0,3 1 769,1-1 0,7-19 0,4-4 0</inkml:trace>
  <inkml:trace contextRef="#ctx0" brushRef="#br0" timeOffset="13">11716 8246 8088,'-2'-15'2121,"-2"1"-1446,2 6-488,-11 2 0,10 6 1,-6 0-1,-1 1 1,1 4-1,-1 5 1,-1 2 809,-1 3-880,-3-1 0,6 5 1,-1 1-1,-1 1 0,0 1 192,2 0-272,-4-5 1,12 9 0,-4-7 0,3 0-1,2 0 41,0-1-237,0 1 0,2-9 0,3-2-100,4-2 1,4 4 91,1-6 0,5 1 1,0-7-1,-2-1-266,-1-1 434,-2-7 1,0 3-1,1-5 1,-3 2-1,-2 1-60,-6-1 56,4-1 0,-6-2 0,3-1 297,-4 1-174,-1 6 1,0 0-76,0 4 0,-1 2 77,-4-3 0,2 5 0,-5 5 0,0 4 293,0 4-189,5 1 0,-5-3 0,3 2 0,-3 3 296,1 0-647,0-1 1,2 0-556,1-1 1,-3 0-81,3 0-1262,2-6 180,-4 5 777,6-12 0,1 6 1065,4-7 0,22-32 0,11-7 0</inkml:trace>
  <inkml:trace contextRef="#ctx0" brushRef="#br0" timeOffset="14">11929 8345 8028,'0'-8'312,"0"0"1719,0 4-560,0 2-880,0-4 0,0 7 0,0 4 478,0 4-891,0 4 0,0 1 0,0 0 35,0 1 0,0 0-80,0 4 0,0-3 1,0 3-1,0-3 341,0-2-512,0-6 0,0 5 0,0-4 175,0 4-334,-6-5 53,4-2 0,-6-8 0,5-2 0,-2-6 0,2-2-182,2-3 0,1-5 0,0-5 9,0-7 0,6 2 1,3-3-1,4 3-627,1 1 691,1 7 1,-1 2-1,0 6 169,0-1 0,0 7 1,1 4 144,-1 2-88,-6 2 0,3 6 0,-6 4 349,-2 3 0,-2 1-135,-1 0 1,-1 0 0,-4-1 0,-3-2 379,0-2-601,-4 1 0,4 2 1,-7 0-1,1-5 1,0 1-786,0 0-112,0-5 0,-2 8 0,-2-4 285,-1 1 0,2-4 0,6 4 0,3 0 646,2 0 0,39-5 0,14 4 0</inkml:trace>
  <inkml:trace contextRef="#ctx0" brushRef="#br0" timeOffset="15">12228 8516 8108,'0'-10'2290,"0"1"-272,0 6-681,0-10-883,0 11 0,-2-4 846,-3 6-1049,-3 6 0,-1-3 0,1 7-176,2 1 1,-5 2-36,1 1 1,2 2 0,-1 1 0,-2 2-75,-2-2 1,4-1 0,-1-2 0,1 1-1385,1-1 931,-5-6 0,10 4-2437,-6-2 1272,5-4 1,0 5 1651,8-6 0,36-51 0,-13 15 0,0-1 0</inkml:trace>
  <inkml:trace contextRef="#ctx0" brushRef="#br0" timeOffset="16">12441 8416 6702,'-6'-8'-361,"4"2"934,-4 6 0,6-2 1361,0-2-1107,0 2 0,0-6 1066,0 3-866,0-3-786,0 1 0,0-1 1,1 5-14,4-2-158,-3 0 0,4 7 82,-6 2 0,0 4 0,0 6-299,0 1 140,0-1 0,0 2 1,0 1 41,0 2 0,0 0-6,0-5 0,-2 0 1,-1 1-1,-2-1-203,2 0 206,2-6 0,1 5 0,-2-5-27,-3-1-110,4 0 0,-5-9 0,6-3 1,0-4-567,0-4 495,0-7 0,0-1 1,1-4-73,4 1 1,-2 1 0,6-6 0,3 2-432,0 4 509,2 2 1,1 7 0,-1 0 187,0-1 1,5 6 100,0-1 1,-5 7-1,-4-1 1,1 4 129,1 4-158,-4-2 1,3 10 0,-6-2 0,-2 3 0,-1 1 658,-2 0-467,0 0 0,-7 0-162,-2 1 0,-4-1 0,-1-1 0,0-2 41,0-2-407,-1-6 0,1 8 128,0-6 0,5 0 1,1-4-197,1 4-778,3-3 1065,4 4 1,6-6 0,5 0-1,5 2 450,3 2-279,0-2 0,-5 4 0,0-4 188,0 3 1,-4-4-1,-2 5 622,-2 1-712,-1 1 0,-5 1 0,-2-1 134,-3-2 0,-2 5-330,-8-1 1,0-2-1,-3 0 1,-1-2-503,2-3 0,-1 3 1,1-1-1808,-2-2 678,0-1-353,11-2 0,4 0 929,8 0 1008,4 0 0,51-19 0,10-5 0</inkml:trace>
  <inkml:trace contextRef="#ctx0" brushRef="#br0" timeOffset="17">12839 8388 8141,'0'-8'190,"-2"-3"0,-1 4 1228,-1 0-594,-1 3 0,-1-7 645,-4 7-1220,-3-1 0,4 5 0,-1 0 1,-1 0 463,-1 0-683,4 6 1,-3 2-1,4 6 140,0 0 0,2 1-186,-5-1 1,7 0 0,-2 0-1,4 2-472,1 3 361,0-9 0,0 13 0,1-9 0,4 1-682,5-4 683,2 1 1,3-10 0,-1 3 0,0-4-1,0-1-249,0 0 400,7 0 1,-5 0 0,1-1 0,-4-4 0,-4-3 480,2 0-318,-4-4 1,5 4 151,-2-7 0,-4 6 404,-1-1-738,-4 7 140,-1-3 1,0 8 0,-1 2-1,-2 6 322,-2 2-228,0 3 1,0-1 0,-1 2 0,0 1 0,-1 2 448,4-2-724,-5-1 0,7-2 0,-6 1 0,3-1-890,-1 0 649,0 0-899,5-6-1835,0-2 2325,0-6 0,0-1 0,0-4 685,0-4 0,26-48 0,5-13 0</inkml:trace>
  <inkml:trace contextRef="#ctx0" brushRef="#br0" timeOffset="18">13152 8416 8107,'0'-8'1236,"0"0"403,0 4 7,0 2-286,-6-4-1052,4 6 0,-6 6 1,5 3-1,-2 4 1,2 1 640,1 1-942,2 5 1,-4-3 0,-1 6 129,2-3 1,0 4-139,-2-5 1,3 0 0,-2-5-1,2 0 125,2 0-207,-6 1 1,4-6 245,-3 1-245,-3-7 0,7 1 0,-4-8 1,4-7-1,1-5-580,0-3 351,0-6 1,0 1-1,1-8 1,4-1 0,4 2-1181,4 1 1242,1 1 0,5 2 1,2 4-300,1 4 1,-3 4 512,4 6 1,-4 3-1,4 6 183,-3 0 1,-3 6-1,-7 3 1,-5 4 955,-4 1-915,-1 0 0,-1 1 0,-6-1 0,-5 0 0,-6-1 850,1-4-986,-5-2 1,4-3 0,-4 1-1024,2-2 1,-4-1-243,5-2 1,0 0 1211,5 0 0,-32-7 0,-8 0 0</inkml:trace>
  <inkml:trace contextRef="#ctx0" brushRef="#br0" timeOffset="19">6455 9923 8072,'8'-14'560,"-1"0"1,-7 4-1,0 1 993,0-2-1350,0 4 1,0 3 0,0 8 0,0 7 0,0 5 0,0 5-1,0 1 1,0 3 1480,0 2-1581,0-5 1,0 5 0,0-5 0,0 0 0,0-1 239,0-1-286,0-4 1,0 5 0,-2-9 0,-1-1-934,-2-1 517,0-7 1,5 5-307,0-4 0,0-4 1,0 0-3028,0-7 3692,0 0 0,13-37 0,3-3 0</inkml:trace>
  <inkml:trace contextRef="#ctx0" brushRef="#br0" timeOffset="20">6669 9937 8103,'0'-14'281,"4"5"0,1-1 706,-2-1-152,-1 5 1,-1-2-135,4 3 0,-5 4 0,0-3-434,-8 8-176,2 3 1,-7 9-1,4 2-10,-4 1 0,4 1-112,-1-1 0,7-3 0,-3 4 0,1-1-179,0 0 167,0 0 0,5-5 0,0 1 1,0-1-1,0 0 24,0 0-116,7-6 1,1-1-1,7-7-36,4 0 1,-1 0-49,6 0 0,-7-7 1,3-2-1,-1-4-122,0-1 395,0 0 0,-4-5 1,-3 0-1,-1 1 1,-3 3 561,-2 0-309,-1 7 302,-5-4-285,0 10-140,-6 2 1,3 10 0,-5 7 173,1 2 1,-2 2-1,4-4 1,1 3 869,-3 3-1129,6-6 0,-6 4 0,6-7-80,-4 0 1,3 0 0,-2 0-115,2 1-491,2-1-1384,-6-6 1,4 0-1977,-3-4 3127,4-2 819,7-2 0,21-46 0,11-15 0</inkml:trace>
  <inkml:trace contextRef="#ctx0" brushRef="#br0" timeOffset="21">7010 9966 8103,'0'-8'394,"0"-5"1103,0 4-626,0 2 1,0-1 1236,0 4-1604,0 2 1,0 7 0,0 9 579,0 2-849,0 6 0,0-5 0,0 6 1,0-1-1,0-2 217,0 1-372,0-2 0,0 0 1,0 0-130,0-2 0,0-1 0,0-2-185,0 0-480,0-6 556,0 5 0,-2-12 0,-1 2 1,-2-6-104,2-6-87,2-4 1,-4-3 0,0-3 13,2-4 0,-3-10 0,1-5 0,2-2-883,1 2 999,2-3 0,0 10 0,2-6 4,2 3 1,4 7 0,5 8-57,-4 3 181,4 8 5,-5 2 0,6 6 1,-1 1 265,-4 4 0,2 3 0,-6 6 0,-2 2 475,-1 3-494,-2-3 0,-2 9 1,-2-6-52,-6-2 0,-7 4 0,-2-2 0,0-2 84,-2-1-743,5-8 1,-4 4 0,6-4-749,-1 0 1,3 5 1294,2-4 0,61-15 0,20-3 0</inkml:trace>
  <inkml:trace contextRef="#ctx0" brushRef="#br0" timeOffset="22">7209 10151 7481,'0'-15'198,"0"6"0,0-1 1409,0-1 1,0 7-237,0 4-1298,0 6 1,-2 7 0,-1-2 0,-3-2 0,-1 2-306,1 2 0,0 1-142,1 0 0,2 0 1,-5 1-891,2-1 556,1 0 142,5-6 566,0 5 0,13-18 0,2 3 0</inkml:trace>
  <inkml:trace contextRef="#ctx0" brushRef="#br0" timeOffset="23">7493 9951 8065,'7'-14'0,"-6"0"1,5 5 434,-6-1 1,2 5 734,3-4-854,-4 6 1,6-2-1,-9 8 1,-1 3 0,-2 4-1,0 4 240,-1 4 0,3 2 0,-5-3 1,2 4-31,3 1-436,-5-5 0,6 4 1,-3-5 35,4 3 0,1-3-172,0 3 1,0-8 0,0-2 0,0 2-133,0 2 0,1-5 0,4-4 0,6-2-303,7-2 331,-3 0 1,12-2 0,-5-4 0,2-7 0,0-4-191,1 0 293,-5 1 0,6-3 1,-9 0 12,-4 2 1,1-4 26,-5 2 0,-2 0 1,-2 5 93,-4 0-185,-1 6 1,-6 1 0,-4 7 0,-4 0-1,-3 0-514,-2 0 432,0 0 1,0 7 0,0 1-33,2 0 123,1 4 1,1-5 0,3 4-199,2-2 51,-2-6 284,10 10 1,-3-12 732,10 4-644,3-3 1,6-4-1,0-3 46,1-4 0,-1-4 0,0-1 0,0 0 66,1 0-250,-1-1 0,-5 1 1,-1 0 3,-2 0 1,-1 0 0,-5-1-33,0 1-287,-6 6 0,-2 2 0,-8 6-36,-3 0 0,3 2 0,-4 2 0,1 6-1666,0 2 1570,0 3 0,5 0 0,0 3 448,-1 1 0,1 6 0,13 10 0,2 9 0</inkml:trace>
  <inkml:trace contextRef="#ctx0" brushRef="#br0" timeOffset="24">7891 9880 8066,'0'-7'141,"2"-5"1,1 6-1,2-2 608,-2-3-212,-1 5 1,-2-2 0,-2 5 438,-3-2 0,2 0-515,-6 5-380,-1 7 3,-4-6 1,4 12-1,2-4 1,1 4-1,-1 1 140,-3 0-132,4 1 1,-1 4-55,4 0 0,2 1 197,-3-1-307,4-3-33,1 4 0,0-5 1,0-1-16,0 0 0,0 0-83,0 0 1,4-4 0,3-2 0,1-2-453,3-3 580,1-1 0,3-4 1,-1-2-1,0-6-126,0-3 159,1-1 0,-6-2 0,-1-1 25,-2-2 0,4 0 0,-6 5 333,0 0 195,-3-1-3,5 8-471,-4-6 44,4 18 265,-6-10 1,-4 18 0,-3-4 82,-1 4 0,5 6-210,-1 0 1,0 0 0,1-5-1,-2 0 151,2 0-653,2 0 0,-4 1 1,0-1-2047,2 0 1106,2 0-1765,1-6 2224,0-1 1,6-7 763,3 0 0,14-26 0,5-12 0,3-1 0,-1-1 0</inkml:trace>
  <inkml:trace contextRef="#ctx0" brushRef="#br0" timeOffset="25">8190 9866 8066,'-8'-8'2569,"2"2"-556,6 6-529,-7 0-1128,6 6 1,-6 2-1,7 8 1,-1 1-1,-2 2 859,-2-1-1122,0 4 1,5-2-1,-1 6 1,-3-4 0,0-2-63,1-2-104,1-3 0,2 0 1,-2-1-299,-2 0 799,2-6-590,-4-2 0,1-12 0,0-5 0,2-6-1183,2-7 1038,1-3 0,0-8-125,0-3 74,0 4 1,6-7-26,3 3 0,4 3 1,1 2-1,0 4-859,1 6 1195,-1 2 1,5 12 0,0 1 0,-2 1 0,-1 6-47,-2 4 171,0 5 1,-4 6 239,-1 0-286,-6 7 0,4-5 187,-7 3 1,-2 1 0,-3-1-1,-4-2 219,-4-1-644,-1-2 1,0 1-1,0-3 1,-2-1 0,-1-1-1246,-2 1 1451,0 1 0,-27-4 0,-8-1 0</inkml:trace>
  <inkml:trace contextRef="#ctx0" brushRef="#br0" timeOffset="26">12029 13022 8118,'0'-22'454,"-7"2"1,6 5 0,-6 3 0,3 1 2005,-1 1-2236,0 7 1,5-2 0,0 10 0,0 5 0,0 2 414,0 2 1,5 5-464,0 0 1,1 2 0,-3-4 0,2 2 0,-2-1 0,-1-3 573,-2 0-700,6-1 1,-4 0-1,2 0 65,-2 0 642,-2-6-810,0-1 1,-5-23 0,0-5-698,2-2 673,2-9 1,1 2 0,0-3-33,0 3 0,0 8 0,0 1 0,0 2-191,0 0-534,0 7 215,0-1 1,-2 13 184,-3 0 1,4 8 0,-4 9 0,3 4-1995,2 1 2001,0 2 1,0-1-1,0-1 427,0-1 0,19 11 0,5-2 0</inkml:trace>
  <inkml:trace contextRef="#ctx0" brushRef="#br0" timeOffset="27">12427 12795 8134,'0'-10'94,"-2"2"0,-1 1 651,-2-1 0,-1 4 0,1 0 1007,-4 2-1302,2 2 1,-5 2 0,2 2 59,-2 6 1,-3 4-332,1 5 0,0 2 0,1 4 0,2-1 42,2 1 1,4 0-1,-3 0 1,2-1 310,3 1-622,1-4 1,2 1 0,0-5 10,0 2 1,2-4-91,2-6 1,1-6 0,8 2 0,3-3-45,-1-2 1,6-2 0,-1-3-1,1-4-87,0-4 226,-2-1 0,-5 0 0,-2-2-18,-2-3 1,1 3-1,-6-3 1,-1 3-120,3 2 172,-6 0 0,6 4 37,-7 1 1,-7 1 241,-2-1-263,-4 9 1,4 8 0,-1 7 388,-1 4 0,5 2 0,1 4 0,2-1 1224,-2 1-1333,4-4 0,-6 5 0,7-3 57,0-1 0,0 3-357,0-6 0,0 0 0,0-5-1788,0 0 230,0-6 309,0 5 271,7-18 1,-4 3-1,6-12-88,2 0 0,7-2 1109,1-3 0,7-13 0,5-8 0,-1-6 0,1 0 0</inkml:trace>
  <inkml:trace contextRef="#ctx0" brushRef="#br0" timeOffset="28">12654 12923 8134,'0'-8'0,"0"0"0,0 3 3564,0-3-1528,0 0-1400,0 2 0,0 8 97,0 2 0,0 4-412,0 7 0,5 3 0,0 1 0,-2 0 521,-2 2-737,-1-5 1,2 9-1,1-6 1,2-2 0,-2-1-181,-1-2 119,-2 1 0,0-1-324,0 0 64,0 0 5,0-6 230,0-8 1,-2-9 0,-1-10 0,-2-5 0,2-3-2967,1-1 2375,2-1 0,0-6 0,2-2 126,3-4 1,-2 4-1,6 4 1,2 5 39,2 4 315,1 3 1,1 9 43,-1 2 1,0 4 0,-1 9-1,-4 5 124,-4 6 326,-4 4 1,-1 1 0,0 1 48,0 2 1,-4-4-369,-1 0 0,-6-2 0,3-1 0,-2-1-423,1 0-217,0-6 1,-6 3 0,3-5 0,1 1 0,3 0-1822,1 1 2377,-4-5 0,16 10 0,-3-5 0</inkml:trace>
  <inkml:trace contextRef="#ctx0" brushRef="#br0" timeOffset="29">12953 13079 8123,'-7'-8'491,"6"-4"1,-12 8 2051,4-5-1376,2 6 0,-4-5 1,5 5 1058,-2-2-1956,5 0 1,-3 7 0,6 3 12,0 4 0,-2 4-262,-3 1 1,4 0-1,-4 0 1,3 1-468,2-1 1,-4 0 0,-1 0 0,0 0-732,-1 1-956,4-1 0,-4-5 357,6 1 0,2-2 1776,2 1 0,42-40 0,16-17 0</inkml:trace>
  <inkml:trace contextRef="#ctx0" brushRef="#br0" timeOffset="30">13138 12894 8122,'-5'-9'530,"-1"-1"827,-2-1 0,0-1 727,-2-3-450,4 8-1156,6 0 0,0 9-329,0 3 1,0 2 0,0 8-1,0-1 133,0 0 0,2 2 1,1 1-1,1 2 305,0-1-664,-3 4 0,4-7 0,0 4-59,-2-3 0,3-2 0,0 1 0,2-3-489,3-2 334,-4 2 1,5-10-1,-2 3 43,3-4 1,1-2 0,0-4-1,0-4-325,0-4 504,1-1 1,-3-5 0,-2 0 131,-6 1 1,3 3 0,-2 0-1,-2 1 238,-2 0-344,-1 0 1,-6 6-1,-4 3-64,-2 4 1,-2 1-1,-2 0 1,-2 0-206,-1 0 185,1 6 1,8 0-1,1 5-94,-3-1 1,5-2-1,-1 3-324,1-2 345,3-6 1,5 8 176,4-6 0,3 0 0,6-7 0,2-3 305,3-4-229,-3-4 0,6-2 1,-5-3-31,2-1 0,0-6 0,-6 3 0,-2-2 320,-2 0-272,-6 1 1,4 1 0,-7 3 121,0 3 0,-2 2 0,-3 1 0,-4 4-473,-4 4 231,-1 3 1,-5 4-1,0 3-165,2 4 0,1 5 0,0 4 0,-1 2-301,-2 2 454,6-4 1,2 7 0,6-6-688,2-2 1,2 4-543,1-2 0,1 0 1290,4-5 0,47-19 0,18-4 0</inkml:trace>
  <inkml:trace contextRef="#ctx0" brushRef="#br0" timeOffset="31">13578 12781 8122,'-8'-21'1155,"-4"12"-224,4-10-229,0 11 296,-5-7 0,10 8 47,-6 2 1,4 5-771,-4 5 1,4 4 0,-3 8-1,0 4 679,0 1-886,5-5 1,-8 10 0,6-5 0,2 1 0,1-5 119,2-2-201,0-1 1,0-1 0,2 0-204,3 0 1,3-6 0,6-3 0,0-4-1284,0-1 1219,7 0 0,-5-1 0,4-4-148,1-4 1,-5-2 346,2 1 0,-2-3 0,-2 4-23,1-4-48,-7 5 573,4 2-132,-10 12 0,3 2 1,-9 8 307,0 3 1,-6-2-343,5 7 1,-4-7 0,3 2-1,-1-3-494,1-2-105,1 1 1,4-3 0,-2-1-887,-2-1 9,0-7-699,5 3 1,0-12 1919,0-3 0,6-48 0,2-13 0</inkml:trace>
  <inkml:trace contextRef="#ctx0" brushRef="#br0" timeOffset="32">13806 12709 8122,'-8'-6'445,"-5"3"481,4-6 1,1 4 903,-2-5-830,7 7-620,-3-3 0,6 12 1,0 4-1,0 4 405,0 5 0,0-2-215,0 7 1,0 0-336,0 4 1,0 0 0,0-1 0,0-1 330,0-3-547,0 1 0,0 0 0,0-2 0,0-2-185,0-2 406,0-9-287,0 4 0,0-20 1,0 0-929,0-9 731,-6-10 0,4 4 1,-3-6-97,4 0 1,1-6 0,0 0 0,1-1-727,4 0 564,3-4 0,6 10 0,0 1-108,1 7 0,4 5 474,0 2 0,4 6 0,-2 4 1,-1 2 226,1 2 69,-2 6 0,-11 2 1,-2 8-1,-1 1 1,0 2 441,-2-1-457,-8-3 0,-5 0 1,-7-1 461,-2 0 0,-6-4-728,1-1 1,2-4-1,0 3 1,0-2-3091,0-3 2328,4 5 1,3-6 882,5 2 0,7-2 0,-3-2 0</inkml:trace>
  <inkml:trace contextRef="#ctx0" brushRef="#br0" timeOffset="33">14488 10151 8147,'2'-13'180,"1"2"1,2 1 0,0 1 0,-1-1 1969,1 1-1535,0 6 0,-1-5 515,1 3-594,0 4-365,-5 1 0,0 9 0,0 8 0,0 4 937,0 1-1002,0 2 0,0-1 0,0 1 0,0 0 0,0 0 96,0-1-323,0-5 1,0 2-1,0-6-327,0 1 385,0-1-107,0-6 1,0-4 0,0-8-1,0-6-628,0-2 382,0-3 0,0-4 1,-2-1-453,-2-2 1,2 3 384,-3-5 0,4 7 0,-1-2 1,-1 3-875,-2 2 173,1 6 1184,4-5 0,25 50 0,6 4 0</inkml:trace>
  <inkml:trace contextRef="#ctx0" brushRef="#br0" timeOffset="34">14872 10094 8146,'0'-15'425,"0"1"1,0 0 0,-1 0 986,-4 0-632,3 6 0,-6-3 389,4 6-1082,-4 6 1,-2 7 0,1 8 0,-2 2 0,-2 2 350,-1 2-387,0 2 0,4 4 0,2-1-114,2-3 1,-4 1 1,6-6 1,-1 2-1,5-4-150,0 2 188,6 0 1,2-11-1,6-3 1,1-4-1,0-2-123,4-4 85,-3-3 0,6-2 1,-4 1-59,1-2 0,0-2 121,-5-1 1,-5 1-1,-1 2 1,0 2 67,0-2-80,-5 4 0,4 0-375,-7 2 269,0 3 0,-2-4 0,-1 8 208,-2 2 1,-4 4 22,4 6 1,-5 2 0,4 2 0,0 1 205,-1-2-238,-4 5 1,8-6 0,-5 3-1,2-2 1,1-1-383,-1-2 232,4 4 1,-4-11-1,4 6-227,-2-3-1525,2-4-858,-4 0 2218,6-4 1,6 2 0,4-7 458,2-1 0,21-45 0,5-7 0</inkml:trace>
  <inkml:trace contextRef="#ctx0" brushRef="#br0" timeOffset="35">15128 10165 8064,'0'-8'755,"-1"2"0,-3 4 2081,0-3-1689,-1 4-822,5-6 0,0 9 0,0 3 0,0 4 898,0 4-1019,0 1 1,0 0 0,0 0 0,0 1 0,0 0 506,0 4-657,0-3 1,0 5-1,0-7-91,0 0 0,0 2 5,0 3 1,0-3-1,0 3-199,0-4-309,0 0 0,1-1 70,4 0 426,3-6 1,6-2 0,1-7-44,-1-4 214,0-3-143,0-6 0,0-2 0,1-1 0,-1-2 75,0 1-36,-6 3 1,3 5 314,-6 1-281,6-1 1,-10 1-15,4-1 0,-3 5-213,-2-4 1,-2 6 0,-3-2-216,-4 3 333,3-4 0,-7 5 0,3-4 0,-2 3 0,-2 2-230,-1 0 199,1-6 0,0 4 1,0-2 88,0 2 1,1 0 0,2-1 73,1-1-18,7-1-479,-9 5-132,10 0 460,-4 0 0,6 1-443,0 4 406,0-3 309,0 4 605,0-6-553,6 0-221,-4 0 1,5 0-425,-2 0-644,-3 0 121,4 0-1137,-6 0 1458,0 0 0,6 6 1,2 2-1</inkml:trace>
  <inkml:trace contextRef="#ctx0" brushRef="#br0" timeOffset="36">15185 10179 8144,'0'-14'482,"-2"1"0,-1 2 0,-1 2 1334,0-2-1145,3 4 0,1 4 349,0 13-811,0-1 0,0 13 1,0-3-1,0 5 1,0 3 605,0 1-746,0 0 0,0-4 0,0-2 0,0 0 0,0-1 240,0-1-297,0 6 1,0-10 0,0 2-77,0-2 1,0-1-247,0-1 161,0-6 220,0-2 1,0-8 0,0-2 0,-2-6-527,-3-2 314,4-3 1,-7-5 0,5-4-345,-2-3 1,0-1 182,5-1 1,0-5 0,0-4-1,2-2-672,3 2 766,-4-3 0,12 16 1,-2-2-1,5 3 0,3 5-550,-2 4 829,5 4 0,-6 11 0,3 1-61,-3 4 1,-2 4 186,0 10 0,-6-1 0,-3 4 0,-4 0 338,-1 0-341,0-5 0,-6 4 0,-3-7 1,-4 0-1,-1 1 816,0-1-985,-7 0 1,5-4 0,-3-3-406,3 0 1,2-3-1,0-4-2204,0 0 963,0 0 1621,6 0 0,39-6 0,17-2 0</inkml:trace>
  <inkml:trace contextRef="#ctx0" brushRef="#br0" timeOffset="37">15469 10421 8144,'0'-8'2001,"0"0"-142,0 3 10,0 4-56,0-6-1722,-6 7 0,4 2 1,-4 1 157,0 2 0,3 6-246,-7-2 1,2 5 0,-3 4 0,3 1-1080,2-2 485,-5-1 1,5-2 0,-4 0 0,5 1-4376,4-1 3647,1 0 1319,0-6 0,50-33 0,14-15 0</inkml:trace>
  <inkml:trace contextRef="#ctx0" brushRef="#br0" timeOffset="38">15725 10264 8150,'-8'-14'143,"2"6"0,4-4 1384,-2 2 0,2 2 433,-3-1-914,4 5-52,1-2-709,0 19 1,0-4-1,0 10 1,0-3 22,0-2 1,0 2-1,-2 1 1,-1 2 312,-2-1-663,1 4 0,4-6 0,0 3 0,0-2-186,0 2-183,0-3 0,0 4 162,0-5 1,6-3 16,3-2 0,-1-4 0,2-6 0,1-2-224,1-2 439,3 2 1,-1-11 0,0 4 0,0-5 0,-1-4 187,-4-1-128,4-6 0,-7 8 0,4-5-79,-5 1 1,-4 2 0,-1 5-1,-1 0-595,-4-1 480,-3 8 1,-6 0-1,0 7-121,-1 0 0,1 0 1,-2 0-1,-1 2-387,-2 3 528,0 2 0,10 6 1,-1-2-151,-1-1 1,5-1-130,1 5 880,3 1-370,2-8 1,7 0 0,2-7 0,4 0 177,1 0-193,0-7 0,0 0 0,1-8 63,-1 1 1,0 0 0,-1 0-1,-4-2 9,-4-3-95,3 3 0,-7-4 0,4 4 1,-3-3 0,-4 8 0,-3-3 0,-4 3-346,-4 3 254,-1-5 1,-2 11 0,-1-2-232,-2 2 1,-2 4 0,4 2-1,0 6-447,4 3-17,-1 1 0,8 0 0,-4 2-182,5 3 0,4-3-613,1 2 1519,6-2 0,27 5 0,13 1 0</inkml:trace>
  <inkml:trace contextRef="#ctx0" brushRef="#br0" timeOffset="39">16138 10151 8150,'0'-15'1249,"-2"1"-321,-3 0-589,4 6 0,-7-3 0,5 5 1,-4-1 1158,-1 1-1255,-1 1 0,-1 5 0,1 0 0,-2 2 41,-2 3-238,5 2 1,-4 8 0,4-1-78,0 0 0,-3 5 73,6 0 1,-1 5-1,3-4 1,-2 1-122,2-1 0,1-1 1,2-3-1,0 1-237,0 2 307,6 0 0,-2-6 0,4-2-7,-2-1 0,5-7 95,-2 1 0,4-2 0,1-2 0,0 0 92,1 0-112,-1 0 1,0-5 0,-1-1-1,-2-2 156,-2-3 20,1-2 0,-2-1 53,-4 0 1,3 4-297,-3 1-72,1 6 1,-6-4 139,-4 7 1,2 5-1,-5 2 1,0 0 268,0 4-303,5 2 1,-5 6 0,5 0 14,-2-2 1,-4-1 0,4-2 0,2 1-273,1-1-177,2 0 1,0 0-1107,0 1 1,0-6-450,0 0 1343,0-5 0,6 2 1,4-6 619,3 0 0,26-19 0,7-5 0</inkml:trace>
  <inkml:trace contextRef="#ctx0" brushRef="#br0" timeOffset="40">16450 10165 8224,'-6'-8'1145,"4"0"338,-2 3-812,2 4 1,2-4-1,-1 10 1,-3 4 1843,0 4-2154,-1 1 1,5 5 0,-2 1 247,-2 3 1,2-1-317,-3 1 0,-1 4 0,1-5 0,0 2-263,-1 0 1,5-7 0,-4 2 0,2-5-667,-2-4 598,3 2-251,-4-10 1,6 3-261,0-10 455,0-3 0,0-8 1,0-3-308,0-4 1,0-4-1,0-3 1,3-2-1009,7-1 888,-1-6 1,13 4-1,-3-3 227,5 5 0,-2 4 0,2 6 0,1 5-316,2 7 710,1-2 1,-6 13 0,-3 0-165,-3 8 0,-8 7 0,-3 2 0,-4 2 902,-1-2-552,0 5 1,-6-6-1,-3 3 86,-4-3 1,-6-2 0,-2-1 0,1-2-55,-1-2-382,2-5 1,0 7 0,1-7-657,0-1 1,2-1 0,2-2 0,0 0 719,0 0 0,6-6 0,1-2 0</inkml:trace>
  <inkml:trace contextRef="#ctx0" brushRef="#br0" timeOffset="41">2432 15112 8227,'-8'0'3840,"1"0"-3488,7 0-245,0 0 10,7 0-51,1 0 1,7 0 0,3 0 0,2 0-1,2 0 361,4 0-347,7 0 0,2 0 0,4-2 0,-1-1 1,2-1 172,1 0-239,1 3 0,1 1 0,-2-2 0,-3-1 0,-3-2 23,-1 2-86,-4 2 1,10 1-1,-7-2 1,-1-1-1,-2-2 64,-2 2 5,7 1 0,-5 1 0,3-2 2,-3-2 0,-1 0 1,1 5-1,0 0 38,-2 0-55,4 0 0,-15 0 0,7 0-14,1 0 1,0 0-1,1 0 1,-4 0 20,-2 0-55,5 0 1,-2 0 0,5 0 45,0 0 1,1 0 0,-1 0 0,1 0 276,-1 0-261,7 0 0,-5 0 0,5 0 23,0 0 0,-5 0 0,4 0 0,-1 0 57,1 0-76,-1 0 0,-3 0 1,1-1-25,3-4 0,0 3 0,-2-2 1,1 2-24,-1 2 34,4 0 0,-4 0 0,6 0-44,1 0 1,-3 0 0,2 0-1,2 0-33,1 0 131,2 0 1,-2 0 0,-2 0-119,-1 0 0,-6 0 0,2 0 1,0 0-234,-1 0 223,0 0 0,0 0 0,2 0 73,1 0 1,0 0 0,4 0 0,-2 0 356,1 0-371,2 0 0,-3 0 1,-1 0 27,-3 0 1,1 0-1,-3 0 1,1-2 90,-1-2-100,-2 2 0,-2-4 0,0 6-4,1 0 1,-4-2 0,2-1 0,3-2-38,0 2 5,0 2 1,-2 1 0,3 0 3,2 0 1,-3-5 0,4 0-1,0 2-5,-1 1-21,0 2 1,0 0-1,0 0-6,-1 0 1,-2 0-1,-2 0 1,1 0 63,-1 0-19,1 0 0,-1 0 0,1 0 7,-1 0 1,0 0 0,1 0 0,1 0 24,3 0-30,-3 0 1,5 0 0,-5 0 37,3 0 1,-3 0 0,3 0-1,-3 0 101,-1 0-84,5-6 1,-2 4-1,4-2-10,-1 2 0,5 2 1,-4 0-1,3 0 58,4 0-125,-3 0 0,9 0 1,-7 0 26,1 0 0,-1 0 0,0 0 0,-5 0-47,-3 0 51,-4 0 0,-8-5 0,-2 1-13,1 0 157,-12 3-159,4 1-382,-13 0-1487,-13 0 1374,4 0 1,-12 0-1,6 1-866,-4 4 1370,-10-3 0,-25-2 0,-21 1 0,-3-2 0,14-1 0,0 0 0,0 0 0,0 0 0</inkml:trace>
  <inkml:trace contextRef="#ctx0" brushRef="#br0" timeOffset="42">2361 15183 8120,'0'-8'811,"0"0"0,0 4 632,0-6-1071,0 4 0,0-7 0,0 4 566,0-4-481,0 5 289,0 2-357,0 6 0,0 1 508,0 4-760,0 3 1,0 6 0,0 0 0,0 1 0,0-1 572,0 0-628,0 7 1,0-4 0,0 5-1,0 0 1,0 0 173,0 4-176,0 1 1,0 1-1,0 0-4,0 1 1,0-1 0,-2 1 0,-1-1 32,-2 1-116,0-1 1,5 4 0,0-2 84,0-4 1,0 0 0,0 2-1,0 1 168,0-1-235,0 0 1,0-4-1,0 0-90,0 1 1,0-3 83,0 2 0,0-2 1,0 2-1,0-4 29,0 1-77,7-5 0,-6 4 0,4-6 0,-3 2 256,-2 3-214,6-3 0,-5 4 0,4-5-9,-3-1 0,3 0 0,-1 0 46,-1 1-54,-1-1 0,0-5 0,1 1-11,1 1 1,1 1 0,-5 3 1,0-1-68,0 0 1,0 0-1,0 0 32,0 1 1,0-1 0,0 0-160,0 0 202,0 1 1,0-1 0,0 0-5,0 0 0,2 0 96,3 1 0,-4-1 0,4 0 76,-4 0-23,-1 0 0,0 1 0,2-1 60,3 0-211,-4 0 1,6 1-8,-7-1 0,0-5-23,0 1 1,0-6 0,0 6-1,0 1 1,0 2 0,0 1-92,0 0 106,0 0 1,0 1 0,0-1-150,0 0 1,-2 0 246,-3 0 0,4 1 0,-4-1 0,3 0 177,2 0-227,0 0 0,-4 1 0,-1-1 0,2 0 1,1 0 36,2 1 103,0-1 1,-5 0 0,1 0-49,1 0 1,1 1-84,2-1 1,-5 0 0,1 0 0,0 0 14,3 1 1,-1-1 0,-1 0 0,-2 0 132,2 1-64,2 5 1,1-4-1,0 3-109,0-3 0,0 3-47,0 0 1,0 0 0,0-4 0,0 3 294,0 1-259,0 0 0,0-5 1,0 0-1,0 0 1,1 0-43,4 1 62,-4-1 0,6 0 0,-7 0-52,0 1 1,1-6 0,3 1-819,0 1 107,1-5-1918,-5 7 852,0-12 834,6-1 1,-3-3-1,7-7 194,1-1 1,-3-1 0,0-2 800,-2-1 0,5-49 0,-3-14 0</inkml:trace>
  <inkml:trace contextRef="#ctx0" brushRef="#br0" timeOffset="43">2460 16036 7033,'-8'-8'2451,"-3"0"-649,6 4-1335,1 2 1,5-4-1,4 6 1043,4 0-1406,10 0 0,-1 0 1,4 0-1,0 0 0,0 0 310,3 0-352,9 0 1,-3-2 0,7-1 0,2-2 0,1 2 134,1 1-120,7 2 0,0-1 0,5-2-3,-2-2 1,0 0 0,7 5 0,1-1-165,1-4 125,1 3 0,-7-4 0,-1 6-106,-2 0 0,-3 0 32,-2 0 1,1 0-1,-12 0 1,2 0 84,0 0-3,0 0 0,0 0 0,0 0 0,1 0 0,2 0 131,2 0-103,6 0 1,-5-2 0,4-1-49,-4-1 1,-2-3-34,1 3 1,4 2-1,-1-4 1,-1 1-114,-1 0 64,-5 0 1,12 4-1,-4-2 1,5-2 0,4 0-13,1-1 89,-7 4 1,5-4 0,-3 4 0,2-1 0,0-2 140,-2 2-107,-6-5 1,8 7-1,-9-4 1,-2 4 0,-5 1-62,-3 0-71,4-7 0,-7 6 0,4-4 65,-1 3 0,3 2 0,-3 0 0,2-1-59,8-4 107,-9 3 1,15-4 0,-12 6 3,1 0 1,1 0-1,3 0 1,-1-1 115,-7-4-146,-5 3 0,-2-4 0,1 6 3,3 0 1,-8 0 5,4 0 1,-4 0-1,4 0 1,-1-2 16,0-2-15,7 2 0,-5-4 1,5 6-1,-2 0 1,2 0-1,1 0-27,-4 0 1,3 0 0,-7 0 0,0 0 0,1 0-132,-1 0 143,1 0 1,-6 0 0,1 0-1,1 0 1,2-2-20,2-3 16,-1 4 0,1-6 0,-1 7 12,0 0 1,1 0 6,-1 0 0,1 0 1,-1 0-1,1 0 37,-1 0-56,0 0 1,4-1 0,-2-2 0,-3-2 0,-2 2 1,-3 1-3,-1 2 1,-7 0-5,0 0-753,-6 0-3,-2 0-1581,-6 0 1287,-6 0 1055,5 0 0,-25 0 0,3 0 0</inkml:trace>
  <inkml:trace contextRef="#ctx0" brushRef="#br0" timeOffset="44">7365 15069 8094,'0'-7'330,"0"-1"0,0 3 307,0-5 0,0-2 0,0-2 56,0-1-600,0 7 1,0-4-1,2 4 1,1-2-1,3 3-7,2 0-106,-5 2 0,10 1 1,-4-1-1,4 2-6,1 1 70,1 2 1,-4 0 0,1 0 0,4 0 0,0 0 181,0 0-206,-2 0 1,0 0 0,0 0 20,0 0 1,1 0 0,-1 0-115,0 0 163,-6 0 666,5 0-329,-12 0-303,6 0 86,-7 0-860,0 0 625,6 0 293,-5 0 0,6 2 1,-7 3 462,0 4-617,0 4 1,1 1 0,3 0-1,0 0 1,-1 1 449,-1-1-446,-2 0 0,0 5 1,0 1 152,0 3 0,0-1-139,0 1 1,0 4-1,0-3 1,-2 3 49,-2 1 1,2-4-1,-3 0 1,4-1-22,1-1-121,0 5 1,0-6 0,0 4 0,-2-1 0,-1-1 329,-2 0-442,1 3 0,4-5 0,0 4 137,0-1-12,0-7 1,0 10 0,0-3-1,0 1 1,0 0 431,0-1-476,0 0 1,0 3 0,0-1 0,0 0 0,0 1 261,0-2-228,0-6 1,0 8-1,0-4 6,0 4 1,0-3 0,0-2-1,0 0 34,0 0-128,0-4 0,-5 7 0,-1-5-53,-2 3 0,4-4 88,0 4 1,-3-4-1,3 5 1,-1 0 44,-1-2-39,4 5 0,-4-10 0,6 7 1,-2-1-1,-1-1-16,-2-3-65,0 3 0,5-4 0,0 4-22,0-1 0,0-1 73,0-1 1,0-2 0,0 6 0,0-1-65,0 0 1,0-5 0,0 2-1,0-2-115,0 2 263,0-3 0,0 9 1,0-6-1,0 0 1,0 0 325,0 0-306,0 7 0,5-6 1,0 5 1,-2-1 0,-1-5 14,-2 5 1,1-2 0,2 3-1,2-1-61,-2 1 1,-1-3-1,-2 2 1,0 0-44,0-2 57,0 5 1,0-10 0,0 7 0,0 1 0,0 0 139,0-1-158,0 3 0,0-7 0,0 6-2,0-3 1,0 1-1,0 3 1,0-4-447,0-4 424,0 4 0,0-6 0,0 5-110,0-1 1,0-3 0,0-3 73,0-1 41,0 0 0,2 0 0,1 1-13,1-1 0,1-5 1,-3 1-17,2 1-301,-2-5 0,4 2-862,-6-3 186,7-4 295,-6 6 0,6-9-1552,-7-3 0,0-3 2261,0-6 0,25-51 0,-9 27 0,-1-1 0</inkml:trace>
  <inkml:trace contextRef="#ctx0" brushRef="#br0" timeOffset="45">6782 15837 8030,'-8'-8'187,"2"-4"1273,6 2-1240,0 4 0,2-1 0,2 7 1,6 0-1,4 2 0,5 1 1,5 2 275,3-2 1,4-1-1,6-2 1,7 0 113,5 0-539,3 0 1,5 0 0,1 0 0,4 0 0,3 0 401,-1 0-372,0-7 1,-9 4-1,-3-6 1,-6-1 0,-8 1-169,-10-1-36,-6 7-112,-14-3 0,-3 1 1,-10 0-1040,-4 2 863,2 2 0,-5 1 0,2 0-1355,-2 0 1,-11 0 1745,-5 0 0,-43 0 0,-19 0 0,23 0 0,0 0 0,0 0 0</inkml:trace>
  <inkml:trace contextRef="#ctx0" brushRef="#br0" timeOffset="46">4891 15055 8007,'8'0'108,"3"-1"1,-4-3 211,1 0 678,-5-1 257,3-1-856,-6 4 0,0-3-20,0 10 1,0 3 0,0 6 319,0 0-522,0 1 1,0-1 0,0 0 0,0 0 0,0 0 690,0 1-726,0 5 0,-5 1 0,1 4-71,0-1 0,3-1 55,1 6 1,0 4 0,0 0 0,0 0 229,0 2-408,0 1 1,0 2 0,0 0 0,0 0 0,0 0 159,0 0 49,6 0 0,-4 0 1,4 0 45,0 1 0,-3 1 0,5-1 0,-1-2 182,-4-3-314,5-1 1,-7 1 0,4-1 86,-3-2 1,2-1 0,1-3 0,0-1 267,1-3-413,-4 1 0,6-2 0,-5-1-19,2-1 0,1-3 1,-3 6-1,2-1-18,-2 0 64,-1-5 1,-1 5-1,2-3-78,2 5 1,0-2 41,-5 2 1,0-5 0,0 4-1,0 3 15,0 1-29,0-5 1,0 5 0,0-5-1,0 1 1,0 1-63,0 1 164,0-4 1,0 4 0,-2-4-62,-3 1 1,4 0 3,-4 2 1,4 1-1,1-5 1,0 1 316,0-1-339,0 6 0,-2-9 0,-1 5 0,-2-1 0,2-4-78,1-1 10,2-2 1,0 0 0,0 1-111,0-1 1,0 0 175,0 0 0,0 5 1,0 0-1,0-1-48,0-3 44,0 6 1,0-4 0,0 5 0,0 0 0,0-1-88,0 0 41,0 4 1,5-8 0,0 5-1,-2-1 1,-1-4-4,-2-1 66,6-2 0,-5 0 1,4 1-1,-3-1 1,-1 0 85,4 0 48,-3 0 0,4-4 0,-6-1-31,0 3 0,0-5 52,0 3 1,0-5-42,0 4-510,0-6 342,0 4-470,0-7 0,0-2 1,0-3-1499,0-4 239,6-4 0,-4-1 0,4-2 1759,0-3 0,-16-35 0,-10-15 0,4-8 0,-1-1 0</inkml:trace>
  <inkml:trace contextRef="#ctx0" brushRef="#br0" timeOffset="47">2673 15467 7938,'-8'-6'-18,"-4"5"0,9-12 1,-7 3 2427,-1-2-1066,5 4-345,0 2-781,6 6 0,0 1 1,0 4-1,0 4 120,0 4 1,0 3 0,0 1 0,1 2 211,4-1-480,-4 4 0,6-5 1,-7 5-1,0-1 0,0-2 170,0 1-322,0-4 1,1 4 0,2-5-550,2-1 1,0 0-1,-5 0-2246,0 1 2080,0-1 0,2-6-1620,2-4 1959,-2-2 0,6-4 458,-4-2 0,-8-42 0,2-16 0</inkml:trace>
  <inkml:trace contextRef="#ctx0" brushRef="#br0" timeOffset="48">2673 15553 7938,'0'-14'323,"0"6"1,-6-5-1,-2 4 350,0-4 154,-4 5 1,4-5 536,-6 4-1212,6-4 0,1 4 1,9 1-1,3 2 25,4 2-116,4 3 1,6-4-1,1 0 150,2 2 0,-4 2-158,1 1 0,1 0 1,-1 0-1,-1 0-147,-3 0-9,-7 0 1,5 6 0,-5 3 0,0 4 77,-4 1 36,-2 0 0,-8-4 0,-4-1-12,-2 2 1,-3 2-130,1 1 0,-2-1 0,-1-2 1,-4-1-1113,-1 1 717,5-5 1,-4 5 0,9-5 0,1 1-2577,1-1 3101,7-1 0,16-18 0,10-3 0</inkml:trace>
  <inkml:trace contextRef="#ctx0" brushRef="#br0" timeOffset="49">2929 15482 7970,'-8'-15'588,"-3"6"1581,7 0-1593,-1-1 0,3 2 0,-1 2 492,-2-1-967,1 6 1,5-5 0,2 7 0,2 4 0,0 4 578,1 4-514,-4 1 1,4 2 0,-4 1 0,1 4 0,2-1 323,-2 1-421,-2 4 0,-1-7 0,0 4-268,0-2 0,0 1 0,0-4 0,0 2-981,0-1-286,0-3 1,0 0 546,0-1 1,5-5-134,0 1 1,1-7-398,-1 2 1449,-4-10 0,6-3 0,-7-6 0,-7-64 0,3 32 0,1-1 0</inkml:trace>
  <inkml:trace contextRef="#ctx0" brushRef="#br0" timeOffset="50">2944 15567 7970,'0'-14'142,"0"0"364,0-1-303,0 1 1,0 0 0,0 0 814,0-1-661,0 1 0,0 0 1,1 0 236,4 0-499,-4 6 0,12-3 1,-3 4 262,2-1-476,2 5 0,1-3 145,-1 6 1,-2 6-64,-2 4 0,-4-2 0,-4 1 1,1 2-115,2 2 159,-1 1 0,-10 0 0,-3 0 0,-4 1 0,-1-1-410,0 0 303,6 0 1,-5-4 0,4-1-80,-4 2 1,3 0 0,3 0 0,0-1-141,4 1 308,2-5 1,1 7 294,0-4 1,1 2 68,4-1 1,3 1 0,6-6 0,0-1 552,0 3-740,1-6 0,-6 10 0,1-6 0,1 0 442,1 1-1040,2-4 1,-4 4 0,-2-4-43,-2 2 0,5-2 1,-1 3-2470,2-4 2130,3-1 1,-6 0 810,1 0 0,18-38 0,10-9 0</inkml:trace>
  <inkml:trace contextRef="#ctx0" brushRef="#br0" timeOffset="51">3242 15510 7970,'-6'-8'778,"4"2"2112,-10 0-811,4-2-810,0 0-1156,1 1 1,7 9 614,0 3-490,0 3 0,2 6 1,1 0-1,2 2 0,0 1 695,1 2-868,-4 7 0,9-9 0,-7 5 0,1-1 0,0-3-256,0 3-197,6-5 1,-8 4 0,6-5-295,2-1 1,-3-6 170,2-4 1,-1 3 0,5-3 0,1 0-1858,-1-3 1931,0-1 1,0-6 0,0-4 0,1-2 0,-1-2-1519,0-1 1146,0 1 809,-6 0 0,-33-26 0,-15-5 0</inkml:trace>
  <inkml:trace contextRef="#ctx0" brushRef="#br0" timeOffset="52">3313 15624 7970,'-22'8'142,"2"-2"1,5-6 938,1 0-143,0 0 0,4 0 1386,1 0-2232,6 0 1,-2 0 0,8-2-1,3-1 1,4-3-202,6-2-5,-2 5 0,11-8 0,-4 5-145,1-2 1,-5 3-381,2-5 0,-3 7 0,-2-3 1,0 1-2160,1 1 2211,-1-1 1,-5 0 586,1 0 0,-70-18 0,-13-1 0</inkml:trace>
  <inkml:trace contextRef="#ctx0" brushRef="#br0" timeOffset="53">3256 15510 7970,'-8'0'2804,"-4"0"-2065,10-6-618,-4 4 1,6-6 0,1 5-127,4-2 1,3 1-281,6 4 0,5-5 1,0 0-1,0 2-845,2 1 1059,-5 2 1,6-4 70,-3-1 0,22 0 0,11 5 0</inkml:trace>
  <inkml:trace contextRef="#ctx0" brushRef="#br0" timeOffset="54">3526 15453 7970,'-7'-8'-188,"0"0"0,6 5 2308,-4-1-783,3-1 1,-6 3 699,4-3-1982,2 4 0,-4-4 133,6 10 0,0-2 0,0 7 0,1 2 365,4 6-472,-3-3 0,9 7 0,-7-3-51,0 5 1,2-2-51,-1 2 0,4-5 0,-4 5 1,0-1-245,1-1 216,-4 5 0,4-11 0,-6 3 0,0-3 0,1-2-450,4 0 132,-3-6-260,4 5 137,-6-12 1,0 4 0,0-10-1948,0-4 1893,0-4 1,0-1 0,-1 0 0,-3-2 0,0-1 542,0-2 0,3-7 0,-4 6 0,0-5-340,2 1 1,0 7 157,-2-2 0,4-2 0,-6 2 1,3 2 778,-1 1 89,0 2 0,5-1 1,0 1-1,0 0 2074,0 0-2562,0 0 1,2 4 0,3 2-365,4 2 1,4-4-1,1 6-1066,0 1 590,0 1 1,1 2-862,-1 0 899,0 6 0,-6 2 0,-3 6 604,-4 1 0,-20 18 0,-4 5 0</inkml:trace>
  <inkml:trace contextRef="#ctx0" brushRef="#br0" timeOffset="55">3555 15524 7970,'-8'7'189,"0"-6"1,5 6 413,-2-1 798,-6-5 436,10 6-1116,-6-7-391,7 0-379,0 0 1,7 0-1359,2 0 1149,4 0 1,1-5 0,2 0 0,1 2 0,2 0-1296,-2-2 768,-1 4 1,-2-7-1,1 5 785,-1-2 0,-6 0 0,36-8 0,3-2 0</inkml:trace>
  <inkml:trace contextRef="#ctx0" brushRef="#br0" timeOffset="56">3839 15467 7970,'0'-7'461,"5"-1"1266,0 3 411,-1 3-335,-4-10-1337,0 10-123,0-4 0,0 7 0,0 4 0,0 5 466,0 2-680,0 2 0,2 2 0,1 2-109,2 1 1,0 0 0,-4-5-1,2 2-441,2 3-207,0-4 0,-4 6-332,4-7 0,-3 0 1,3 0-1870,-4 1 1928,5-7 0,-2 3-133,5-7 1034,-6 1 0,10-30 0,-5-7 0</inkml:trace>
  <inkml:trace contextRef="#ctx0" brushRef="#br0" timeOffset="57">4209 15467 7970,'6'-7'0,"-4"-6"0,3 3 1742,-4 4 0,-2-7 1020,-4 4-2252,3 3 1,-6-1-130,4 7 1,0 7 0,-3 2 0,-1 4 427,0 1-782,5 0 1,-5 0 0,4 2-85,0 3 0,-6-3 0,6 3 0,-1-3-1924,-2-2 1565,6 0 0,-7 0 0,5 1-1768,-2-1 0,0-5-401,5 1 1686,-6-7 899,4 3 0,-10-63 0,4-14 0</inkml:trace>
  <inkml:trace contextRef="#ctx0" brushRef="#br0" timeOffset="58">4081 15467 7985,'0'-14'619,"-2"5"382,-2-1 138,2 7 0,-6-5 530,3 3-1362,4 10 1,-4-6 0,8 13 258,2 4 0,6 3 1,-1-2-1,2 4 1276,2 1-1662,1-5 0,-1 6 0,0-6-115,0 2 1,0 0 0,1-5-1,-1-1 161,0-4-532,-6 4 0,5-10-121,-4 6-348,-3-5 0,2 2-716,-3-6 452,-3 0 0,4-2 1,-8-1 1038,-2-2 0,-55-37 0,21 18 0,-1 0 0</inkml:trace>
  <inkml:trace contextRef="#ctx0" brushRef="#br0" timeOffset="59">5233 15354 7968,'-8'-14'-4,"0"1"0,5 2 0,-2 1 0,0-1 831,-1-1-386,4 4 1,-4 0-1,7 5 1,3 0 687,0 4-966,1-1 1,-3 13-1,1-4 1,2 4-1,-2 3 349,-2 3-424,6-4 0,-6 6 0,4-5 1,-2 1-1,0 2 230,2-2-504,0-1 0,-5-2 0,0 1-601,0-1 1,0-5-194,0 1 0,0-1 1,1 4-1218,4-4 2197,-3-2 0,-2-51 0,-8-12 0</inkml:trace>
  <inkml:trace contextRef="#ctx0" brushRef="#br0" timeOffset="60">5233 15354 7968,'-8'-14'478,"-3"4"0,4 2 119,-1 2 343,5 1-219,-3 5-542,6 0 1,3 0 0,5 2 53,6 2 0,5 4 0,-1 7 1,2-1 361,2 0-463,-4 0 0,7 0 1,-6 1-22,-2-1 0,-1-5 1,-2 1-1,0-1-100,1-1 25,-1 5 0,-5-12 1,-1 6 24,-1-1-138,-3-4 0,1 2-392,0-8 165,-1 2 1,-4-11 0,0 4 0,-1-4 0,-2-1-1163,-2 0 1204,0 0 0,1-5 1,-1 0 34,2 1 0,-4 3 1,3 0-1,-1 1-173,-1 0 1172,4 6 75,-4-5-160,6 5-325,0 1 0,0 2-32,0 10 1,0 2-1,0 8 1,0-1 412,0 0-632,0 0 0,0 1 1,0-1-138,0 0 1,4 0 0,1 0 0,-2 1-945,-1-1 521,-2 0 1,0 0-653,0 0 1,5 1-1,-1-1 1101,-1 0 0,12-12 0,0-4 0</inkml:trace>
  <inkml:trace contextRef="#ctx0" brushRef="#br0" timeOffset="61">5716 15297 7896,'8'-14'138,"-2"4"0,-6 1 0,2-2 1092,3-2-12,-4 5-252,5 2-802,-6 6 1,0 6 0,0 4 0,0 2 0,0 4 583,0 3-600,0-3 0,-4 6 0,-3-5 1,1 4-1,-2-1 266,0 1-379,-1 4 1,-1-9 0,2 4-338,2 1 0,-3-5-175,4 3 0,-5-8 0,4-2-881,-2 2-981,5-4 2339,-3 5 0,-7-67 0,-3-10 0</inkml:trace>
  <inkml:trace contextRef="#ctx0" brushRef="#br0" timeOffset="62">5574 15354 7896,'0'-8'634,"0"-5"384,0 4-599,0 2 1,0 0 0,1 3 1088,4 0-1280,-3-1 1,10 5 0,-2 1-43,2 4 1,7 3 0,2 6-1,-1 1 382,1-1-416,4 0 1,-7 5 0,4 0-9,-2-2 0,1 1 0,-5-1 0,-1 2-104,-2-2-229,-2-1 0,-3-2-348,-3 1 0,1-6-225,-1 1-2124,0-7 1602,-5 3 0,0-8 1284,0-2 0,0-30 0,0-11 0</inkml:trace>
  <inkml:trace contextRef="#ctx0" brushRef="#br0" timeOffset="63">5929 15340 7896,'0'-15'-145,"-5"6"1,1-1-261,1-1 2233,-5 5 0,6-2 253,-3 3-1930,10-3 0,3 1 0,8 2 0,1 3 0,4 1-545,1-4 344,-5 3 0,8-4 1,-4 6-269,1 0 1,-4 0 0,0 0-2038,-2 0 973,-8 0 350,5 0 1,-13 0 1031,0 0 0,-6 6 0,-2-4 0,-30 11 0,-2-6 0</inkml:trace>
  <inkml:trace contextRef="#ctx0" brushRef="#br0" timeOffset="64">6043 15268 5779,'8'0'4406,"-2"0"-2023,-6 7-1816,0-6 0,2 10 0,1-4-175,2 1 1,-1 1 0,-4 5 0,0 1 176,0-1-456,0 0 1,0 5 0,0 1-154,0 3 1,-4-6 23,-1 2 1,0 1 0,5-1-182,0-1-1179,-6-2 0,4-7-1293,-2 1 679,2-7 913,2 3 1077,0-6 0,19-38 0,5-9 0</inkml:trace>
  <inkml:trace contextRef="#ctx0" brushRef="#br0" timeOffset="65">6484 15268 7896,'0'-7'568,"0"-1"1598,0 3-672,-7 3-741,6-4 1,-5 12-466,6 4 0,0 4 0,0 3 0,1 4-86,4 1 1,-4-3 0,4 3 0,-3 0 342,-2 0-673,0-4 0,0 7 0,1-6-1494,4-2 751,-3-1 0,4-2-308,-6 1 0,-2-9 0,-1-6-371,-2-8 1480,1-5 0,-1-1 1,0-2-174,2-3 1,2 4 337,1-4 0,0 3 0,0 2 435,0-1-204,6 1 0,-3 6 1,5 2-1,0 1 1,0 0 943,3 2-1114,1 2 1,3-4-1,-1 0-77,0 2 0,-4 2 0,-1 1 0,2 0-62,2 0-194,1 0 1,-5-2-127,1-3 0,-2 2 65,1-6 386,-2-1 1,-6-3 315,4 4 0,-4-4 495,4 4-807,-3 3 1,-2 1 234,0 10 0,0-2-67,0 6 0,0 5 0,0 5 0,0 0 571,0 2-709,0-5 1,0 9 0,0-5 0,0 1 0,0 0 23,0-4-213,0 5 0,0-6-604,0 3 0,0-3-274,0-2-719,0-6-1134,0-2 1560,0-6 0,0-2 1178,0-2 0,25-61 0,-9 22 0,0 1 0</inkml:trace>
  <inkml:trace contextRef="#ctx0" brushRef="#br0" timeOffset="66">6839 15325 7896,'0'-8'377,"0"1"1050,0 2-815,0 3 1,0-6 0,-1 5 1662,-4-2-1920,3 7 1,-4 6 0,4 6-145,-2 0 1,2 1-1,-3-1 1,4 2-76,1 2-33,0-2 0,0 5 1,1-7-91,4 0 1,-2 5-1,7-1 1,1-4-477,1-3 311,3-2 1,-1-1 0,0-3 27,0-3 0,5-2 1,0 0-1,0-2 136,2-3 218,-6-3 1,6-12 0,-8-4-60,-4-3 1,-1 4-124,-3-1 1,-4 0 0,2-4-1,-7 1-260,-10 3 1,-2 4 0,-6 5 0,0 3-763,-1 2 473,0 4 1,-4 6-1,2 2-282,1 2 1,6 1-1,0 8 1,2 2-739,2 1 1521,6 6 0,27 19 0,12 12 0</inkml:trace>
  <inkml:trace contextRef="#ctx0" brushRef="#br0" timeOffset="67">7138 15325 7899,'0'-14'0,"0"0"0,0 0 1389,0-1-288,0 1 1,0 0 700,0 0-1737,0 6 0,0 3 0,0 10 255,0 4 1,1 9-57,4 1 1,-3 6 0,4-3-1,-1 2 656,-1-1-859,7 1 1,-9 0 0,3-2 0,-2 0-1,0-1 73,2-1-124,0-1 1,-4-5-1,2 1-5,2-1 695,0-6-619,-5-2 0,0-8 1,0-2-128,0-6 1,-2-7 0,-1-4-1,-2-1-425,2-3 196,-5 4 0,7-6 0,-4 2-604,3-6 485,-4 1 0,4 0 0,-2 6 1,2-1-1,4-1-992,2 3 1203,-2 2 1,11 8 0,-4 4-1,4 4 74,1 4 189,0 1 1,0 0 0,-1 1 196,-3 4 1,1 3 0,-5 6 826,2 0-866,-5-6 0,2 3 1,-8-4 233,-2 1 0,-6-1 0,0 3 0,-5-4 170,-3 1-906,0-6 0,5 10 1,0-6-1066,-1-2 0,3 0-2052,2 2 3381,4-3 0,44-9 0,9-9 0</inkml:trace>
  <inkml:trace contextRef="#ctx0" brushRef="#br0" timeOffset="68">2446 17344 8004,'-8'-6'640,"0"4"522,3-3 495,4 4-1073,-6-6 0,9 6 0,1-2 115,2 6-546,6-2 1,-8 7 0,5-3 0,0 6 443,0 7-472,-5-3 1,5 7 0,-5-4-57,2 1 1,0 6 0,-5-1 0,1 3-45,4 1 21,-4 0 0,6 1 0,-7-1-64,0 1 1,0-2-9,0-4 1,0 3 0,0-7 0,0-2-42,0-1 12,0-2 0,-5 0 1,0 0-1,2 1-60,2-1 99,1 0 1,0-4-322,0-1 284,0-6 124,0 3 1,6-6-20,3 0 0,6 0 0,2 0 1,3 0 61,3 0-21,0 0 0,7-1 1,2-2-79,1-2 1,2-1 0,-4 3-1,3-2-141,-3 2 147,-1-5 1,-1 6 0,-3-3-143,-2 4 1,3 1 0,-5 0-1,2 0-316,0 0 413,-7 0 0,8 0 0,-4 0 12,1 0 1,2 0 0,2 0 0,0 0 224,-3 0-203,1 0 1,9 0-1,0 0 11,-1 0 1,-2 0 0,0 0 0,2 0 60,1 0-92,6 0 1,-7 0-1,4 0 9,-1 0 0,4-5 0,-1 0 0,2 2-4,-2 2-46,3 1 1,-10 0 0,7 0 14,2 0 0,-4 0 0,2 0 0,2 0-19,1 0 70,1 0 0,-1-5 0,-1 0 185,-2 2 1,-2 1-128,2 2 1,2 0 0,-6 0 0,1 0 165,0 0-234,-2 0 0,2 0 0,1 0 0,2 0 1,0 0 29,1 0-29,-4 0 1,8 0 0,-2 0-31,5 0 1,1 0 5,-4 0 0,1 0 0,3 0 1,4 0-7,0 0 18,4 0 0,-6 0 0,3 0 0,-3 0 0,-2 0-3,1 0-45,5 0 0,-8 0 0,4 0-36,0 0 0,1 0 80,7 0 1,1 0 0,2-1 0,2-2-49,-2-2-20,5 0 0,-7 5 0,4-1 0,-2-3 0,0 0-121,2 1 184,12 1 0,-14-3 1,6 0 16,-6 2 1,-8-3 0,2 0 0,1-1-47,1 1 51,10-5 0,-12 5 0,11-5 45,-2 1 0,3 1 1,-4-6-1,-4 3 123,-4 2-95,-12-2 1,-2 10-1,-7-4-77,-1-1 1,-4 6-6,-4-4 1,1 4 0,-4-1 0,-1-1-35,1-2 27,4 0 1,-4 5-1,4 0 1,-1-1-1,1-2 5,2-2 13,-5 0 0,3 5 0,-6 0 18,-2 0 1,2-1 0,-3-3-9,-3 0-22,-2-1 27,-3 5 0,-2-2 6,-6-2-211,0 2 0,0-6-384,0 3 0,-2 4 565,-2-4 0,-67 10 0,24-1 0,0 0 0</inkml:trace>
  <inkml:trace contextRef="#ctx0" brushRef="#br0" timeOffset="69">6640 11302 7824,'8'-14'179,"-2"0"1,-1 4-1,0 1 1694,-2-2-1726,-1 4 1,-2 3 0,1 8 0,2 6 0,2 2 0,-2 3 0,-1 0 0,-2 3 980,0 1-999,0 6 0,0-8 0,0 6 1,0-3-1,0-3 418,0-1-458,0-2 0,0 1 1,0-1-1,0 0 176,0 0 92,0-6-163,0-1 0,0-9 0,0-3-194,0-4 37,0-10 0,0 1 0,0-5-248,0-3 1,0 4-1,0-1 1,0-3-382,0-1 447,0 5 1,0-3-165,0 6 0,0 0-60,0 5 475,0 6 1,1 8 0,3 10-20,0 2 0,1 7 0,-5 2 0,0-1 476,0 1-458,0-2 1,0 0-1,0 0-128,0-2 1,0-1-1,0-2-1054,0 0 605,0 0 1,0-4-1152,0-1 1,0-4-286,0 5 1908,0-7 0,19-35 0,5-15 0</inkml:trace>
  <inkml:trace contextRef="#ctx0" brushRef="#br0" timeOffset="70">6896 11259 7838,'0'-7'139,"0"-6"0,0 3 251,0-2 2442,0 4-1527,0-5-1098,0 12 1,5 1 0,1 11 227,2 6 0,-3-1 1,3 4-1,0-1 415,-1 0-756,-3 7 0,7-9 1,-7 5-27,0-1 1,-3-2 0,-1-5-1,2 0 166,2 0-227,-2 0 1,4-4 782,-6-1-345,0 1-396,0-2 1,0-8-1,0-10-79,0-2 1,0-4 0,0-3 0,0-5-598,0-3 492,0-1 0,0-1 0,0 1-202,0 0 0,0 1 0,0 3 0,0 5-472,0 3 263,0 2 1,0 5 111,0-1 0,-1 9 1,-2 1-1,-2 9-586,2 8 256,1-1 1,2 11 0,0-3 763,0 3 0,0 39 0,0 10 0</inkml:trace>
  <inkml:trace contextRef="#ctx0" brushRef="#br0" timeOffset="71">7152 11430 7838,'0'-8'1860,"0"-5"354,0 4-1112,0 3 1,0-2-4,0 3-1346,0 3-1847,0-10 578,0 10 1516,0 2 0,0 33 0,0 13 0</inkml:trace>
  <inkml:trace contextRef="#ctx0" brushRef="#br0" timeOffset="72">7408 11259 7838,'0'-14'-5,"0"0"0,0 4 1,0 1 3183,0-2-2925,0 5 1,0 1 0,0 10 0,0 4 0,0 4 0,0 3 477,0 3 1,0-4-579,0 4 1,0 2 0,0-2-1,1-2-71,4-1 0,-3 3 0,3 0-253,-4-2 150,-1-1 1,0-2 10,0 0 802,0-6-632,0-1 1,0-23-1,0-3-243,0 0 103,0-5 0,0 4 0,0-6-284,0 3 1,-5 1 141,1-2 1,-1 3-1,5 7 1,0 0-333,0 0-39,0 6 1,-2 2 0,-1 7-369,-2 4 769,1 3 0,4 6 1,-2 2-28,-3 3 1,4-3-36,-4 2 0,3 3 0,2-2 0,0-2-472,0-1 0,0-2 0,0 1-1360,0-1 1512,0 0 473,0-6 0,26-14 0,5-10 0</inkml:trace>
  <inkml:trace contextRef="#ctx0" brushRef="#br0" timeOffset="73">7593 11259 7838,'0'-14'1989,"0"0"-310,0 0-476,0 6-918,0 2 1,4 17 0,1 3-1,-2 3 787,-1 4-852,-2-5 0,5 6 0,-1-5 0,0 2 0,-3-2 201,-1-1-466,0-2 0,0 1-116,0-1 231,0 0 152,0 0-209,0-6 0,5-3 0,0-10 1,-2-4-1,0-4 163,2-1-241,-4-7 1,6 4 0,-7-7-124,0-1 0,0-2 5,0-1 0,0 1 0,0 1 0,0 4-357,0 2 213,0 7 0,0 1-1169,0 2 1172,0 10 0,-5 3 0,0 15 1,2 2-1,0 2-2243,-2 4 2146,3-6 0,-4 5 1,6-4 420,0 1 0,6 8 0,2 6 0</inkml:trace>
  <inkml:trace contextRef="#ctx0" brushRef="#br0" timeOffset="74">7920 11430 9628,'-8'0'2258,"0"0"-888,3 0-1322,4 0 0,-7 0 0,5 2-71,-2 2-377,0-2 33,5 4 351,6-6 0,-2 0-422,5 0 64,-6 0-2122,10-6 1036,-5 4 1460,0-4 0,-46 19 0,-18 2 0</inkml:trace>
  <inkml:trace contextRef="#ctx0" brushRef="#br0" timeOffset="75">8218 11288 7782,'0'-8'149,"0"0"1152,0 3-260,0 4 0,2-10-198,3 6 0,-2 2-268,6 8-428,-6-4 0,4 12 0,-7-4 0,1 4 57,4 1-222,-3 0 1,4 0 0,-6 1-22,0-1 0,0 0 0,0 0-50,0 1-16,0-8 379,0 6-80,0-5 417,0 0-538,0-2 0,0-7 0,0-4-95,0-5 89,0-2 0,0-2-66,0-1 1,-5-4 0,0 0 0,2 2-511,2 1 422,-6 2 0,6 0 0,-4 0 45,4-1 0,1 6 1,0-1-1,-2 1 53,-3 1-262,4 2 1,-6 4 145,7-3 0,0 5 44,0 0 179,0 7 1,0 7 0,0 0-45,0 0 0,2 1 1,1-1-1,2 0 114,-2 0-180,-1-6 1,-2 5 0,0-4 4,0 4 1,0-4-1,0 1-252,0 1 227,0-5 0,0 2-97,0-3 79,0-4 406,0 6 519,0-7-25,0 0-552,0-7-313,0 0 0,0-8-13,0 1 1,0 0 0,0 0-796,0-1 540,0 8 0,0-6-205,0 3 0,0 3-374,0-3 371,0 7 394,0-3 1,0 7-1,0 4-49,0 4 146,0-2 1,0 5-1,0-2 79,0 2 0,0-2 1,1-1 205,4 2-216,-4 2 1,6-3-250,-7-1 28,0 1-309,0 4-716,0-6 1,0 0 0,1-5 1156,4 1 0,9-5 0,8-7 0</inkml:trace>
  <inkml:trace contextRef="#ctx0" brushRef="#br0" timeOffset="76">8432 11430 7808,'7'0'355,"1"-5"1,-4-1 1498,0-2 0,1 3 570,-5-4-2193,0 6 1,0-5-2277,0 3 1332,0 3 0,-2-2 713,-2 8 0,2 4 0,-4 7 0</inkml:trace>
  <inkml:trace contextRef="#ctx0" brushRef="#br0" timeOffset="77">8659 11259 7808,'0'-20'1049,"0"4"1446,0-3-759,0 3-1326,0 8 1,0 4-1,0 8 1,0 7 841,0 7-1001,0-2 0,0 4 0,0-4 49,0 3 1,0-3-1,0 3 1,0-4-92,0 0-376,0-1 1,0-5-456,0 1 315,0-1-53,0-1 162,0-1 1,0-9 0,0-3 0,0-4-249,0-4 371,0-7 0,0 2 0,0-4 82,0 2 1,0-4-1,0 5 1,0 2 190,0 1-286,0 2 0,-2 4-474,-2 1 22,2 5 404,-4 4 0,1 8 0,0 7-343,2-1 1,-3 0 0,1 2 0,2 1-1960,1 2 2438,2 0 0,26-11 0,5-2 0</inkml:trace>
  <inkml:trace contextRef="#ctx0" brushRef="#br0" timeOffset="78">14033 11416 6512,'15'0'4553,"-8"0"-3942,0 0 1,-9 1-364,-3 4 1,4 3-1,-4 6 1,4 0 330,1 1-537,0 5 0,0-4 0,0 3 0,0-3 0,0 0 189,0 2-287,0-8 0,0 9 0,0-10-335,0 4 393,0-5 1,0-3 0,0-10-1,0-5-153,0-2 118,0-2 0,0-2 0,0-3 15,0-5 0,0 2 1,0-2-1,0-1 2,0-2 116,0 5 0,0 2 0,0 5-78,0 1 1,0 0 315,0 0-163,0 6 1,0 8 0,0 9 62,0 4 0,0 7 0,0 3 0,0 0 417,0 1-532,0 0 0,0-1 0,0-1-102,0-1 1,0-2-1,0-5-841,0 0 33,0 1 0,0-6-3510,0 1 3453,0-7 1,25-48 0,6-18 0</inkml:trace>
  <inkml:trace contextRef="#ctx0" brushRef="#br0" timeOffset="79">14218 11387 8030,'8'-6'1061,"-2"3"486,-6-7 287,7 7 852,-6-3-2300,6 12 0,-7 2 0,0 6 0,0 1 0,0 0 1025,0 4-1335,0-3 0,0 9 0,0-6 84,0-1 0,0-2 0,0-2 221,0 0-692,0 0 1,0-4-373,0-1-102,0-6 593,0 4 1,4-18-13,1-4 1,0-7-1,-5 2 1,0-1-162,0 1 329,0-6 0,0 6 1,0-4-20,0 5 0,0 3 0,0 2 0,0 0-125,0 0 130,0 6 1,-2-3-357,-2 6 1,0 0 0,-4 7-696,2 3 354,1 2 0,5 12 1,0 0 127,0-1 0,0-1 0,0 1 0,2 0 619,3 0 0,34 23 0,15 5 0</inkml:trace>
  <inkml:trace contextRef="#ctx0" brushRef="#br0" timeOffset="80">14446 11544 7809,'8'-8'375,"-2"0"1038,-6 3-696,0 4 0,0-7 1,1 5 1235,4-2-188,-3 0-1240,4-1-1832,-6 4 485,0-10-1143,0 10 0,0 2 1965,0 9 0,0 23 0,0 6 0</inkml:trace>
  <inkml:trace contextRef="#ctx0" brushRef="#br0" timeOffset="81">14773 11402 7809,'8'-7'-192,"-2"6"0,-5-10 0,3 4 1051,0-1 16,1 5-366,-5-3 754,0 6 3609,0 0-4090,0 6-371,0-4 0,0 6 62,0-4 1,0 0 0,0 5-22,0 2-323,0 2 0,0 1 0,0 0-14,0 0 0,0 1 1,0-1-1,0 0 76,0 0-223,0 7 0,0-5-46,0 3 1,0-4-1,0 0-24,0-1 673,0-6-501,0-2 1,0-8-1,0-2-783,0-6 526,0-9 0,0 2 0,0-7-216,0-1 0,0-2 0,0-1 0,0-1-336,0 1 620,0 6 0,2 1 0,1 7-676,2 0 103,-1-1 699,-4 8 1,0 7 0,0 9 79,0 4 0,0 1 0,0 2 0,0 1 287,0 2-550,-6 0 0,4 0 1,-2 0-529,2-2 0,2-1 0,0-2-1055,0 1 795,0-1 1,0 0 963,0 0 0,38-25 0,9-6 0</inkml:trace>
  <inkml:trace contextRef="#ctx0" brushRef="#br0" timeOffset="82">15043 11416 7809,'0'-14'1150,"0"-1"301,0 1-116,0 6 0,-2-3 373,-3 6-1211,4 1 0,-5 5 0,6 4 0,0 6 972,0 6-1237,-7-1 1,6 10 0,-4-8 0,3 1 0,2 0 465,0 0-600,0 7 0,0-11 0,0 4-127,0-3 1,0-2 0,0 1-553,0-1 418,0-6-222,0-2 134,0-6 0,5-8 0,0-5 0,-2-4-401,-1 0 476,4-5 0,-5 0 1,4-7-1,-3 1 1,-2 1-621,0 3 569,0-3 0,0 11 1,0-3-441,0 4 0,-2 2-1253,-3 4 1519,4 2 1,-5 14 0,6 2-250,0 4 1,0 6 0,0 1 649,0 2 0,12 27 0,4 11 0</inkml:trace>
  <inkml:trace contextRef="#ctx0" brushRef="#br0" timeOffset="83">15213 11530 7809,'0'-15'882,"0"6"1337,0-1 1,0 1-673,0-5-2234,0 6 0,-1 1-1444,-4 7 1884,4 0 247,-6 7 0,32 1 0,7 6 0</inkml:trace>
  <inkml:trace contextRef="#ctx0" brushRef="#br0" timeOffset="84">15469 11473 6725,'-8'0'1680,"2"-2"1123,6-3-2017,0-3 1,0-1-1,0-1 545,0-1-1093,0-1 1,6 4 175,4 3 1,-2-1-103,1 1 1,1 0-284,4 5 0,-5 0 0,-1 2-202,-1 3 150,-3-4 0,-4 12 0,0-4 40,0 4 0,0 1-22,0 0 1,-1 5-1,-4 0 1,-4 0 114,-4 2 0,0-5 0,2 3-164,2-4 44,-1 0 0,2-1 110,4 0 0,4-6 1,4-3 478,6-4-545,9-1 1,-2-1 0,7-2-64,1-2 0,-4-5 1,-1 4-1,-1 0-537,0-1-111,0-4 0,-5 8-3928,1-6 2079,-1 5 907,0-2 1619,-6 6 0,-14 6 0,-10 2 0</inkml:trace>
  <inkml:trace contextRef="#ctx0" brushRef="#br0" timeOffset="85">15853 11643 7809,'22'-6'552,"-6"-2"1,-8-6 1197,-2 0-924,-1-1 1,-5 6 0,0-1 2232,0-1-2011,0 5 0,-1 0-758,-4 6 1,3 1 0,-4 2-98,0 2-478,4 6 1,-4-8 21,6 7 0,-5-1-1248,0 6 705,0-8 0,5 1-683,0-3 1223,0-3-376,-6 4-3050,5-6 3692,-6 0 0,14-6 0,0-2 0</inkml:trace>
  <inkml:trace contextRef="#ctx0" brushRef="#br0" timeOffset="86">16081 11515 7809,'0'-14'234,"0"0"1,-2 0 920,-3-1 1,4 1 757,-4 0 570,3 0-1988,2 6-200,0 8 0,0 13 0,0 5 297,0 0-1,0 2-355,0-1 1,-4 5 0,-1-3 0,2-1 202,1 1-406,2-2 0,0-5 0,0 0 0,-1-1 0,-2-2-466,-2-2 298,0-6 397,5 10 0,0-13-266,0 0 15,0-6 1,0-10 0,0-1-91,0-2 0,0-2 1,0 4-1,0-4-543,0-1 404,0 5 1,0-9 0,0 7-391,0 2 0,0 1-279,0 2 288,0 6 570,0 2 0,-5 7 0,1 4 0,-1 6 235,-1 7 111,4-3 1,-6 6 0,5-7-142,-2 0 1,0-4-1,5-1-1091,0 2 296,0 2 1,0-4-2504,0 1 1240,0-1 1558,7 6 1,-4-8 323,6-2 0,7-16 0,6-5 0</inkml:trace>
  <inkml:trace contextRef="#ctx0" brushRef="#br0" timeOffset="87">6711 11899 7824,'0'-8'120,"-1"2"1,-3 4 566,0-2-184,-1 2 0,3-6 37,-2 3-538,2 4 167,-4-6 144,6 7-106,0 0 1,6 0 16,4 0-174,2 0 1,2 0 0,1 0 0,-1 0 0,2 0-13,3 0-37,-4 0 1,12 0 0,-3 0 3,3 0 1,1-1 0,1-2 0,-2-2-53,-4 2 57,4 1 1,-6 2-1,4 0-4,-1 0 0,-2 0 0,3 0 0,-3 0 66,-1 0-74,4 0 1,-8 0 0,5 0 39,-1 0 1,-2 0 0,-3 0 0,1 0 127,2 0-98,0 0 1,0-4 0,0-1-38,-2 2 0,4 1 1,-1 2-1,1 0 86,-1 0-156,-1 0 0,0-5 1,2 1 53,1 0 0,0 3 1,2 1-1,-4 0-117,1 0 105,-5 0 1,11 0 0,-5 0-1,0 0 0,3 0 0,-6 0 0,0 0 33,2 0-27,-6 0 1,11-5-1,-7 0 4,-2 2 1,3 2 0,1 1 0,0 0 9,-1 0-26,-1 0 1,0 0-1,0 0-3,-2 0 1,4 0-1,-2 0 1,0 0 5,1 0-9,-4 0 1,5 0-1,-7 0 34,0 0 0,5 0 0,0 0 0,-2 0 147,-1 0-163,-2 0 0,1 0 1,-1-2 34,0-3 0,5 4 0,0-4 0,-2 3-37,-1 2 10,-2 0 0,2 0 0,2 0 1,0 0 1,3 0 0,-4-1-1,2-2 46,-1-2-27,-2 0 1,-2 5-1,0 0 33,0 0 0,0 0 0,1 0 96,-1 0-71,0 0 0,-4 0 18,-1 0 0,-4 0 44,4 0-8,-6 0 0,5 0 366,-3 0-132,-3 0 84,4 0 277,-6 0-494,0 0-1056,-6 0-3120,4 0 3926,-4 0 0,-29-2 0,-12-2 0,-5 0 0,1 0 0</inkml:trace>
  <inkml:trace contextRef="#ctx0" brushRef="#br0" timeOffset="88">2730 12539 7293,'-8'8'-175,"0"-2"1573,4-6 1,2-1-629,-3-4 0,9 2-394,0-7 0,3 5-261,-3-4-27,-2-1 0,9 1 1,-5-1-562,2-1 387,2-1 0,-1-2 0,1-1-32,1 1 1,1 0 27,3 0 0,-6 0 1,1-1-1,-1 1-27,-1 0 222,5 0 0,-12-1 1,4 1-1,-5 0-8,-5 0-90,-3 6 1,-6 2 0,-2 6 30,-3 0 1,2 0 0,-5 1 0,1 4 65,4 4-90,1-2 1,2 5-1,0-2-10,-1 2 0,7-2 0,2-1 0,1 2 12,1 2 45,-1 1 1,7-1 0,1-2-22,1-2 0,7-1-16,-1 2 1,3 2 0,1-2 23,0 3-28,0-6 1,0 5 0,-1-6 0,-2 2 0,-3 3 232,-2 1-211,5 3 0,-9-1 1,3 0 23,-4 0 1,4 1-1,0-1-4,-2 0-198,-1 0 0,-2 0 111,0 1 1,-2-3 55,-3-2 0,2-2 422,-6-4-383,-1-2 1,1 4-1,-1-6 1,-1-1-1,-2-2-153,-1-2 36,6 0 0,-4-1 0,4-4-121,0-2 1,-3-3 106,6 1 1,0-2 0,5-1 0,2-4-99,3-1 105,9 5 1,2-4-1,4 7 1,-1 0-1,0 0-109,-1 0-341,-3 6 0,0-3 0,-1 6 1,0 2-2656,0 1 2571,-6 8 588,-2 2 0,-12 44 0,-2 10 0</inkml:trace>
  <inkml:trace contextRef="#ctx0" brushRef="#br0" timeOffset="89">3071 12582 7813,'0'-15'1269,"0"6"366,0-1 65,0 7-2408,0-9-63,0 10 0,-1-4 0,-2 7-1067,-2 4 1838,0 3 0,18 19 0,3 3 0</inkml:trace>
  <inkml:trace contextRef="#ctx0" brushRef="#br0" timeOffset="90">3498 12340 7813,'0'-21'-725,"0"6"1,0-4 127,0 3 1864,0 8 0,-2-3 0,-2 6 834,-6 2-1850,-2 1 0,-3 4 0,0 3 0,-3 4 0,-2 4 743,-2 1-889,4 0 1,-6 5 0,7 0-76,0-2 0,10-1-37,-2-2 0,1 1 1,3-1-1,2 0-390,2 0 372,1 1 1,6-6 0,3-1-1,4 0 1,1-2 152,0 0-86,7-1 0,-5 0 0,3 0 8,-4-2 0,0 0 25,-1 2 1,0-4-1,-1 6 132,-4-1-98,-2-4 0,-7 10 0,-2-2 1,-3 2-70,-4 3-10,-4-1 1,-3-5-1,-1 1-97,-2 1 1,0-5 37,5-1 1,0 1 0,-1-1-1,1-2-45,0-1-45,0-2 1,4 0 0,2-2 0,2-3 0,3-4-796,1-4 793,15-1 1,-2-7 0,13-2 117,1-4 0,2 0 1,0 2-1,-2 1 33,-1-1-28,-7 4 0,8-4 1,-6 6 26,-1 2 0,-4 1 128,-5 2-138,-2-1 0,-9 8 0,-3 2-600,-4 3 0,-4 2 0,-1 0 0,0 2-1993,0 3 2171,-1-4 1,3 12 402,2-4 0,4 48 0,6 13 0</inkml:trace>
  <inkml:trace contextRef="#ctx0" brushRef="#br0" timeOffset="91">3811 12525 7813,'8'-15'-611,"-2"1"4541,-6 0-2631,0 6 0,0-5 541,0 4-1903,-6 3 1,3-1-1873,-7 7 565,7 7 1,-3-4 1369,6 6 0,12 7 0,4 6 0</inkml:trace>
  <inkml:trace contextRef="#ctx0" brushRef="#br0" timeOffset="92">4109 12326 7813,'0'-15'186,"0"0"1,0-3 1223,0-1-707,0 7 1,0-1 0,-1 5 1270,-4 0-1677,-3 2 1,-6 6 0,0 1 0,-1 4 0,1 5 521,0 2-832,0 3 0,4-4 1,1 0-1,-1 3 1,1 0-291,-1 3 279,7 1 1,-3-4 0,6 0-234,0 0 1,2 1 0,1-1-181,1 0 331,8-6 1,-5 3 0,8-5 94,-1 2 1,0-3 0,0 3 0,0-2 12,1-3 34,-7-1 0,4 3 53,-2-1-3,-4 8 1,0-5 100,-6 8-161,-6-1 1,-2-5-1,-6-1 1,0 0-1,-1-2 193,1 1-169,0-2 0,5-5 1,-1 0 27,-1 0 1,3 0 0,-1-2-293,-2-3 137,4 4 0,1-12 0,6 4-129,0-4 1,6-6 0,4 0-1,2 0-36,3-2 260,5 6 1,-2-12 0,4 5-81,-2 0 1,4-4 81,-5 7 0,0-1 1,-7 2-1,-1 0 118,-1 0-226,-7 2 0,2 2 1,-10 1-1,-4 4-2077,-4 4 1577,-1 4 0,-5 7 0,0 3-1269,2 4 1857,1 8 0,-5 39 0,-1 16 0</inkml:trace>
  <inkml:trace contextRef="#ctx0" brushRef="#br0" timeOffset="93">4436 12368 7813,'0'-8'1221,"0"-4"310,0 2-460,0 4 0,0-2 0,0 3 1728,0-4-1945,-6 3-1414,4-1-1266,-4 7-102,0 0 1,0 7-89,-4 2 0,4-1 2016,6 1 0,6 26 0,2 11 0</inkml:trace>
  <inkml:trace contextRef="#ctx0" brushRef="#br0" timeOffset="94">4763 12269 7824,'0'-22'-44,"-6"1"0,-2 7 1102,-6 0 0,0 4 0,-2 2 0,-1 2 1351,-2 3-2029,0 1 0,4 2 0,1 2-17,0 3 1,0-2-428,0 6 0,4 1 1,2 4-1,2 0-140,3 0 145,1 7 0,2-5 0,2 3 0,2-4 1,4 0-468,0-1 443,5 0 0,-5 0 1,6 1 74,0-1 0,0-2 0,1-1 0,-1-1 164,0 1-18,-6-5 1,3 2 78,-6-3 0,0 3 59,-5 6-198,-7-6 1,-1 0 0,-8-5-303,-2 2 0,0-1 80,-6-4 1,6 0-1,-5 0 1,3 0-212,2 0 266,3-6 1,2 3 0,4-7 0,4-1 0,5-3-577,5-5 581,2-3 0,14-2 1,4 1-1,7-1 0,4 0-64,1 1 107,4 5 1,-13-5 0,2 7-372,-5 3 1,-7 4 0,1-1-1582,-4 5 1576,-7 4 1,-3 2 0,-10 4-1393,-4 5 1809,-4 2 0,-26 28 0,-7 6 0</inkml:trace>
  <inkml:trace contextRef="#ctx0" brushRef="#br0" timeOffset="95">4664 12311 7830,'-14'-20'259,"-1"4"0,1 0 1,0 7-1,0-1 1972,0 2-1845,-1 2 0,6 6 0,-1 2 0,-1 2 0,-1 6 0,-3 3 1261,1 1-1519,6 6 0,-4-4 0,4 5 0,-2-2 0,2 1 1,2 1-1,3 1 545,1 0-708,2-5 0,0 9 0,0-8-129,0 0 0,2 1 87,3-5 1,3 3 0,7-9-1,3 2-355,1-1 441,6-6 0,-8 4 1,7-9-1,0-3 1,-1-4 179,1-4-93,0-1 0,3-2 1,-2-1-1,-3-4 0,-1-1 783,-4-3-804,-1-2 0,-2-1 1,-1-1-1,-4 2 1,-4 2 32,-4 1-130,-1 1 0,-6-4 1,-3 3-162,-4 5 1,-3 8-1,-3 3 1,-3 2-346,0 3 409,-5 1 0,5 7 1,-6 1-203,-1 2 1,2 6 0,4 5 0,4 0-361,3 2 248,2-5 1,-1 9 0,3-5-1565,2 3 1,4-6 1243,6 2 0,2 1 753,2-1 0,42 13 0,16-2 0</inkml:trace>
  <inkml:trace contextRef="#ctx0" brushRef="#br0" timeOffset="96">5318 12084 7815,'0'-14'362,"-2"1"0,-1 2 1062,-2 2-1024,1 5 0,2-3 0,-1 5 0,-3 0 0,-1 6 1,1 2 1669,3 5-1873,-5-5 0,5 8 1,-7-1-1,-1 4 1,0 2 1202,2 2-1288,-4 1 0,5 6 0,-8 1 1,-1-1-1,-2 1 320,2-1-290,1 1 1,-3 4 0,-2 2 107,-1 1 0,3-5-110,-4 3 0,4 2 0,-4-1 0,3-2-83,3-5-79,-6-2 1,8 0 0,-4 0 0,3-4-1,3-2-80,4-2-470,-4-2 0,12-7-1567,-4 1 1177,3-7 0,4 3-701,3-6 884,-4 0 0,12-2 1,-4-2-1,4-6 779,1-2 0,10-17 0,4-7 0,3-3 0,0 0 0</inkml:trace>
  <inkml:trace contextRef="#ctx0" brushRef="#br0" timeOffset="97">5318 12368 7827,'0'-14'294,"0"0"0,5 0 1,1-1 843,2 1-881,-5 6 1,10-3 0,-4 7 0,4 0-1,1 3 173,0 1 1,0 0 0,1 0 0,-1 0 7,0 0-384,0 6 1,-4-3-1,-2 7 5,-2 1 0,-1 1 0,-5 3 0,0-1 143,0 0-183,0 7 0,-7-6 1,-2 6 72,-4-1 0,-1-2-50,0 6 1,0-7 0,1 2 0,2-3 99,1-2-148,7-6 1,-8 4-14,6-2-29,1 3 1,5-6-309,4-2 1,3-8 58,6-2 0,0-1 0,1 1 1,-1-3-615,0 0-565,7 2 1,-6 0 1475,4-4 0,10-9 0,1-3 0</inkml:trace>
  <inkml:trace contextRef="#ctx0" brushRef="#br0" timeOffset="98">5702 12326 7841,'0'-15'646,"0"6"2057,0-1-1118,0 7 0,-5-5 394,0 4-1755,1 2 0,2 1 0,-1 7 1,-2 2-1,2 3 533,1 1-754,2 3 0,0 4 0,0 0-15,0-2 0,2-6-183,3-2 1,-2-1 0,6 3 0,2-3-1073,2-1 1131,1-3 1,2-4 0,1 0 0,2-1-1,-1-2-370,-3-2 561,0-12 1,-1 7 0,0-9 148,0 3 0,-1 2 1,-2 0-1,-3 0 503,-2-1-547,-1 1 1,-3 5-248,2-1 1,-2 9-1,1 1 702,-6 8-379,1 11 1,-9 1 0,5 5 382,-2-1 1,3 0 0,-3 4-1,2-1 689,3-3-1140,-5 3 1,6-12 0,-4 4-282,0-3 0,4-2-49,-2 1-1528,2-8-338,2 0 0,0-9-2522,0-3 3369,6 4 1181,-4-5 0,10-26 0,-4-8 0</inkml:trace>
  <inkml:trace contextRef="#ctx0" brushRef="#br0" timeOffset="99">4792 13235 7780,'0'-14'526,"0"6"0,1-3 1,3 5-1,0-2 1,-1-3 1424,-1-2-462,-2 6-1173,0 0-358,0 7-1013,0 0 248,0 7 337,0-6 1,0 7 0,-2-5-1542,-2 2 803,2 0 21,-4-5 724,6 6 463,0-4 0,25 4 0,7-6 0</inkml:trace>
  <inkml:trace contextRef="#ctx0" brushRef="#br0" timeOffset="100">5247 13292 7781,'-14'-6'366,"6"-2"0,-5-5 0,5 2 0,-1 2 1086,-1-2-973,7 5 0,-3 1 0,7 10-62,4 4 0,-3 8-312,2 2 1,3 0 0,-1-3 0,0 2 0,1 0 0,-3 0-71,3-2-46,-6-2 0,7 0 0,-5 0-102,2 1 1,1-3-68,-1-2 0,-2 1 0,7-7-23,1 0 1,0-4-1,0-4 1,-2-3 115,2-6 131,2 2 1,0-14 0,-2 4 0,-2-1 0,1-3 108,-2-2-86,-2 5 0,-1 1 1,-1 7 77,0 0 0,-3-1 120,-1 1-623,0 6 352,0 8 0,-1 8 1,-3 6-1,0 2 1,1 2-338,1 1 261,2 0 0,0-5-252,0 0 0,0 0 198,0 0 1,6-6-1,4-3 1,2-5-162,3-5 269,-1-3 1,6-6-1,2-2 1,2-1-1,0-3 347,1-3-108,2 6 0,0-8 0,-2 6 1,-3 1-1,-1 3 858,-4 0-907,-1 8 1,-2 0 0,0 7 203,1 0 0,-6 7-56,1 2 1,-7 4 0,1 1 0,-2 0 542,-2 0-750,0 0 1,0 1-1,0-1 1,-2 0 0,-1 0 446,-1 1-796,-7-8 1,3 5 0,-7-6-1,1 0 1,0 0-2308,0-2 1636,6-3 1,-5-1-1,4 0 917,-4 0 0,24-25 0,7-7 0</inkml:trace>
  <inkml:trace contextRef="#ctx0" brushRef="#br0" timeOffset="101">5716 13207 7781,'0'-8'1315,"0"-4"1,0 2 703,0-3-1800,0-1 1,0 8-1,0 6 1,0 8 0,0 4 100,0 3 0,0-1 0,0 2 0,0 1-314,0 2-97,0 0 1,0-5 0,2 0 0,1 1-469,1-1 330,1 0 0,-3-6 0,3-3 0,4-4-493,4-1 660,7-6 0,-2-2 1,5-8 65,3-3 1,0-3 92,3-6 0,-1 1 1,1 3-1,-1 4 412,1-1-413,-1 5 1,-6 2 0,-3 8-1,-3 1 1,-2 0 357,0 2-373,-6 2 0,-1 7 35,-7 3 0,0-1-170,0 2-19,0-7 17,0 3 0,-2-6-338,-3 0 202,4 0 1,-7-6 53,3-4 1,2 4 39,-7 1-28,1 4 1,-1 1 0,1 0 92,-2 0 0,3 6 0,-2 4 0,1 2-92,1 2 149,-5 1 1,10-1-1,-5 0-336,2 0 0,1 0-137,5 1 411,0-1 376,0-6-215,7-2 1,1-12 0,6-2-1,-2-2 326,-2 1-122,3-1 0,-7 1 0,5 1 0,-2 0 366,2 0-380,-4 5 1,1-3 386,-4 6-400,4 0 1,7 6 0,-1 2-262,0 0-197,0-2 0,0-1 0,1 1 0,-1 1 0,0-1-2472,0-3 2158,0-1 1,5-2-1,0 0-1172,-1 0 1,-4-2 339,-5-3 1304,4-3 0,-35-17 0,-18-8 0,4-2 0,0 1 0</inkml:trace>
  <inkml:trace contextRef="#ctx0" brushRef="#br0" timeOffset="102">5815 13036 7834,'-7'-6'404,"-6"5"0,11-7 2529,-2 3-3055,2 3 0,4-4 122,2 6 0,67 0 0,-24 0 0,0 0 0</inkml:trace>
  <inkml:trace contextRef="#ctx0" brushRef="#br0" timeOffset="103">14517 12013 7781,'-14'0'-271,"4"0"1,1 0 0,-2 0 2657,-2 0-1623,-1-6 0,4 4 0,2-4 964,2-1-1706,1 6 1,7-6-1,4 7 601,8 0-490,1 0 0,11 0 1,-2 2-1,5 1 1,4 2 237,5-2-280,3 5 1,6-6 0,2 2 97,2-2 1,6 3-127,4-1 0,2 3 0,-3-4 0,2 2-99,-2-2 0,3-2 0,-1-1 0,-2 0-16,-2 0 127,-1 0 0,-5 5 0,-1 0 105,-2-2 0,-2-1 1,-4-2-1,-2 0 348,-3 0-443,3 0 1,-17 0 0,1 0 342,-3 0 0,-6 0-190,3 0-216,-3 0 1,-9-2-376,-2-3 1,-5 4-180,-5-4-531,4 3 1,-13 2 111,-1 0 951,1 0 0,-27-2 0,-21-3 0,-1 0 0,-2-1 0,0 1 0,-1 0 0</inkml:trace>
  <inkml:trace contextRef="#ctx0" brushRef="#br0" timeOffset="104">6725 13022 7772,'15'-14'534,"-7"5"0,-2 1 1209,0 1-1497,-4 3 0,4 5 1,-6 4-1,-1 4 0,-3 4 1,0 1 579,0 0 0,1 5-581,-1 0 0,2 2 0,-3-4 0,2 2-90,-2-1 0,4-3 0,-4 0-255,3-1 150,2 0 0,0-4 9,0-1 0,0-7 0,0-2-38,0-8-163,0-5 0,0-6 0,0-1 71,0-3 0,0 0 1,2-6-1,1 1-94,2-1 188,0 7 0,-5 2 1,0 6 201,0-1-626,0 1 368,0 6 0,0 10 0,0 10 71,0 6 0,0 7 1,0-1-1,0 3 322,0 1-373,0 1 1,0-3-1,0 0-401,0-3 1,0-5-1,0 1 1,0-4-845,0 0 401,0-1 0,1-6-312,4-3 0,3-4 1169,6-1 0,13-50 0,3-14 0</inkml:trace>
  <inkml:trace contextRef="#ctx0" brushRef="#br0" timeOffset="105">6953 12994 7786,'0'-14'411,"5"4"1130,-1 1 952,1-1 290,-5 2-2453,0 2 0,0 8 0,0 2 226,0 6 0,5 7-370,0 2 0,-1 2 0,-4-4 0,0 4 338,0 1-598,0-5 0,0 5-1,0-5 1,0 2 0,-1-1-284,-4-2-210,3-2 0,-4-5 0,6 1-273,0 1 0,0-3-810,0 1 1,0-4-1068,0 4 1933,0-5 785,0 2 0,32-38 0,7-7 0</inkml:trace>
  <inkml:trace contextRef="#ctx0" brushRef="#br0" timeOffset="106">7266 13207 9428,'0'-8'4316,"0"2"1,0 4-3466,0-2-1387,0 2-2520,0-4-209,0-1 3265,0 6 0,12-6 0,4 7 0</inkml:trace>
  <inkml:trace contextRef="#ctx0" brushRef="#br0" timeOffset="107">7436 12980 7836,'0'-15'2868,"0"1"-1398,0 0 0,0 4 1,-1 3 708,-4 0-1935,3 3 0,-4 5 1,6 4-1,0 6 1119,0 6-1181,0-1 1,0 6 0,0-3-1,0 3 1,0 2 480,0 0-754,0-7 0,0 5 0,0-5-454,0 2 0,-5 0 72,1-4 1,-1-1 0,5 0-433,0 0-4033,0-6 1299,0 5 3192,0-12 1,0 4 0,0-10-1067,0-4 1513,0-4 0,10-21 0,5-9 0,1-4 0,0 1 0</inkml:trace>
  <inkml:trace contextRef="#ctx0" brushRef="#br0" timeOffset="108">7607 13065 7836,'14'-14'266,"-6"6"0,3-5 0,-6 4 2633,-2-4-1252,-1 5 0,-2-5 2752,0 4-3876,0 3 0,-2-5 0,-1 7-145,-2 6-276,0-2 0,4 13 1,-2-4 65,-2 4 1,-1 1 0,2 2 0,0 1 325,1 2-574,1 0 1,0-5-1,-1 1-279,-2-1 1,1-5 0,4 1-387,0 1 624,0-5 1,-2 5-72,-3-6-352,4 0 439,-6-12 1,7-2 0,0-10-230,0-5 1,0-3 0,0 0 0,0 2-699,0 2 561,0-1 1,0 2 0,0 3-2724,0 3 1054,0 2 1397,0 6 0,0 9 743,0 14 0,19 56 0,-7-25 0,0-1 0</inkml:trace>
  <inkml:trace contextRef="#ctx0" brushRef="#br0" timeOffset="109">7806 13136 7837,'0'-14'1962,"0"0"439,0-1-1633,0 1 1,-5 5-1,0-1 1,1 1-391,-3 1-2496,6 1-2034,-5 7 4152,12 7 0,27 20 0,13 11 0</inkml:trace>
  <inkml:trace contextRef="#ctx0" brushRef="#br0" timeOffset="110">8019 13036 7852,'8'-14'250,"-2"0"0,-6 0 0,0 0 2480,0-1-1932,0 7 0,2-3 1,1 5 1155,2-2-1960,6 5 0,-8-3-166,7 6 0,-1 6 181,5 4 1,-4 2-1,-2 2 1,-2 1-35,-3-1 1,4 5 0,-3 0-1,-1 0-300,-1 1 280,-8-4 1,3 6-1,-7-5 128,-1 2 0,0 0 0,0-4 0,1-3 436,-1-2-220,5 2 1,-5-8 40,6 5-879,-6-6 45,10 3 0,1-7 0,9-2 0,5-4-734,5 0 235,-3 3 0,9-7 0,-4 7-1616,1 0 2609,-5 3 0,23-12 0,-2-3 0</inkml:trace>
  <inkml:trace contextRef="#ctx0" brushRef="#br0" timeOffset="111">8503 13150 12500,'0'-9'7115,"0"-1"-7032,0 7 1,0-5-5849,0 3 2701,0 4 996,0-5 2068,0 6 0,19 18 0,4 6 0</inkml:trace>
  <inkml:trace contextRef="#ctx0" brushRef="#br0" timeOffset="112">8687 12937 7852,'0'-8'724,"0"-5"1914,0 4 828,0 3-339,-6-7-2798,5 11 0,-6 4 1,7 11 311,0 4 1,0 7-371,0-5 0,0 6 0,0-3 0,0 2 318,0-1-516,0-5 1,0 7-1,0-6 1,0-2 0,0-1-93,0-2-520,0 1 409,0-7 0,0-4-130,0-8 137,0-4 0,0-13 0,0-3-274,0-2 1,2-3-1,1 1 1,2-1-2387,-2 1 1401,-2-1 0,-1 3-2663,0 2 4045,0 3 0,-6 45 0,-2 9 0</inkml:trace>
  <inkml:trace contextRef="#ctx0" brushRef="#br0" timeOffset="113">2716 16434 7865,'6'-8'-284,"-4"-4"0,3 2 0,-2-2 2176,2-3-1359,-4 7 1,5-4 0,-4 2 458,3-2-832,-4-3 1,7 6 0,-5-1 309,2-1-329,0 5 1,-5-2-163,0 3-65,-6 4 0,-2-5 1,-7 6-1,0 1 0,-3 2-364,-1 2 358,0 6 0,5-5 1,0 5-30,0-1 0,6-1 0,2 4 1,1-2-165,0-1 240,0-1 0,7 5 172,3 1 1,3-3 0,6-1-1,0-3 386,0-2-399,0 5 0,1-7 6,-1 5 1,0 1 0,0 2 205,0-2-143,-6 2 1,-1-8 0,-6 3 520,4 0-522,-3 4-102,-2-3 0,-8 0-163,-7-4 0,1-2 0,0-2-14,0 0 85,0 0 0,4 0-186,1 0 0,5-6 0,0-4-429,2-3 497,2-1 0,0 0 0,2 0-2,2 0 1,3-1 0,4 1-1,-2 2-221,2 2-343,-4-3 0,5 10 1,-2-5-36,2 2 1,3 1 730,-1 5 0,13 38 0,3 10 0</inkml:trace>
  <inkml:trace contextRef="#ctx0" brushRef="#br0" timeOffset="114">3100 16491 7865,'-14'-14'1424,"4"6"0,2 2-346,2-1 0,0 4 12,1-6-1546,3 5 1,-4 0 0,8 8-2490,2 6 2945,-2-4 0,23 32 0,-1 2 0</inkml:trace>
  <inkml:trace contextRef="#ctx0" brushRef="#br0" timeOffset="115">3370 16349 7865,'-8'-6'-192,"2"4"0,6-6 0,-2 5 0,-1-3 0,-2-2 2049,2-3-1171,2 4 0,1-5 0,0 2 903,0-2-1056,0 4 0,-2 1 70,-3 7-524,4 0 0,-12 5 0,5 1 0,-1 1 0,-1 1-175,-1 0-1,5 1 0,-7 5-117,4 0 0,2 1 0,3-1 1,2-5-1,2 1-4,0 1 0,6 2 0,4-1 18,3-2 274,1 2 1,0-10-1,0 4 65,0 0 1,-4-4 0,-1 4 103,2 1-10,2-6-45,-5 12 0,-2-10 233,-6 7-102,0-7-400,0 9 1,-6-10-1,-4 3 1,-2-4-1,-2 1-511,-1 3 371,7-4 0,-4 5 112,2-6 1,-2 0-132,-2 0 208,6-6 1,3-3 97,10-10 1,-2 3-1,6-3 1,2 3 663,2 2-594,1 0 1,-4 0 0,-2-1-65,-2 1 1,3 0-1,-2 0-270,1-1-76,-5 1 1,3 5-1870,-6-1 1528,0 7 615,0-3 0,-6 50 0,-2 11 0</inkml:trace>
  <inkml:trace contextRef="#ctx0" brushRef="#br0" timeOffset="116">3541 16491 8252,'0'-14'585,"0"0"1,0 4 0,0 1 538,0-2-315,0 4 1,0-1-563,0 4-1134,0 2 0,12 34 0,4 15 0</inkml:trace>
  <inkml:trace contextRef="#ctx0" brushRef="#br0" timeOffset="117">3825 16264 7865,'0'-8'1945,"0"0"-654,0 3-1023,-6 3 1,3-4 0,-7 6-204,-1 0 3,5 0 0,-1 2 1,6 1 475,-4 2-507,3 6 0,-5-10 1,3 6 256,0-1 1,-3-5-182,3 4 1,0 2 0,-3-1 32,0 2 1,1-5-52,1 2-472,4 3 15,-6-7 165,7 5 0,0-4 200,0 3 0,0-2-15,0 6 95,0 1 1,7-1-33,2 1 0,-1-7 37,1 2 1,1 3-1,4 0 96,0-1-189,-6 6 1,5-7 0,-5 5 0,1-3-24,1-1 97,-7 4 0,3-8 37,-6 6 1,0-4-302,0 5 81,-6-7 1,-2 8-48,-6-6 1,0-1 110,-1-4 1,1 0 0,0 0-113,0 0 9,6 0 0,-3-1 0,6-4-340,2-5 269,1-2 1,4-2 0,3-1 117,4 1 75,4 0 1,1 0 0,-1 0 0,-2 1-222,-2 3 253,-6-2 1,8 9-1,-4-5-906,1 1-93,-5 3 998,3 4 0,-19 25 0,-2 7 0</inkml:trace>
  <inkml:trace contextRef="#ctx0" brushRef="#br0" timeOffset="118">4010 16477 7897,'0'-14'-55,"0"-1"55,0 1 2573,-6 6 0,4 0 419,-3 4-2607,4 2-1447,1-11-175,0 12 1,0-4 0,0 10-935,0 4 0,0-1 2171,0 2 0,19 24 0,4 12 0</inkml:trace>
  <inkml:trace contextRef="#ctx0" brushRef="#br0" timeOffset="119">4223 16278 8395,'0'-8'1293,"0"0"0,0 3 1182,0-4-2325,0 2 1,-1 1 0,-3 8 0,-2 2 0,0 6 0,-2 3 0,2 1 0,-1 0-71,4 0 0,-3 2 0,1 1 0,2 2-43,1-1-306,2-9 1,0 4 0,0-4 0,2 2-87,3-1 392,-4-4 0,12-6 287,-4 0 1,4-1-146,1-4 1,-4-1 0,-1-7 0,1 0 265,-3-3-394,0-1 1,-3-2 0,1 0 0,-2 2 0,-1-1 195,-2-1-606,0 4 0,0-1 0,-2 8-474,-2 2 1,0 1-445,-5 5 0,0 2 0,-6 2 1277,1 6 0,-13 47 0,-3 12 0</inkml:trace>
  <inkml:trace contextRef="#ctx0" brushRef="#br0" timeOffset="120">4522 16193 7897,'-5'-10'0,"-1"1"0,-1-3 645,1 0 0,-3 2 1,2 2 1133,-1 2-697,-1 1 1,1 2-269,3 3-579,4 3 1,1 12 0,0-1-1,1 2 1,2 1 611,2 2-676,0 6 1,-5-7-1,0 4 330,0-2 1,0 6-419,0-3 0,-5-1 0,-1 2 0,-1 0-116,1-2 1,-3 3 0,2-4 0,1-1-605,0 1 513,-5-2 1,9-5 0,-4 0-695,-1 0 1,6-4-423,-4-1-261,4-6 54,1 4 1,1-7-822,4 0 1131,3 6 1137,0-4 0,17-2 0,-1-8 0</inkml:trace>
  <inkml:trace contextRef="#ctx0" brushRef="#br0" timeOffset="121">4678 16349 7897,'-14'-6'0,"4"-2"0,2-7 1970,2 1-768,1 6 1,1-4 591,-1 2-1665,0 4 1,7 0 0,3 4-142,4-3 34,4 4 0,-4-6-50,1 7 1,-3 2-7,3 3 0,1-2 108,-6 6 1,4 1-1,-4 4 595,-2 0-490,-1 0 0,-7 1 0,-1-1 167,-2 0 1,3 0-297,-4 1 1,4-6 0,-5 0-1,1 3-134,1 0 25,2-4 0,4 3 0,-1-5-439,-2 2 377,0 2 1,7-2 0,3-4-7,4-2 0,4-4 0,1-2-64,0-6-270,1 4 1,-1-5-1,0 5-1050,0-2 0,-4 4 707,-1 0 1,1-4-1,4-2 804,0-2 0,13-34 0,3-8 0</inkml:trace>
  <inkml:trace contextRef="#ctx0" brushRef="#br0" timeOffset="122">4877 16264 7897,'-8'0'-316,"-4"-2"-127,2-3 2588,4 4 0,-5-7 465,6 3-32,-6 3-1987,9-4-459,-4 6 0,6 2-107,0 2 30,0-2 0,5 11 0,1-5-59,2-1 0,-5 6 0,3-5 0,-1 1-1004,0 1 803,6-7 1,-8 8 0,7-6-209,1-2 0,-3-1 299,1-2 1,1-2-1,4-1 235,0-2-53,-6-6 1,3 3-1,-5-6 1,1 0 81,-1 0 402,5-1 0,-9 6 117,2-1-445,-2 7 0,-4-1 1,-1 8 782,-2 6-737,-6 9 0,10-2 1,-6 5-1,3 0 0,-1-1 938,2-1-1114,-5 6 1,6-9-1,-2 5-142,2-1 1,2-2-326,0-5 1,-5 0-2461,1 0 1032,-1-6 0,5 0-2591,0-3 4392,0-4 0,12-13 0,4-12 0</inkml:trace>
  <inkml:trace contextRef="#ctx0" brushRef="#br0" timeOffset="123">5446 16207 7793,'6'-8'653,"-4"2"1,6-1 896,-4-2-1161,-2 2 1,4 3-1,-6 8 615,0 6-915,0 3 1,0 1 0,0 0 0,0 0 0,0 0 9,0 1 1,0-1 0,0 0 0,0 0-113,0 0 98,0 1 1,0-1-304,0 0 266,0 0 179,0 1-144,0-8 0,0-2 0,0-10 71,0-4-188,0-10 0,0 2 1,0-5 52,0 1 0,0-3-33,0 5 1,2-4 0,1 2-1,2 1 218,-2-1-153,-2 8 0,-1 1 1,0 2-264,0-2 179,0 4 0,0 3 0,0 10 46,0 4 1,0 4 44,0 1 0,0 5 0,0 0 0,0 0-140,0 1-7,0-4 0,0 5 0,0-7 0,0 0-861,0 0 78,0 1 1,0-6 0,0 1-1144,0 1 980,0-5 1035,7 0 0,13-25 0,10-4 0</inkml:trace>
  <inkml:trace contextRef="#ctx0" brushRef="#br0" timeOffset="124">5716 16207 7842,'0'-8'2428,"0"0"-1173,0 3 1,0 2 104,0-6-768,0 5-240,0-2 0,0 17 0,0 3-331,0 2 73,0 0 1,0 3 0,0 0-167,0-2 1,0-1-5,0-2 1,0 0 0,0 1-413,0-1 352,0 0 0,5-4 51,-1-1 96,1-6 1,-5-3 0,0-9 0,0-4 0,0-3 12,0-3-31,0 4 1,0-12 0,0 5-6,0-1 1,0-2 0,0 5 4,0-2-244,0 4 1,0-2-1225,0 5 762,0 8 0,0 2 0,0 10 1,0 6-1723,0 6 2068,0-1 1,0 9 366,0-6 0,25 44 0,7 7 0</inkml:trace>
  <inkml:trace contextRef="#ctx0" brushRef="#br0" timeOffset="125">5943 16349 7842,'0'-8'-798,"-4"0"0,-3 5 3068,-1-2-1101,5 0 1,-5 1 0,4-1 1104,-6 2-1565,4-5-2384,0 6 561,6-4 1,0 8-11,0 2 0,0-1 1124,0 7 0,25 12 0,6 8 0</inkml:trace>
  <inkml:trace contextRef="#ctx0" brushRef="#br0" timeOffset="126">6214 16193 7883,'7'-7'491,"6"6"0,-5-6 834,0 1-388,-2 4 0,-6-6 1328,0 4-718,0 2-1268,-6 8 0,0 4 0,-4 9 1,5-3-261,4-2-99,1 0 0,-2-1 0,-1-2 292,-2-2-412,1 1 0,4 4-414,0 0 516,0 0 0,-2-6 175,-3-3-110,4-3 1,-6-4-1,7-3 1,0-4-29,0-4-96,0-7 0,0 4 0,0-5 25,0 1 1,0 4 0,0-3 0,0 3-68,0 2 99,0 0 0,0 4-111,0 1 1,-1 6 101,-4-2 1,3 5-77,-2 5-24,2 3 0,2 1 0,0 1 0,0 1 0,0 1-1973,0 3 1180,0-1 1,0 0-829,0 0 1830,0 0 0,25-6 0,7-1 0</inkml:trace>
  <inkml:trace contextRef="#ctx0" brushRef="#br0" timeOffset="127">6356 16193 7883,'0'-8'481,"0"-5"1309,0 3-588,0 4 1,0-6 1013,0 2-623,0 4-1042,0-1 0,0 18 0,0 4 432,0 0-1007,0 1 1,0-1 0,0-1 99,0 0 1,1 0-167,4 0 1,-3 1 0,2-1-664,-2 0 480,-2-6 0,0 5 217,0-4 184,6-3 0,-4-1-70,3-10 1,-4-3-144,-1-6 1,0-5 0,0-1 0,0-2-84,0-4-3,0 0 0,0 2 1,0 2-1,0 1-176,0 4-596,0 1 0,0 5-1863,0 6 2353,-6 0 0,4 23 0,-2-4 0,2 3 0,2 2-1606,0 0 2059,0 0 0,19 21 0,5 6 0</inkml:trace>
  <inkml:trace contextRef="#ctx0" brushRef="#br0" timeOffset="128">6597 16264 9707,'-7'-8'1166,"0"0"1,6 5 118,-4-2 370,3 0 1,-6 4-354,4-4-1403,2 3-1542,-4-4-98,6 6 0,0 2-2028,0 2 2216,0-2 1553,0 10 0,25 3 0,7 7 0</inkml:trace>
  <inkml:trace contextRef="#ctx0" brushRef="#br0" timeOffset="129">6797 16193 7888,'-7'-8'368,"6"-5"0,-6 10 690,7-7-494,-6 1 0,4-1 0,-2 1 1409,2-2-1415,2 5 1,0-2 423,0 3-713,0 3-19,0-4 0,0 12-236,0 4-144,0-4-1,0 0 1,0-4-8,0 3 14,0-4-201,0 6 210,0-7 1,2-5 0,2-1-29,6-2 149,-4 5 0,5-5 1,-4 4-1,0-2-21,5-2 17,0 5 1,2-3 178,1 6 0,-6 0 38,1 0 0,-6 0 0,4 1 0,-1 4 783,-4 5-805,-2-4 1,-1 8 0,0-1 0,-1 4 0,-4 0 494,-5-1-782,4-1 0,-6 3 0,2 1 57,-3-1 0,4-4 0,1-3 0,0-1-158,0 1 92,5-5 0,-3 2-1108,6-3 1159,0-4 0,6 5 1,4-7 243,2-4-210,2 4 0,1-11 1,-1 6-1,0 0 1,0-2-502,0 0-224,1 5 1,-1-5 0,0 5-855,0-2 1,2 0 0,2 5 1592,0 0 0,14 0 0,-2 0 0</inkml:trace>
  <inkml:trace contextRef="#ctx0" brushRef="#br0" timeOffset="130">7195 16264 8743,'-7'-8'1659,"6"-5"1,-6 10 1050,7-7-1534,-6 1 1,4-1 465,-2 1-2367,2 6-2004,2-3 495,0 6 1,0 1 2233,0 4 0,32 9 0,7 8 0</inkml:trace>
  <inkml:trace contextRef="#ctx0" brushRef="#br0" timeOffset="131">7394 16093 7888,'-7'-14'267,"6"0"0,-7 4 0,5 1 2644,-2-2-1065,0 4 1,5-1 605,0 4-2228,0 2 0,0-3 0,0 10 195,0 4 28,0 4 1,0-3-1,0-1-2,0 2 1,-5 2 0,1 1-29,1 0-364,1 0 1,2 1 26,0-1 0,0 0 0,-2-1-83,-2-4-46,2 4 0,-4-10-321,6 6 903,0-5-123,0 2-367,0-6 0,0-6 0,0-4-285,0-2 49,0-9 0,0 5 0,0-4-57,0-1 1,0 4 0,0-5 0,0 1-688,0 4 784,0 7 0,-5-2-1261,0 2 1321,1 4 1,4 1 0,0 10 207,0 4-14,0 4 1,0 3 0,0 1-1,0 2 1,0-2 354,0-1-461,6-2 1,-5 1-419,4-1 0,-3 0-773,-2 0 1,1-6 0,3-1-2862,0-1 2892,1-5 1165,1 6 0,2-52 0,6-10 0</inkml:trace>
  <inkml:trace contextRef="#ctx0" brushRef="#br0" timeOffset="132">8915 10904 17757,'-8'0'-667,"2"-2"1,7-1-755,4-1 1523,-3-8 1,10 11-1,-2-4 1,2 2-1,3 0 1,-1-2 0,2 2-1,1 0 516,2-2-420,0 3-131,1-4 0,47-13 0,-25 7 0,0 0 1</inkml:trace>
  <inkml:trace contextRef="#ctx0" brushRef="#br0" timeOffset="133">9228 10776 18085,'8'-8'-1778,"0"-3"-85,-4 6 1639,-2 1 1,11 4 0,-4 0 0,4 0-290,1 0 1,-5 0 294,1 0 1,-5 0 0,2 1-119,0 4-25,-3-3-248,-4 10 1,-6-9 449,-3 7 0,-4-5 1,-1 2-1,0 1-56,-1 0-3,1 2 0,0 4 165,0 0 1,1 0 0,4 1 0,4 0-493,3 4 483,2-3 0,19 17 0,5-3 0</inkml:trace>
  <inkml:trace contextRef="#ctx0" brushRef="#br0" timeOffset="134">8133 10577 30107,'0'-8'-2458,"-2"2"0,-1 4 1,-3-1-1,-2-2 2616,-3 2 334,5 2 0,-7-4 0,4 0 1,-4 2 1258,-1 1-1006,-1 2 0,1 0 39,0 0 0,1 2-620,4 3 0,-4 1 1,4 5-1,-2-1-369,1 1 1,-2 1 0,2 2 0,-1 1 1247,2-1-1054,-4 0 1,7 5 0,-5 0-137,1-2 1,7-1 0,-2-2 0,4 1-1474,1-1 962,0 0 1,0 0 0,0 0 204,0 1 1,0 4 0,1 0 0,2-2-1662,2-1 1556,6-2 0,-8 0 0,5 2 280,-1 3 1,4-3-1,-2 3 1,4-3-54,1-2 243,0 6 1,2-4-1,1 1 450,2-6 0,7 2 0,-3-5 0,4 0 1621,2-3-1264,5 3 0,-8-7 1,0 4-65,-3-4 0,0-1 0,-4 0 0,-1 0 1407,-3 0-1270,-7 0 1,5-1 0,-4-2-151,4-2 0,1-1 0,0 1 0,2-5 322,3-2-964,-3-2 0,6-1 0,-4 1 0,0 0 0,1-5 0,-4-2 0,-1-1 0,0-3 0,7-2 0,-10-1 0,1-1 0,-4 1 0,-3-1 0,-5 1 0,0 0-2181,0-1 1291,-13-6 0,2 5 0,-12-4 399,-3-1 0,4 5 0,-2-3 0,-1 4-1197,-2 6 1512,-1 2 0,-1 7 1,3 1 42,2 4 0,-1 2 0,6 7 1,1 2-502,3 3 390,7 3 1,1 6 0,7 2 281,0 3 0,26 22 0,5 11 0</inkml:trace>
  <inkml:trace contextRef="#ctx0" brushRef="#br0" timeOffset="135">14076 10691 29560,'0'-22'-1639,"0"-4"1,0 6-1,0-1 1,-2 1 0,-2 2-1,-6 3-518,-2 0 2305,-3 1 0,1 5 0,0-1 1,-2 1-1,-1-1 0,-2 1 1,1-1 706,3 2 1,0-4-584,1 2 0,-2 2 1,-3 0-1,-4 2 0,-4 3 1,-2 0 943,1-2-853,0 4 0,1-4 0,3 8-128,5 2 1,-1 7 228,1 3 0,0 0 1,4 9-1,1 1-208,0 2 0,0-3 1,1 0-1,0 1-194,-1 2-310,9 1 0,-12-1 1,11-3-247,-2-5 0,5 1 121,-2-1 0,3 5 0,2-5 0,0-2-1354,0-1 1300,7 4 0,-1-4 0,5 3 0,-1-3 0,-1 0-562,-1 3 842,5-3 0,-5 4 0,6-6 153,0 1 1,0-3 50,0-2 1,1 2 0,-1-4-1,0 0 1152,0-3-781,7-4 1,1-1 0,6 0 0,1 0 0,1 0 2031,3 0-1703,-3 0 0,9-6 0,-4-3 108,2-4 1,-1-1-489,2 0 1,-3-2 0,-7-2 0,0-2 320,1-2-600,-1-2 1,-4-3 0,-2 2 0,-3 1 0,-5-1-177,-3-2-398,-1 5 0,-2-3 0,-4 4-26,-2-1 1,-8 3 0,-4-3 0,-2 0-1086,-3 0 1108,-5 4 1,-2-2 0,-7 6 273,1-1 1,-5 3 159,0 2 1,-7-2-1,2 4 1,-3-2 70,-2 1 141,1 6 0,4-8 1,0 6-1,0 2 1,2-1 938,2 0-950,4 2 1,8-4 0,3 7 0,5 4 0,3 5-1806,2 2 932,5 3 1,-2 0 0,6 3 292,0 1 0,6 25 0,2 2 0</inkml:trace>
  <inkml:trace contextRef="#ctx0" brushRef="#br0" timeOffset="136">5602 16576 6809,'0'-8'1236,"0"2"-1033,0 6-238,0 0 0,7 0 0,2 0 106,4 0 0,-4 0 0,1 0 0,1 0-42,1 0-65,3 0 1,-1 0-1,2 0 1,3 0-1,4 0-228,4 0 262,1 0 0,3 0 1,0 0-1,4-1 1,1-3-59,4 0 152,1-1 1,-3 0 0,-2 0-93,-1 2 1,3 2-1,-5 1 1,-3 0-79,-5 0 66,-4 0 0,-2 0 1,0 0-12,-2 0 0,4 0 1,-3 0-1,0 0 46,-2 0 2,4 0 1,1 0-1,4 0 60,-1 0 1,-2 0-78,1 0 0,3 0 1,-6 0-1,1 0-17,-1 0 9,-1 0 0,0 0 1,2 0-1,1 0 0,3 0-7,2 0 40,2 0 0,1-2 0,1-1 39,2-2 1,5-1-1,-5 3 1,1-2 129,0 2-53,-4-5 1,0 6 0,-8-2 7,-1 2 0,-2-3 0,-5-1 136,0-2-67,1 5-77,-7-3 1,3 4-243,-7-3 178,1 4-178,-5-6 0,-2 7 203,-2 0 413,2 0-261,-4 0 1,4 0 73,-2 0-787,2 0 0,-6 0-132,3 0 0,2 0 0,-6 0 583,-2 0 0,-65-6 0,29 2 0,1 0 0</inkml:trace>
  <inkml:trace contextRef="#ctx0" brushRef="#br0" timeOffset="137">5602 16619 6199,'0'-8'-268,"0"2"394,0 6 122,0 0-196,7 0-87,0 0 1,8 0 0,-1 0 0,0 0-375,0 0 375,1 0 34,-1 0 0,32 12 0,7 4 0</inkml:trace>
  <inkml:trace contextRef="#ctx0" brushRef="#br0" timeOffset="138">2844 14330 8094,'0'-14'259,"-6"6"0,3-5 0,-5 4 994,1-4-1039,3 5 1,4 0-1,0 7 1,0 1 3,0 6 0,0 1 0,1 2 0,2 4-88,2 4-48,0-1 0,-4 6 0,3-5 0,0 2 0,-1 0 12,-1 2-65,-2-5 1,0 4 0,0-6-285,0 1 1,0-1 0,0 0-1092,0 0 1007,0 0 1,0-4 0,2-2-1999,2-2 1366,-2-1 971,4-5 0,1-44 0,0-12 0</inkml:trace>
  <inkml:trace contextRef="#ctx0" brushRef="#br0" timeOffset="139">2887 14330 8094,'6'-22'-677,"-4"0"0,2 5 2370,-2-2-1337,-2 0 0,5 4 0,-1 1 244,-1 0 0,4 0-423,-2 0 1,4 4 0,-3 2 0,2 2-55,3 3 0,2-4 0,3 3 0,1 0-337,2 3 206,0 1 1,-5 5 0,0 1-12,1 2 1,-6 1-124,1 6 1,-7-1 0,0 0 0,-5 2-41,-2 3 1,-12-3 0,2 2-1,-4-2-28,-2-1 11,4 5 1,-5-6 0,6 2 95,-4-5 1,8-3 0,-4 3 0,3-3-51,-1-2-20,5-1-78,-4 1 340,10-4 0,2 4 0,9-6 183,4 0-27,1 0 0,1 2 0,-1 1 0,0 3 0,0 1 598,0-1-700,1 5 0,-3-3 0,-1 5 18,-1-4 1,-2 4-127,1-4 1,-1-1 0,-3 1-600,4 3 356,-2-6 0,0 0 0,-2-6 0,5 0-1232,2 0 1206,3-6 0,4-2 0,-1-6-17,0 0 1,2-1 196,-1 1 0,0-5 0,-4 0 1,-1 2-66,0 1 234,-6 2 1,3 4-1,-5 2 1,1 1 925,-1-1-768,-1 4 1,-5 0 0,-2 8 278,-3 6 1,2 3-277,-6 1 0,5 2 0,-2 1 0,1 2-45,1-2 0,-1-1 0,5-2 0,0 1-108,0-1-91,0 0 0,6 0 0,4-1-466,2-4 1,3-2 130,-1-7 1,5 0-1,1-2 1,1-3 77,-1-4 0,-1-4 0,-3-1 0,0-2 377,-2-3-165,4-3 0,-12-2 1,3 2 277,-4 2 0,-3-4-160,-2 5 1,0 0 0,-2 5 0,-3 1-27,-4 4 1,-4 3 0,-3 6-1,-1 0-307,-2 0 233,0 0 1,5 6 0,0 3-61,-1 4 0,6 6 67,0 0 0,1 0 0,-2-5 0,5 0-114,4 0 0,1 1 0,0-1 1,1-1-829,4-4 695,3 4 0,6-12 0,2 4-280,3-3 1,2-4 411,2-3 0,4-1 0,-5-7 0,2 1 194,0-4 0,-5-2 0,3 4 0,-2-2 824,-2-3-761,-9 4 1,2-1-1,-6 6 1,0 1 392,1 1 1382,-4 2-1555,4 6 0,-6 6 1,0 4-1,0 2 240,0 2-551,0 1 0,-5-1 1,0 2-89,2 3 1,2-8-327,1 3 1,4-3-1,3 2 1,1-2-479,3-2 390,1-6 1,2 4-1,1-7 1,-1 0 0,0-2-956,0-3 1279,1-3 0,-3-6 0,-1 0 296,-1 0 1,-1-1 158,5 1 1,-4 2-1,-2 1 1055,-2 1-874,5 1 0,-8 1 250,7 3-479,-7 10 0,3-2 0,-6 6-60,0 2 1,5 2-264,0 1 0,4 0 1,-2-1-1,0-2-902,5-1 622,0-7 1,2 5 0,2-5 0,2 2 0,1-2-1038,-2-2 1162,5-7 1,-6-2 0,4-8-98,1-3 1,-5 2 234,3-7 0,-4 1 0,-2-7 0,-3-2-74,-6-1 280,-2-7 0,-2 10 0,0-3 0,-2 3 0,-1 2 589,-2-1-443,-6 13 1,8-1 305,-6 12-492,6 1 1,-4 10-1,7 3 1,0 6-1,0 2 526,0 2-415,0 0 0,0 0 0,0 1 164,0 3 0,5-1-287,0 1 0,-1 3 0,-4-7 0,0 0-72,0 1 0,0-4 0,2 3 1,1-3 242,2-2-547,0 0 0,-5 0 0,1-1-247,4-4 56,-3-2 1,10-7 355,-2 0 0,2 0 1,1-2-1,-2-3-23,-2-4 188,1 3 0,3-7 0,-2 3 18,-2-2 0,-1 2 76,2 1 1,2 1 0,-4-3-1,2 3 58,-1 2 0,-4-1 0,4 4-8,2-2-265,2 1 0,-4 4 0,1 0 1,1 0-287,2 0 283,1 0 0,2 4 1,1 3-2,2 1 1,1-4-21,-1 6 1,-1-7 0,4 3 0,0-1-135,0 0 196,2 0 0,0-5 0,-2 0 0,0 0 0,-2 0-119,1 0 172,-2-7 1,-5 4-1,0-5 1,-1 0-1,-2 0 195,-2-3-107,-5 5 0,7-7 297,-7 4-404,1-4 0,-5-1 0,-1 1-347,-4 4 265,3 3 1,-10 6 0,2 0 0,-3 1-430,-1 4 357,0-3 0,5 10 0,-1-2-80,-1 2 0,5 3 160,1-1 0,2 0 0,0 0 1,-2 0 308,2 1 1,1-1-1,2 0 1,0 0 467,0 0-348,0 7 1,0-5 0,0 3 68,0-3 1,5-2-163,0 0 0,-1 0 0,-4 0 238,0 1-505,-6-7 0,3 4 0,-7-4 0,-1 0-423,-1-3 339,-2-4 0,-1-1-84,1 0 1,1-6-76,4-4 1,3-2 0,6-4 0,1-3-232,4-5 1,3-1 0,6 0 0,2 1-1030,3-1 983,-3 4 1,3-1-1,-8 5 514,-2-2 0,-31-32 0,-3-2 0</inkml:trace>
  <inkml:trace contextRef="#ctx0" brushRef="#br0" timeOffset="140">4124 14288 8114,'-8'-8'1175,"0"-3"1,5 4-410,-2-1 1,0-1 0,7-4-382,2 4-339,4-4 0,13 5 0,4-4 1,5 1-1,3 3 195,-1 1-823,-2-4 1,-2 10-1,-1-4-1351,-3 3 0,-3 2 1933,-7 0 0,-44 26 0,-11 5 0</inkml:trace>
  <inkml:trace contextRef="#ctx0" brushRef="#br0" timeOffset="141">5361 14032 8125,'-15'-7'432,"1"6"1,0-6 0,0 7 1080,-1 0-1377,8 0 0,3 0 1,12 0-1,10-1 1,7-2-1,10-4 1,4 1-1,4-2 1382,-1 0-1502,1-1 1,-7 1 0,-2 2 0,-4 1 0,-2 0-1089,1 2 371,-7 1 1,-7-2-899,-5-1 834,-13 0 0,-5 5 0,-16 0 173,-3 0 1,-3 0 591,-3 0 0,-16 6 0,-9 2 0</inkml:trace>
  <inkml:trace contextRef="#ctx0" brushRef="#br0" timeOffset="142">5503 13961 8125,'14'7'59,"-6"0"0,3-6 0,-5 2 395,2 2 27,2 0 1,-1 0 0,-1 1 364,-2 2 1,-1-3-517,-5 4 0,5 1 1,-1 4-1,0 0 43,-3 0 1,-1 2 0,-1 1 0,-3 2 372,0-1-641,-7-2 1,8 3 0,-5-1 92,1 0 1,1 1-339,1-5 0,2 3 0,-5-7 0,2 3-658,3 1-372,1-6 1,2 4-1381,0-2 1261,0-4 218,0 0 1,2-6 1070,2 0 0,30-25 0,11-6 0</inkml:trace>
  <inkml:trace contextRef="#ctx0" brushRef="#br0" timeOffset="143">5929 14145 8125,'0'-14'243,"-1"5"0,-4 1 1578,-5 1-1345,4-4 1,-7 10 0,4-4 0,-4 3 1071,-1 2-1384,0 0 0,0 2 1,-1 3-158,1 4 0,0 4 7,0 1 0,6 7 1,2 1-1,1 1-918,0 1 618,0-6 0,5 4 1,0-5-1,2 2-1336,3-2 1358,3-7 1,6-4 0,0-6 68,0 0 1,0-3 0,2-5 0,2-6-401,1-2 734,0-6 1,-5 1 0,0-4 214,0 1 1,-1 6 0,-2-5 0,-3 3 665,-2 2-502,-1 9-544,-5-4 0,0 13 0,0 0 0,0 8 298,0 5-195,0 7 0,0-2 0,0 4 11,0-2 1,0 4 0,1-5 0,3-2 65,0-1-288,7-1 0,-3-3 0,7-2-195,-1-6 1,5-2 0,0-2-1,0-3-507,1-7 617,2 1 1,2-18 0,-2 3 54,-1-3 1,-2-1 0,-5-2-1,0-2 261,0-1-54,-6 0 0,-2 1 0,-6 2 224,0 4 0,-4 11 0,-3 1 1,0 3 800,-5 3-906,6 2 0,-7 12 0,6 5 181,-1 7 1,-3 4-148,6 6 1,0 1 0,5-1-1,0 0 961,0 1-996,0-1 1,0 1 0,0-1 0,0-1-1,0-2-48,0-1-554,6-7 0,-4 4 0,3-7 34,-4 0 1,1-4-91,3-1 0,-2-6 0,5 1 355,-2-8 1,5-3 0,-1-9 0,2-2-101,2-1 287,1 1 0,0 2 1,3 0 258,1 2 1,0-4-35,-5 9 0,0 3 0,0 1-125,1 3 1,-7 4 0,-4 3 0,-2 4 391,-2 4-503,0 7 1,-2-4-1,-2 5 47,-6-1 0,-4-4-422,-5 3 1,3-3 0,-4-2-1,1-2-309,0-2 1,0 1-1,4-6 239,1-2 246,6-2 0,2-2 163,6-4 0,0-3 123,0-6 0,8 5 1,5-1-1,4 1 203,0 1 1,4-3 0,-1 4 0,3-1 457,2-3-698,2 5 1,1-7-1,1 4 1,-1-4-1,2-1-243,3 0 126,-3-7 1,5 4 0,-7-7-180,1-1 1,-2 0 86,-4 1 0,-2-3 1,-7 2-1,-1-4 81,-4 1 0,-2-2 1,-9 11-1,-3 2-81,-4 1 179,-4 2 0,-1 6 0,-2 3-88,-3 3 0,3 4 48,-3 3 0,-1 7 0,1 9 1,3 1 58,5 3-19,-2 2 0,10 3 1,-5 0-1,2 0 0,3-3 817,1 0-748,2 0 1,0-4 0,2 0 6,3-3 1,4-3-140,10-7 1,-2-4 0,7-6 0,1 0-425,2 0 287,-5 0 0,5-11 1,-3-3-1,3-3 1,0-2-533,-4 0 654,-2-7 1,-7 11 0,-1-4-26,-4 3 0,-3 2 0,-6-1 14,0 1 116,0 6 0,-6 4 0,-3 8 31,-4 6 1,-1 2 0,0 3-1,1 0 581,3 4-547,4-3 0,6 5 0,0-7-55,0 0 0,11 0 0,5 1 0,3-3-519,2-2-187,4 2 1,-5-10-1,6 4-1323,-3 1 1938,1-6 0,-2 6 0,-1-7 0</inkml:trace>
  <inkml:trace contextRef="#ctx0" brushRef="#br0" timeOffset="144">8218 10833 8108,'-14'-8'448,"5"2"1,-1 6 785,-1 0 773,5 0-1602,-1 0-405,7 0 0,-12 0 0,-4 0 0</inkml:trace>
  <inkml:trace contextRef="#ctx0" brushRef="#br0" timeOffset="145">5673 16619 8197,'-8'-6'-35,"1"4"0,3-4 830,0-1 801,-7 6-1041,9-5 1,-4 4-58,6-3-532,0 4 0,1-6 0,4 7 276,4 0-166,4 0 1,1 0 0,2 0 18,3 0 0,-2 0 70,7 0 0,0 0 0,4 0 1,1 0-82,-1 0 0,1 0 0,-1 0 0,0 0-206,1 0 160,-1-6 1,5 4-1,1-2 1,-1 2-1,0 2 100,0 0-130,0 0 0,-4 0 0,1 0 73,3 0 0,2-1-23,3-4 0,-4 3 0,-5-3 1,-1 4 223,1 1-251,5 0 0,-8 0 0,2 0 0,-3 0 0,-1 0-180,0 0 170,0 0 1,-1 0-1,1 0-13,1 0 0,2 0-5,2 0 0,4-2 0,0-1 1,-3-2 100,-5 2-96,2 2 0,-5-4 0,7 0 0,-1 2 1,-1 1 43,-3 2-99,-4 0 0,-4 0 1,1 0-1,2 0 1,-1 0-46,-3 0 85,0 0 0,0 0 1,3 0-1,1 0 1,-2 0 72,-1 0-53,-2 0 0,0 0 0,1 0 125,-1 0 1,0 0-1,0 0 392,0 0-337,-6 0 268,5 0 35,-5 0 251,0-6 83,-2 5-49,-6-6 74,0 7-814,-6 0-282,4 0 67,-4 0-589,6 0 960,0 0 134,-6 0 131,4 0 31,-4 0-317,6 0-1120,0 0 867,-7 0-131,6 0 194,-6 0 0,7-1 221,0-4 69,0 3 533,0-4-483,0 6-10157,0 0 9525,-6 0 0,-8-6 0,-8-2 0</inkml:trace>
  <inkml:trace contextRef="#ctx0" brushRef="#br0" timeOffset="146">10934 14430 8189,'8'0'347,"-2"-7"1,-4-1 0,1-1 1438,2-1-1492,-1 7 1,-4-1 0,2 8 308,3 6 0,-4 2-413,4 3 0,-3 4 1,-2 1-1,0 1 0,0 1 1,0 0 350,0 3-568,0-4 1,0 4 0,0-6 0,0-2-1,0-1 33,0-2-160,0 1 1,0-6 916,0 1-678,0-7 1,0 0 0,0-11-113,0-6 0,0-5 1,0 0-1,0-5-256,0-3 164,0-1 0,0-5 0,0 1 137,0 5 0,4-1 0,1 6 0,-2 0-12,-1 3-276,4 9 1,-4 2 277,2 3 0,-2 5 0,-2 2 1,0 9 457,0 6-340,0 9 0,0-9 1,0 5-69,0-1 0,-5 4 0,0-3 0,2 0-556,2-3 299,1-3 1,0-2-1,-2 0-943,-3 1 1,4-1-1359,-4 0 865,4-6 425,1 5 1210,0-12 0,18-39 0,6-17 0</inkml:trace>
  <inkml:trace contextRef="#ctx0" brushRef="#br0" timeOffset="147">11488 14373 8176,'-8'-7'240,"-4"0"1,9-1 0,-7 1 0,-1 3 0,-1-1 0,-3 2 147,1 1 0,3 2 1,-2 2-1,-2 2 1,-1 6-1,0 3 410,2 1-696,0 6 0,-1 1 0,3 4 0,1-1 1,3 1 14,1 2 1,3-3-192,4-1 0,0-4 1,1 3-1,2 1-98,2-1 0,6-10 1,0 3-1,5-4-351,3-4 410,6 0 0,-9-7 0,5-2 54,-1-3 0,-2-2 0,4-8 0,-2 1 364,-2 0-142,-3-7 0,0 6 0,-3-6 266,-2 1 1,1 4 0,-6-3 942,-2 3-800,-2 8-512,-1 2 1,-1 7-1,-2 4 1,-2 6 545,2 6-411,-5-1 0,6 10 0,-3-6 39,4 2 1,-4-4 0,0 2 0,2-1 287,2 0-701,1 0 1,0-5 0,0 0-447,0 1 1,0-6-1191,0 1 814,0-7-2414,0 3 1983,0-6 1432,6 0 0,22-35 0,9-18 0,5-3 0,1 1 0</inkml:trace>
  <inkml:trace contextRef="#ctx0" brushRef="#br0" timeOffset="148">11886 14401 9339,'-7'-6'5206,"-6"4"-4459,11-4-387,-4 6 1,4 0 0,-1 2 954,-1 2-1188,-1 4 0,5 6 0,0 1-37,0-1 1,0 0 22,0 0 1,0 1 0,0 0 0,0 3-50,0 1-71,0 0 0,-2 0 0,-1 0 0,-2-2 0,2-1-202,2-2 145,1 0 1,0 0-198,0 1 104,0-1 273,0-6 1,-2-2 0,-1-9-410,-2-7 1,0 1 0,5-12 0,0 2-1781,0 0 1653,0-12 1,0 7 0,0-11-23,0 1 0,2 2 1,3-4-1,3 1-349,-1 3 646,6 9 0,-5-3 0,6 7 176,0 2 0,1 8 1,-1 4-1,0 3 279,0 2-105,-6 0 1,-1 2 0,-6 3 134,4 4 1,-4 4 0,3 1 0,-8 0 447,-5 0-584,-4 1 1,-1-1 0,0 0-516,0 0 1,-1 0 0,1 1 0,0-3-3935,0-2 2613,6 2 1632,-5-4 0,31 0 0,-1-1 0</inkml:trace>
  <inkml:trace contextRef="#ctx0" brushRef="#br0" timeOffset="149">12441 14387 7933,'6'-14'784,"-4"4"1,3 1 1039,-4-2-1630,-1 4 0,0 3 0,0 8 0,0 6 0,0 3 0,0 1 0,0 2 696,0 3 1,0-2-717,0 7 0,0-5 0,0 3 0,0 0-10,0 0-178,0-5 1,0 4 0,0-7-1,0 0 1,0 0-699,0 1 1,-5-1-2301,1 0 963,-1 0 2049,-1-6 0,4-84 0,-1 25 0,0 0 0</inkml:trace>
  <inkml:trace contextRef="#ctx0" brushRef="#br0" timeOffset="150">12469 14373 8048,'0'-8'-552,"-1"-5"368,-4 4 2199,-3-4-719,0-1-1162,2 0 0,6 4 0,2 2 0,2 2-211,6 3 129,2-5 0,7 6 0,2-4 1,-1 1-1,1 1 7,-4 0 97,-1 3 1,-2-4 0,1 0 1,-1 1-306,0 4 279,-6 0 0,0 0 0,-5 1 103,2 4 0,-1 3 0,-5 8 558,-4 3-711,4-10 1,-12 15-1,3-12 47,-2-1 0,1 8-121,-3-4 1,2-3 0,-6-2 0,2 1-138,1 1-82,8-4 1,-6 3-1,3-4 1,-2-1-929,-2 0 622,6-1 424,1-5 1,18 0 0,5 0 726,5 0-526,-4 0 0,4 0 1,-7 2 186,0 2 1,0-2 0,1 4-1,-1-1 669,0 0-822,0 6 1,-1-3 0,-2 4-27,-2-2 1,-4 3-1,3-4 90,-2 4-601,-1-5 0,-3 3 0,1-5-926,2 2 0,-1-3-2516,-4 4 3838,7 0 0,7-20 0,8-6 0</inkml:trace>
  <inkml:trace contextRef="#ctx0" brushRef="#br0" timeOffset="151">12967 14401 8048,'-6'-14'1210,"3"6"0,-5 2 769,1-1-1559,-4 6 1,3-5 0,-6 6-1,0 1 1001,0 4-1200,6-4 0,-5 12 1,5-3-140,0 2 1,-3 7-1,7 0 1,0-1-245,3-3 31,1 0 1,0-1 0,0 0-433,0 0 0,5 0 345,-1 1 0,7-6 0,0-1 1,5-2-461,3-3 580,0-1 0,0-4 1,0-2-1,0-6 0,0-2 21,0-3 88,0-5 0,-5 2 0,-1-5 84,-4-2 0,2-2 0,-6 0 0,-2 2 57,-1 1-256,-9 6 1,0-2-1,-9 7 82,-3 4 0,1 3 1,-4 6-1,2 1-141,2 4 138,-4 9 0,6 2 0,-2 4 38,2 1 0,8-4 0,3 5 0,3-1-568,2-4 382,0-1 1,7-2-1,2-1-179,4-4 1,7-2 0,4-7 0,3 0-535,1 0 804,1-7 1,-1 0-1,-1-8 164,-3 1 0,1 0 1,-6 0-1,-2-1 272,-1 1 544,-8 0 1,0 0 960,-3 0-917,-4 6-758,6 1 0,-12 9 1,0 3 12,2 4 1,-3 4 0,1 1 0,2 0 11,1 0-236,2 1 1,0-1-441,0 0 0,2 0 1,3-1-1,4-4-1185,4-4 1364,1 3 0,0-6 0,0 2-84,1-2 0,-1-7 0,0-1 0,0-2 11,0-3 383,1-2 0,-1-1 0,-1 0 134,-4 0 1,-1 4 624,-3 1 0,-4 4 321,4-5-830,-3 7 1,-2-1-1,0 8 364,0 6-535,0 2 0,0 3 1,0-1-78,0 0 0,0 0-172,0 1 0,4-6 0,3 0 0,1 1-571,3-2 325,8 5 0,-4-12 0,4 4 1,-1-4-1,-1-2-781,2-4 1020,6-3 0,-9-8 0,5-3-81,-1-4 0,-4-4 148,3-2 1,-3-1 0,-4-1 0,-2-4 201,-5-1-13,-4-2 0,-1 2 1,0 2-1,0 6 1,-1 6 561,-4 8-531,3-1 415,-10 14 0,5 1-233,-2 9 1,-2 5 0,6 5 0,0 4 753,-1-1-861,4 5 1,-4-5 0,6 6 0,0-1 0,0-2 180,0-1-343,0 0 0,5-1 0,1-1-51,2-1 1,-3-2-254,4-5 0,1 0 0,4-1 0,0-4-783,0-4 792,1 3 0,-1-6 1,0 2-1,0-4-671,0-4 974,1-4 0,-3-6 0,-1-1-151,-1 1 0,-5 0 267,4 0 0,-4 1 1,3 2 306,-2 1-536,-1 1 1,-4 1 719,4 3-468,3 4 0,1 2-112,1 4 1,-1 3-1,6 5 1,0-2-37,4-2-138,-3-6 0,9 8 0,-4-6-179,1-2 1,7-1 0,4-2 0,-2 0-291,-1 0 481,5-6 1,-5 2 0,3-5 0,-3-2 0,-8-2 1,-3-1-1,-3 0-274,-2 0 609,1-1 1,-8 6-1,-2-1-18,-3-1 0,-2 3 0,-2-1-111,-3-2-119,-2 5 1,-3-1-1,1 6-112,-2-4 0,3 3 0,-2-2 0,-1 2-287,-2 2 290,-1 0 0,0 6 0,0 4 54,0 3 0,-1-2 0,1 1 0,0 4 281,0 0-56,0 6 0,4-5 0,2 5 222,2-1 1,1 4 0,5-3 0,0 2 515,0 0-510,0-1 1,2 4 0,1-1-100,2-3 1,4-5 0,-4 1 0,0-4 68,1 0-56,-5-8-146,6 6 1,-14-11-1,-2 2 1,-4-2-467,-1-2 205,-6 0 1,2-2 0,-4-1-201,2-1 1,-4-9 0,5 0 0,3-6-248,5-3 158,5 5 1,6-10 0,1 3-544,4-3 0,4 5 368,10 3 1,-1-1-1,6 1 1,1 1-1572,2 3 1743,-5 7 1,3-5 0,-4 5 380,1 0 0,-37-36 0,-3-3 0</inkml:trace>
  <inkml:trace contextRef="#ctx0" brushRef="#br0" timeOffset="152">13735 14216 8048,'-22'0'361,"-5"0"1,11 0 0,-1-1 1040,6-4-967,4 4 0,4-6 0,3 7-1051,6 0 477,12 0 1,5 0-1,11 0 1,2 0-1,2 0-1744,0 0 1518,0 0 0,-2 0 0,-3 0-668,-3 0 1033,-1 0 0,-14 0 0,-2 0 0</inkml:trace>
  <inkml:trace contextRef="#ctx0" brushRef="#br0" timeOffset="153">14616 14174 8042,'-8'-8'321,"2"0"1,4 5 0,-1-4-1,0 1 1883,5 0-1922,4-5 0,15 8 1,2-5-1,6 0 1,4 2-1,5-2 1,3 1 190,2 1 1,2-3-585,-2 4 1,-3-5-1,-14 6 1,-2 0-1240,-5 3-2113,-3 1 2785,-8 6 1,-10-3 0,-11 7 677,-4 1 0,-8-5 0,-42 19 0,26-13 0,-1 0 0</inkml:trace>
  <inkml:trace contextRef="#ctx0" brushRef="#br0" timeOffset="154">14844 14117 8042,'8'0'698,"-2"-2"0,-4-1 714,2-2-420,-2 1 1,4 5 854,-6 4-1466,0-3 0,0 15 0,0-3 73,0 2 0,0 6-220,0 2 1,0 1-1,0 0 1,-1 1 337,-4 4-559,3-8 0,-9 14 0,7-12 1,0-2-1,1-2-1034,-2-1 635,4-6 1,-5 0-2064,6-4 882,0-3 0,1-1-592,4-10 854,3 4 1305,6-12 0,18-15 0,7-9 0,4-5 0,-1-1 0</inkml:trace>
  <inkml:trace contextRef="#ctx0" brushRef="#br0" timeOffset="155">15199 14188 8042,'0'-14'410,"0"0"1200,0-1-1015,-6 1 1,-2 6 0,-8 3-1,-1 4 1250,-2 1-1667,-6 6 1,9 2 0,-5 8-63,1 3 0,4-2 0,-3 7 0,3 0 175,2-2-490,6 5 1,2-12 0,6 6-105,0-1 1,1-4 0,4 2-1294,5-7 1331,2-5 1,2-6 0,1 0-16,-1 0 0,2-2 0,1-4 0,2-7 208,-2-4 106,-1-2 1,-2 3 0,1-1 282,-1-2 0,-2 0 1,-1 5-1,-3 0 520,-1-1-545,4 1 0,-10 5-204,4-1 0,-3 9 0,-2 1-51,0 8 82,0 4 1,0 2-1,0 1-103,0-1 1,0 5-1,0 0 1,1-2-712,4-1 579,3-2 0,1-4 1,2-2-71,5-2 1,-2-1-1,7-5 1,-2-2-614,0-3 602,6-3 1,-4-11 0,4-1-13,-1-2 1,-7-2 0,2-6-1,-3-2 167,-2-1 128,-6 0 1,-2 5 0,-6 1 175,0 3 0,0 4 0,-1 7 0,-4 3 305,-5 6-334,-2 2 1,-1 8 0,2 6 157,2 5 0,1 5-85,-2 6 1,-1 1 0,6-1 0,2 2 51,2 4 0,1-4 1,0 3-1,0-5-38,0-4-858,0 3 0,4-10 54,1 7 180,6-7 0,-8 2-363,7-9 595,-7-10 0,8-8 0,-5-8 1,2-2-1,3-2-177,2-2 262,1 4 1,0-2 0,1 6 0,0 0 0,3 1 272,1 3-185,-7 4 0,1 6 0,-3 0 204,2 0-123,-4 0 1,3 6-1,-6 4 1,-2 3-96,-1 1 0,-7 0 1,-1-1-1,-2-2-4,-3-2-473,-2 1 0,-6-1 1,0-1-39,2-2 1,-4-1 133,2-5 1,0 5-1,5-1 1,0 0-138,0-3 0,4-1 68,1 0 606,5 0-28,-2 0 0,17 0 0,5 0 394,5 0-305,-4 0 0,10 0 1,-4 0 28,4 0 1,2 0-260,-1 0 1,1-5 0,-1-1 0,0-2 109,1-3-221,-1-1 0,1-7 0,-1-2 1,1-1-1,-1-3-562,1-2 497,-7-2 0,1-1 0,-7-1-28,-3-2 0,-7-1 0,2 6 1,-2 1 221,-3 3-118,-7 4 0,-4 6 0,-8 1 10,-3 4 1,3 2 0,-3 7 0,2 3-44,-2 7 143,3-1 0,-9 18 1,6-3 133,2 3 1,6 3-1,3 1 1,0 3 607,0-3-519,5-1 1,-4-1-1,9-1-50,3 1 0,3-6 1,6-1-1,2-1-289,3-4-124,3-7 0,6-4 0,1-6-185,-1 0 1,5-2-1,-1-2 1,-4-7-594,-3-7 715,-1 2 1,3-9 0,-2 5 32,-1-2 0,-7-2 1,2-5-1,-3 1-278,-2 0 519,1 5 1,-8 3 88,-2 6 1,-5 6-1,-5 3 1,-6 5-77,-6 5 3,1 3 1,-11 12-1,4 4 59,-4 3 0,5 0 0,3-2 0,3-1 684,2 1-681,6-5 1,1 6-1,7-7-102,0-2 1,12-6-1,3-3 1,6-2-310,4-3 138,8-1 1,-3-2 0,4-2-468,-4-2 0,1-3 0,-1-4 0,-5 3-2707,-2 2 3314,-5-5 0,-41-16 0,-10-11 0</inkml:trace>
  <inkml:trace contextRef="#ctx0" brushRef="#br0" timeOffset="156">9612 15524 8141,'0'-8'345,"4"1"0,1 2 1419,-2-5-465,-1 4 0,-1 0 69,4 6-1092,-3 0 1,4 1 0,-6 4 5,0 4 0,0 4 0,0 1 0,0 1 134,0-1-327,0 6 0,0 2 0,0 5 306,0-3 1,0 4-324,0 1 0,0-1 0,0 5 0,0-1 215,0 1-292,0-3 0,0 5 0,-2-7 0,-1 1 0,-1-1 217,0 1-223,-3-1 1,5 2 0,-3 2 0,4 1 0,1-2 78,0-1-72,0-1 0,0 1 1,0 2-1,0 1 1,0-2-44,0-1 91,0-1 1,1-1 0,2 1 20,2-1 1,5-1-1,-4-2 1,0-1-13,1 1-38,4-4 1,-5 4 0,5-6-14,-2-2 1,-5 4 0,2-1-1,-1 1-222,-1-1 209,7 6 0,-9-11 1,4 6-79,1 0 0,-6-1 0,6 5 0,-3-1-291,1 1 350,0-4 0,1 6 0,2-4-58,0 4 0,0 0 0,-5-2 1,3-1-163,2 1 233,-5 2 1,5-3-1,-5-2 4,2-1 1,0-1 0,-5-3-1,0 2 166,0-1-174,6-2 1,-4 3 0,3 0 149,-4-2 1,-1-1 0,0-2 0,0 0 54,0 0-133,0 1 1,0 0 0,0 3 93,0 1 0,0 0 0,0-5 1,2 0-95,2 0 117,-2 0 1,4 1 13,-6-1 1,0 0-195,0 0 1,0-4 41,0-1-150,0-6-129,0 4 264,0-7-563,0 0 176,7-7 0,-6 4 1,4-6-1007,-3-2 863,-2 4 0,0-5 0,0 2 0,1-2 0,2-3-3498,2 1 4013,6 0 0,-6-23 0,-2-10 0,4-3 0,0-1 0</inkml:trace>
  <inkml:trace contextRef="#ctx0" brushRef="#br0" timeOffset="157">9768 15382 8207,'0'-8'-45,"-6"2"1007,-4 6-303,4 0 1,-2 0 1657,3 0-1461,4 0-762,-6 0 1,9 0-1,3 0 1,4 0 0,4 0 278,1 0-285,7 0 1,1-5-1,8 0 49,3 2 0,5 0-56,9-2 0,1 2 0,7-5 0,5 2 190,3 3-234,3-5 1,4 5-1,-2-5 1,-3 2-1,-1 2 204,1 3-309,2 1 0,-7-5 0,-5 0 16,-5 2 1,3 2-1,-4 1 1,-1 0 131,1 0-77,5 0 0,-10 0 1,5 0-10,0 0 0,2 4 0,6 1 0,-2-2-19,-3-1 18,3-2 1,-7 0 0,6 0-19,-1 0 1,6 0-1,-7 0 1,3 0 14,2 0 30,0 0 1,-5 0 0,-1 0-23,-2 0 0,4 0 1,-1 0-1,2 0-2,-2 0 8,4 0 0,-6 0 1,9 0 0,2 0 1,-2 0-1,2-2 1,-4-1 104,-5-2-105,4 1 1,-6 4 0,5 0 1,-3 0 1,4 0-1,-4 0 1,3 0 8,2 0-3,0 0 0,-5 0 0,-1 0-5,-2 0 0,4 0 0,-1 0 1,2 0-24,-2 0 38,10 0 1,-10 0 0,10 0-6,-4 0 1,-3 0 0,-2 0 0,-6 0 16,-3 0-93,-8 0 1,6 0 0,-5 0 26,5 0 0,-5 0 1,3 0-1,3 0-19,2 0 0,3 0 0,-6-5 0,1 0 59,0 2 1,-1 1-30,1 2 0,-8 0 0,-5 0 0,-5 0-36,0 0 22,2 0 0,2 0 0,-1 0 0,1-1 0,1-2 18,3-2 4,-3 0 0,9 5 1,-6 0 3,-1 0 1,0-1 0,-1-3 0,2 0-22,-1 1-21,-2 1 0,-2 0 0,-1-1-33,-3-1 1,1-1 0,-6 5-60,-1 0-102,-9 0-37,-3 0 173,-6 0 867,0 0-288,-6 0 552,4 0-212,-4 0-508,6 0-677,0 0 434,0 6 33,0-4 0,0 10-2,0-2 0,0-2 0,0 1 1,0 2 449,0 2-437,0 1 1,0 0 0,0 2-1,0 1 1,0 2 591,0-1-618,0 4 1,0-5-1,0 7-11,0 1 0,0-3 0,-1 0 0,-3 1 168,0-1-176,-1 1 1,5 1 0,0 0 12,0 1 1,0 2-58,0 1 0,0 1 1,0-1-1,0 1 216,0-1-222,0 1 0,0-1 0,0 0 0,0 1 0,0 1 96,0 3-109,0-3 1,0 5 0,-2-7-26,-2 1 1,2-1-1,-3 2 1,2 0-70,-2-1 48,4 2 1,-5-9-1,4 7 24,-3-1 0,4 5 0,-4 0 0,3-1-370,2-2 349,0-2 0,0 2 1,0 2-86,0 1 1,0-4 0,0-6 0,2 3-379,3 1 476,-4-5 0,6 3 0,-6-6 13,4-2 0,-4 4 0,4-2 1,-3 0 58,-2 1 5,0-4 1,0 6 0,0-5-23,0 2 0,-2 7 0,-1-4 0,-3 2 86,-2-1-70,5 1 0,-5 4 1,5 1-30,-2-1 1,0 1-1,5 1 1,0 1-64,0 2 55,0 1 0,0-4 1,0 1-12,0 2 1,0 1 0,0-6 0,2 0 0,1 1 0,2 1-11,-2 3 34,-2-3 1,-1 5-1,0-7 1,0 1-1,0-1 291,0 1-235,0-7 1,-4 4-1,-3-3 51,-1-1 1,4 0-68,-6-3 0,5-3 0,-3 3 1,2-4 15,3 0-22,1-1 1,-2 0-1,-1 0 1,2 0 118,1 1-901,2-7-442,0-2 288,0-6 0,0-2-458,0-2 0,2-4 1,3-8 1346,4-3 0,-2-27 0,-1-20 0,0-2 0,1-7 0,1-1 0,-1 1 0</inkml:trace>
  <inkml:trace contextRef="#ctx0" brushRef="#br0" timeOffset="158">9754 16235 7998,'-8'-8'3745,"2"0"-2605,6 4-900,0 2 1,1-4-1,5 6 1,7 0-1,6 0 1660,3 0-1750,2 0 1,6 0 0,2 0-1,1 0 1,0 0 553,2 0-749,1 0 1,5 0-1,-1 0 1,-4 0-1,0 0-100,1 0 175,0 0 0,6 0 1,0 0 50,-1 0 0,3 0-76,2 0 1,0 0 0,9-2 0,2-1 270,1-2-273,-1 1 1,-1 2-1,1-1 1,1-2-1,-2 2-145,-7 1 60,-4 2 0,-3 0 0,1 0-108,3 0 0,-2 0 129,2 0 0,-1-1 1,0-2-1,3-2-176,1 2 242,-4 1 0,9 2 0,-3 0 0,4 0 0,2-2 79,4-2-53,-10 2 1,9-4 0,-10 6-6,0 0 1,2 0 0,-5 0-1,-3 0 53,0 0-87,-3 0 0,3 0 0,2 0 10,5 0 1,-1 0-1,1-2 1,2-1-4,1-2 53,2 1 0,4 4 0,-1 0-22,-4 0 1,0-5-1,-5 0 1,3 2-87,3 1 63,-10 2 1,8 0 0,-12 0-5,0 0 0,-1 0 0,-1 0 0,-3 2-47,-5 3 83,-3-4 0,4 6 0,0-7-8,3 0 0,1 0 28,4 0 0,-4 0 0,0 0 0,2 0-75,1 0 9,1 0 1,-4 0 0,-1 0 0,-3 0 0,-1 0 7,2 0-103,-11 0 0,9 0 1,-9 0-1,4 1 1,5 2-97,5 2 275,-3 0 0,6-5 1,-3 0 80,3 0 1,2 0-94,-1 0 0,0 0 0,-5 0 0,-2 0-56,0 0 0,-2 0 1,2 0-1,-7 0 34,-1 0-135,-6 0 0,1 0 1,-5 0-145,2 0 0,0 0 226,-5 0 1,1 1 0,-1 3 0,2 0 151,3-1 1,-4-1 0,6-2 0,-2 0 314,0 0-361,12 0 1,-7 0 0,9 0 0,-3-2 0,-1-1 338,-1-1-356,1-1 0,-3 0 0,0 0-266,-3 2 1,-5 0-1,1 0-331,-3-2 347,-9 0 1,4 4-286,-6-4 0,-2 4 0,-7-4-2522,-6 3 2177,-2 2 0,-4-1 0,-3-3 801,-5 0 0,-19-2 0,-10 1 0,-5 1 0,0 0 0</inkml:trace>
  <inkml:trace contextRef="#ctx0" brushRef="#br0" timeOffset="159">12569 15297 8133,'0'-14'228,"0"4"0,0 1 949,0-2 570,0 4-798,0-5 0,0 12-646,0 0 1,0 1-1,0 9 0,0 1 485,0 1-631,0 3 1,0-1 0,0 2 105,0 3 1,0-4-134,0 4 0,0 2 0,0-1 0,0 1 6,0 0-13,0 4 0,0-3 0,0 6 0,0 1 0,0 1 527,0 3-516,0-3 1,0 9 0,0-4 74,0 2 0,0 0-123,0 6 1,0-5 0,0-2 0,0 1 589,0-1-661,-6 2 0,4-2 1,-3-3-1,4-3 1,1-1 41,0-1-83,0 1 0,0-6 0,0 0-71,0-3 0,0 4 0,1-4 0,2 1-331,2-1 345,0-1 0,0-4 0,1-1-45,2 0 0,-3 5 0,3 0 0,-2 0-49,-3 1 109,5-4 0,-5 6 0,5-4 41,-2 1 1,-1 4 0,-3-2 0,1-1 15,1 1 57,1 4 1,-5-7 0,0 4-33,0-2 0,5 4 0,0-4 0,-2 1 238,-2 0-250,-1 4 1,0-8 0,0 7 11,0 1 0,5 0 0,0 1 0,-2-3-16,-1 3-10,-2-6 0,0 7 0,-2-5-65,-3 0 0,4 4 0,-4-6 1,2 1 41,-2-1-9,4-1 0,-6 0-5,7 0 0,0 0-4,0-5 1,-5 5 0,1 0 78,1-2-12,1-1 0,2 0 0,0 3 0,0 3 36,0 0 108,-6-1 0,4-5 0,-3 1-57,4 2 0,1 5-70,0-5 0,0 6 0,0-3 0,1 2 75,4-1 71,-3 1 1,4 4 0,-4 2-1,1 2 1,1 3 661,0 1-690,-3 2 0,4 0 0,0 0 48,-2 1 0,3-2-127,-1 1 1,0-7 0,-4 2 0,2-3-114,2-1 1,0-7-1,-5-3 1,1-5-381,4-4 274,-3 2-709,4-10 215,-6 4 1,0-7-337,0-4 1,0-3 0,0-6 0,0-1 978,0 1 0,-15-41 0,-8-18 0,7 21 0,1 0 0,-1 0 0</inkml:trace>
  <inkml:trace contextRef="#ctx0" brushRef="#br0" timeOffset="160">9910 15723 8061,'0'-9'212,"0"-1"0,0-1 1137,0-1-1038,0-3 1,0 9 0,0 6-1,0 8 1266,0 5-1436,0 1 0,0 5 0,0 1 0,0 1 0,0 1 562,0 0-652,0-4 0,0 7 1,0-5-1,0 1 1,0-1-404,0-2 36,0-2 1,5-2-1,0 0 1,-2 0-2861,-2 0 2671,-1 1 0,0-6 0,2-1 505,3-2 0,3-20 0,6-10 0</inkml:trace>
  <inkml:trace contextRef="#ctx0" brushRef="#br0" timeOffset="161">9953 15752 8061,'0'-14'75,"-6"-1"0,4 0 1,-3-3 832,4-1-687,1 0 1,4 5 0,3 0-1,1 0 1,4-1 415,6 1-544,-3 0 1,11 1 0,-7 4 102,-2 4 0,0-1-47,2 1 1,-3 0 0,3 5 270,-3 0-480,-8 7 1,-2 1 0,-6 6-1,0 0 1,-1 0 914,-4 0-619,-9 1 0,-4 4 0,-5 1-214,-3 2 1,4-4 0,-2 1 0,1-4-75,1 0-128,1-1 0,7 0 0,0-1-1047,-1-4 1,6 2-1077,-1-6 2303,14 0 0,60-24 0,-17 7 0,0 0 0</inkml:trace>
  <inkml:trace contextRef="#ctx0" brushRef="#br0" timeOffset="162">10337 15595 8111,'-8'0'742,"-3"-1"0,4-2 149,0-2-192,3 0 1,-3 5 661,2 0-1047,3 7 1,-4 0-1,6 8 1,0-1 0,-2 2 1324,-2 3-1363,2-4 0,-4 11 1,6-6-44,0 2 0,-2 0 0,-1 2 0,-2-3 51,2-1-195,1-4 0,1 5 0,-2-7-594,-2 0 1,0-5-972,5 1 261,0-7 286,0 3 659,0-6 0,0-6 0,0-3 0,0-6-504,0-4 642,0-3 0,5-6 0,0-1 0,-2 1 0,0 0-375,2-1 428,3 1 0,1-1 0,1 2 164,1 4 0,6 2-4,2 7 0,0-3 0,-6 1 0,-2 5 399,-2 3-430,1 3 0,-1 5 0,-1 2 1,0 2-1,-2 6 244,1 3-218,-3 1 0,-4-5 1,0 1 232,0 1-277,0 1 0,-1 3 0,-4-1 1,-5 0-1,-2-1-6,-2-4-32,-1 4 1,1-7 0,0 5 0,1-1 0,2-1-24,2-1-104,-1 5 1,2-10-1,2 5-435,0-2 737,4 5 1,-3-3 332,10 6-219,3 0 1,6-4 0,1-1 0,-1 1 615,0-2-749,0-2 0,-4-1-108,-1 0 0,1 1-250,4-1 1,-5-4-1235,1 4 715,-1-3 1,1-2-1,-2 1-1715,-2 4 392,5-4 2050,-9 6 0,-2-7 0,-8 0 0</inkml:trace>
  <inkml:trace contextRef="#ctx0" brushRef="#br0" timeOffset="163">10607 15695 8111,'-6'-14'549,"4"6"0,-11-5 872,4 4 1717,3 2-1529,-1 1-1306,7 6 0,0 2-124,0 2 1,0 4 0,0 6 0,0 2 757,0 3-676,0-3 1,5 9-1,0-4 11,-2 1 0,-2 0 0,-1 3 0,0-3 331,0-1-635,0 4 0,0-9 0,0 3-97,0-3 1,0-2 0,0 0-373,0 0-172,0-6 1,7-1 215,2-7 0,4 0 0,1-2 0,0-1-653,1-2 850,-1-6 0,2 3 1,1-6-199,2 0 1,0 4-1,-5 1 1,0-2-1338,0-2 1198,-6 5 1,5-4-1479,-3 2 2075,-4 4 0,-38 0 0,-15 6 0</inkml:trace>
  <inkml:trace contextRef="#ctx0" brushRef="#br0" timeOffset="164">10664 15866 8111,'-14'-8'548,"-1"1"0,1 7 1,0 0 1198,0 0-940,-1-6 0,1 4 262,0-2 0,5 2-118,-1 2-353,7 0-1173,-3 0 0,17 0 1,4 0-1,6-1-1671,4-4 1604,-4 3 1,4-9 0,-4 5-190,1-2 0,-5 0 1,4-3-1,-2 1 831,0-1 0,-7-1 0,-69-34 0,18 19 0,-1 0 0</inkml:trace>
  <inkml:trace contextRef="#ctx0" brushRef="#br0" timeOffset="165">10564 15652 8111,'-8'0'181,"-3"-1"1,5-2 1265,-2-2-855,5-6 1,-8 8 0,6-7 1147,2-1-1621,8-2 1,3 1-1,7 1-512,4 1 0,-1 7-210,5-2 1,0-1 0,2 1 0,-2 2-957,3 2 1559,-6 1 0,39 19 0,2 4 0</inkml:trace>
  <inkml:trace contextRef="#ctx0" brushRef="#br0" timeOffset="166">10991 15610 11782,'-8'-8'3319,"0"0"-2269,3 3-931,4 4 1,-6-4-1,6 8 1,-2 3 298,-2 2-242,0 8 0,5 1 0,0 5 15,0-1 1,0 4-1,0-1 1,0 3 420,0 1-646,0-6 0,2 4 0,1-7 73,2-2 0,-1 0 0,-4 1-435,0 1 171,0-7 1,0-4-44,0-3 1,0-5-686,0 0 672,0-6 1,-1-13 0,-2-2-320,-2-1 1,0-2 0,5-4 0,0-2-866,0-3 1307,6 3 0,2-5 0,8 6-4,3 1 0,-3 4 1,4 2-1,-1 2-310,0 2 326,0 3 1,-9 7 0,-1 3-438,2 3 0,-4 4 1,-3 3-786,-2 4 693,-2 4 675,-6 1 0,-40 32 0,15-19 0,0-1 0</inkml:trace>
  <inkml:trace contextRef="#ctx0" brushRef="#br0" timeOffset="167">10977 15794 9460,'-8'0'4771,"1"0"-3788,7 0-1070,0 0 0,7-1 74,2-4-764,4 4 1,3-11 0,1 6-1262,2-2 1,8 0 2037,1-1 0,17-6 0,8-2 0,8 2 0,0-1 0</inkml:trace>
  <inkml:trace contextRef="#ctx0" brushRef="#br0" timeOffset="168">11332 15666 8111,'-14'-14'721,"4"6"1,2 2 1137,2 0-484,-5 4 0,9-6 583,-2 4-1750,2 2 1,2-3-1,0 10-100,0 4 1,2 6 149,2 4 1,0-2 0,3 7 0,0-1 484,-4-1-675,-1 5 1,-1-5 0,2 5 0,2-1-1,-2-4 64,-1-2-425,-2-1 1,0-3-667,0 3-2991,0-3 2477,0 4 1,1-12 0,4-5-542,5-6 2014,2 2 0,21-44 0,5-2 0</inkml:trace>
  <inkml:trace contextRef="#ctx0" brushRef="#br0" timeOffset="169">11730 15638 8111,'-8'-6'1782,"-4"-2"-765,2-6 105,4 6 1,-2-3 1099,3 6-1977,4-6 0,-6 11-13,7 0 0,0 6 1,-1 8-1,-3 2 700,0 3-755,-7 3 0,8 7 0,-7-1-54,-1 1 0,-2-1 0,-1 0 1,0 1 302,0-1-1014,6-6 1,-3-1 0,4-7-3571,0 0 1593,3 1 2175,-2-7 1,6-4 0,0-8-106,0-6 1,0-9 0,0-5 0,0-2-45,0-3 443,0 1 1,0-1-1,0 2 288,0 4 1,0 2-1,0 7 1245,0 0-346,0 6 1,2 1-283,2 7 0,4 7 0,6 4 1,1 5 1241,-1 3-1591,0 0 0,0-4 1,1 3-290,-1 1 0,0-2 1,0-6-1,-1-1-1017,-4 1 170,4-5 1,-5 7-902,6-4 0,-4-3 0,-3 1 1577,0-1 0,-28-4 0,-10 4 0</inkml:trace>
  <inkml:trace contextRef="#ctx0" brushRef="#br0" timeOffset="170">10024 16676 8050,'-6'-14'357,"4"6"0,-9-5 1636,6 4-1673,1 2 1,4 3 0,0 8 681,0 6-892,0 2 0,0 7 0,1 0 0,2-1 0,2-2 0,0-2 0,-1 0 469,1 0-597,0 0 0,-5 1-136,0-1 94,6 0 1,-4 0-244,3 0 213,-4-6 377,-1-1-396,0-7 0,0-7 47,0-2 1,-5-5 0,1-4 0,-1-2-50,-1-2 198,4 4 0,-9-7 1,6 6-1,1 2 1,-1 1 653,0 2-615,0-1 1,1 6-380,-1-1-35,0 7 1,5-1-1,0 8 45,0 6 254,0 2 0,0 4 0,2 2 0,1 2 0,3 1-40,2-1-14,-5-1 0,10-5 1,-5 1-303,0-1 0,0 0 0,-4 0-1855,6 0 1376,-4-6 1,2 3-93,-3-6 1,-2 5 915,6-6 0,-6-24 0,4-12 0</inkml:trace>
  <inkml:trace contextRef="#ctx0" brushRef="#br0" timeOffset="171">10152 16647 8050,'-14'-14'0,"4"5"0,1-1 3417,-1 1-2080,2 1-1036,2 8 0,11 8 0,1 6 295,2 0 0,0 0-422,1 1 1,4 4-1,-5 0 1,1-2 49,1-1-148,-7 4 1,5-7 0,-5 4 0,3 1-821,2-3 462,-5 1 0,4-6-102,-7-1 0,0-4 145,0 4 225,0-5 1,0-9-36,0-9-233,0-4 1,0 4 0,0-2 0,0-1-1,0-2-1324,0 2 91,0 1 0,1 2 1515,4-1 0,9 14 0,8 2 0</inkml:trace>
  <inkml:trace contextRef="#ctx0" brushRef="#br0" timeOffset="172">10422 16818 9556,'0'-8'4619,"0"2"-3890,0 6-2384,0-7 0,0 7 1655,0 0 0,32 13 0,7 9 0</inkml:trace>
  <inkml:trace contextRef="#ctx0" brushRef="#br0" timeOffset="173">10692 16576 8327,'-8'-14'1082,"-3"5"1674,6-1-1300,1 7-1096,4-3 1,0 12 0,0 3-1,0 4 1,0 1 1357,0 1-1567,6 5 0,-4-4 0,2 3-70,-2-3 0,3 3-116,-1 0 1,1 0 0,-5-5 0,0 0-147,0 0-748,0 0 1,5-4-1,0-1-2823,-2 2 3079,5 2 0,-5-5 1,6-3-763,2-4 1435,2-1 0,27-57 0,-18 22 0,1-1 0</inkml:trace>
  <inkml:trace contextRef="#ctx0" brushRef="#br0" timeOffset="174">10905 16591 9337,'0'-8'2594,"0"1"-1244,0 7-588,0 0 1,0 7 0,0 2 938,0 4-1487,0 1 0,0 0 0,0 0 0,0 1 472,0-1-709,0 0 1,0 0 0,0 1-567,0-1-157,0-6 0,0 0-1393,0-4 0,0-1-345,0 7 1610,0-7 0,5 5 874,0-3 0,19-16 0,-1 1 0</inkml:trace>
  <inkml:trace contextRef="#ctx0" brushRef="#br0" timeOffset="175">11133 16790 9024,'-8'0'1494,"0"-2"0,3-1 0,-4-2-1312,-4 2 0,5 0-5257,4-2 4153,2 3 922,2-4 0,19 12 0,5 2 0</inkml:trace>
  <inkml:trace contextRef="#ctx0" brushRef="#br0" timeOffset="176">11261 16591 8151,'0'-15'201,"0"1"411,0 0 1,0 0-1,1-1 624,4 1-761,-3 6 0,4 0 1,-4 5 685,2-1-1120,4-1 1,2 5 0,-1 0 0,1 1 213,-2 4-13,4-3 0,-4 10-125,6-2 1,-4 2-439,-1 3 0,-5-1 0,0 0-108,-2 0 1,3 5-1,-1 0 292,-1-1 218,-1-3 1,-7 0 0,-1-1 0,-2 0 431,-3 0-387,-2 1 0,-1-3 1,2-1 168,2-1 0,-3-6-370,4 6 121,-4-7-13,5 10 1,4-12-1,8 4 1,6-3 116,3-2-81,1 0 1,5-2 0,1-1 9,2-2 1,-3-4-1,3 4 1,-3 0 141,-6-1-466,1 4 0,-6-4-413,6 6 0,-6-2 0,-1-1-1898,-1-2 1340,-5 1 320,6 4 0,-7 1 896,0 4 0,12 3 0,4 6 0</inkml:trace>
  <inkml:trace contextRef="#ctx0" brushRef="#br0" timeOffset="177">11673 16747 17021,'0'-8'876,"0"2"-3453,0 6-1456,0 0 4033,0-7 0,19 25 0,5-1 0</inkml:trace>
  <inkml:trace contextRef="#ctx0" brushRef="#br0" timeOffset="178">11787 16576 8128,'-8'-6'-127,"2"-2"1,1-1 0,-1-1 1701,-2-1-527,5-2 1,-8 4 462,6 0-1347,-6 5 0,9 4 1,-3 10 119,4 2 0,1 3 0,0-1-112,0 0-173,0 0 0,1-1 1,3-2-119,0-1 1,3-1 0,-3 4-297,6-4 449,3 4 0,1-12-76,0 4 1,0-3-1,0-2 115,1 0 175,-1 0 1,-2-2 0,0-3-137,-3-4 1,-6-4 0,2-1-1,-4 0 126,-1 0-585,0-1 1,-1 1 0,-2 0-356,-2 0 0,-8-1 0,1 3 0,-6 2-1944,1 6 1927,1 2 0,-3 2 719,0 0 0,-6 38 0,3 9 0</inkml:trace>
  <inkml:trace contextRef="#ctx0" brushRef="#br0" timeOffset="179">12057 16406 8110,'0'-22'0,"0"1"0,0 7 1119,0 0-288,0-1 1,0 6 199,0-1-933,0 7 0,0-1 0,0 8 1,0 7-1,0 5 1012,0 3-845,0 6 0,0-1 0,-1 8 105,-4 1 1,3 2 0,-4-4-1,1 4 549,0 1-643,1-4 0,2 3 0,-1-5-87,-2 3 1,-4-3-1,4 3 1,0-3 356,-1-2-667,4-5 0,-6-3 0,5-4-851,-1 3 1,-1-8-1561,5 3 121,0-9 1211,0 8 0,1-12 0,4 4 1200,5-4 0,21-57 0,7-16 0</inkml:trace>
  <inkml:trace contextRef="#ctx0" brushRef="#br0" timeOffset="180">12185 16605 8110,'0'-14'0,"-2"1"0,-1 2 802,-1 1-37,-1 1 1,3-1 254,-2 1-740,2 6-22,2-10 1,8 12-52,6-4 0,-4 3 1,-1 2 226,2 0-440,-5 0 1,7 0 0,-5 2-319,0 3 324,4 2 1,-10 3 0,3-1 77,-4 2 1,-1-3-1,0 2 1,0 1 536,0 2-449,0 1 0,0 0 0,0 0 0,-1-1 1,-2-2 780,-2-2-755,-6 1 0,8 2 0,-5 0-174,1-3 1,1-4 0,3 4-983,-2 2 449,-6-4 52,10-1 1,-4-1-1,10-1-432,4 0 481,4-3 1,6-2-1,0-3-174,-2 0 0,4-3 1,-3 4-1,1-2-721,2 2 953,-5-5 0,4 5 0,-5-5 131,-1 2 1,0-5 0,-1 1 224,-4-2 0,-3 4 0,-6-5 0,0 4 0,0-4 0,0-1 0,0 0 165,0 0 1,0-1 889,0 1 0,0 0 1646,0 0-1784,0 6 0,0 0 111,0 3 0,-1 4-298,-4-4-626,3 3 1,-4 9 105,6 2 1,-5 4-1,1 1 1,1 0 367,1 0-694,2 1 0,0-6 1,0 1-257,0 1 0,2-4 0,1 3-204,1 1 328,7-5 1,-7 1-34,5-7 0,1 0 0,4-2 25,0-3 189,-6 4 0,3-12 0,-5 4 118,2-4 1,-5-1 0,4 0 468,-1-1-312,-4 7-119,4-4-8,-6 10 0,0-3 0,0 10 860,0 5-665,-6 2 0,4 7 0,-3 0 0,4 0 0,1 0 1364,0 0-1381,0 6 1,0-9 0,0 5-99,0-1 0,0-9 0,0 4 0,0-3 135,0 1-67,0-5 0,0 0-5,0-4-204,0-2-783,0 4-1692,0-6 291,0 0 0,0-12 1,0-4-1</inkml:trace>
  <inkml:trace contextRef="#ctx0" brushRef="#br0" timeOffset="181">12782 15581 8069,'-8'-14'735,"0"5"0,5-1 1,-3 1 1672,-2 1-2267,5-5 0,-3 13 0,6 0 0,0 9 427,0 9 1,0-1-241,0 7 1,0 0 0,0 4-1,0-1-51,0-3 1,0 1-361,0-6 0,4 1 0,1-2 0,-2 1-649,-1-2 0,-2-6-125,0-1 416,0-7 37,0 3 1,0-19-1,0-4-412,0-3 839,0-7 1,0 9 0,1-5 17,4-3 0,-3 1 1,2 1-1,-2 5 334,-2 4-72,0 0 1,5 1-185,-1 0 1,8 6 0,-3 3 402,4 4-308,1 7 1,0 2-1,-1 6 64,-4 0 1,4 5 0,-4 0-1,2 0 288,-1 2-482,2-5 0,-8 3 0,4-8 21,-2-2-4,5 1 0,-3-3 78,6-2-160,-6-3 1,3-9 0,-6-2 0,-2-4 0,0-2 122,2-4-292,-4 3 1,6-6-1,-7 3-192,0-5 0,0 4 0,0-1 0,0 2-738,0 0-509,-7 6 1,6 6 620,-4 2 1,3 5-1,2 0 968,0 8 0,19 49 0,5 12 0</inkml:trace>
  <inkml:trace contextRef="#ctx0" brushRef="#br0" timeOffset="182">13209 15553 8135,'0'-8'1693,"-5"0"232,0 3-1455,1 4 0,4-4 0,1 10 1,4 4-1,3 4 139,0 1 1,4 0 0,-2 0 0,2 1-28,3-1-473,-8 0 1,5 0 0,-6 0-109,2 1 0,0-6-226,1 1 1,-1-2 0,-5 3-841,2-2 553,0-6 1,-1 5-696,1-3-863,0-4 531,-5 6 1276,0-7 460,0 0 682,0-7-159,0 6-402,0-5 140,0 6 0,1 0 565,4 0-252,-3 0-410,4 0 1,-4 1 4,2 4-494,-2-4 1,4 7 271,-6-3-1407,7-3 283,-6 4-2474,6-6 1225,-7 0 2229,0 6 0,12-29 0,4-3 0</inkml:trace>
  <inkml:trace contextRef="#ctx0" brushRef="#br0" timeOffset="183">13450 15553 8110,'-6'-14'370,"0"4"0,-4 1-123,6-2 2285,-4 4-762,6-5-1260,-4 10 0,4-7-195,-3 9-99,4 3 1,-10 12-1,4 3 1,0 2 0,-4 3 793,-2 2-866,-8 2 1,6 1-1,-4 0-42,3 1 1,-3-2-158,0-4 0,0 3 1,5-6-1,0 1-181,-1-1-187,1-1 1,6-9-1,2-2-1062,0-2 185,4-1 1,-3-5 568,10 0 1,-2 0 0,7 0 0,1 0-1480,1 0 2210,3 0 0,18-19 0,5-5 0</inkml:trace>
  <inkml:trace contextRef="#ctx0" brushRef="#br0" timeOffset="184">13635 15553 8107,'-14'0'-11,"0"0"1,0 0-1,-1 0 1,1 0-1,0 0 989,0 0-550,0 0 0,4-2 0,2-3 1,3-4-1,9-2 1644,8 1-1825,2 4 1,13 5-1,-3-3 1,3 0 0,1-1 622,1-1-807,-1 4 0,1-4 0,-1 6 0,0-2 0,-1-1-237,-3-2-275,-3 0 1,-3 5-1,1 0-1089,-1 0 0,-7 0-1376,-2 0 2325,-5 0 0,0 0 0,-8 0 589,-6 0 0,-3 7 0,-64 7 0,30-3 0,1 0 0</inkml:trace>
  <inkml:trace contextRef="#ctx0" brushRef="#br0" timeOffset="185">13721 15524 12247,'0'8'2287,"0"0"-1310,0-3-743,0 3 0,0 1 0,0 1 161,0 1 1,0 6-311,0 2 1,0 5 0,-2-4 0,-1 1 65,-2-1-103,0 6 0,5-9 0,-1 5 1,-2-1-1,-2-4 86,2-1-505,1-2 1,2-4-1306,0-1 0,0-4-1879,0 4 2712,0-6 1,2 4 842,2-7 0,42-51 0,-15 20 0,0-1 0</inkml:trace>
  <inkml:trace contextRef="#ctx0" brushRef="#br0" timeOffset="186">14232 15524 16166,'0'15'340,"0"-1"1,0 0 0,0 0 0,-1 2 0,-2 1 333,-2 2-721,0 0 0,0 0 1,1 2-1,1-1 0,1 1 1,0-5-1,-1-4-1325,-2-2 1,1-1 173,4 5 317,0-6 1,-5-3-810,0-10 1404,1 4 0,4-12 84,0 4 1,0-4 194,0-1 0,0 4 0,1 2 0,4 1 209,4-1 1,2 3 0,0-3 0,-1 0 320,1 0-262,2 5 1,1-10 0,2 5-280,3 1 1,-2-6-1,5 3 1,0-2-337,0-2 109,-4-1 0,2 1 0,-6 0 207,1 0 1,-1 0 0,-1-1 635,-4 1-81,-3 6-334,-6 2 1,-1 6-1,-2 1 1,-4 4 634,-1 5-506,5 2 0,-8 9 0,6 1 321,2 0 1,-3 5-1,1-5 1,2 2 852,1-1-1290,2-5 1,-1 4 0,-2-5-54,-2 2 0,0 0 1,5-5-1,0 1 183,0-1-1824,0-6-124,0 4 1,2-8-2975,3 5 3881,-4-6 0,12 4 0,-4-7 715,4 0 0,14-26 0,4-12 0,4-1 0,0-1 0</inkml:trace>
  <inkml:trace contextRef="#ctx0" brushRef="#br0" timeOffset="187">14702 15624 8107,'-8'-6'980,"-5"-2"287,4-7-497,2 8 1,-1 0-1,5 6 672,-2-4-1146,-6 3 0,5-2 0,-3 8 1,2 6 213,1 2-331,-2 3 0,0 0 1,3 3-1,4 1 0,1 0 220,0 1-442,0-4 1,0 5 0,0-7-118,0 0 1,8 0-1,4 0 1,7-1-126,3-3 196,2-4 0,5-6 1,-1-2 6,0-2 1,1 0 0,-2-5 0,-4-4 186,-4-4 25,-3 1 1,-2-9 0,-1 4-8,-3-1 1,-4-2 0,-8-2 0,-2 0 96,-6 3-759,-3 5 1,-7-1 0,-4 10 157,-3 4 0,-1 4 0,1 2 0,2 4-2581,1 4 2329,7 4 1,-2 6 0,8 1 632,1 3 0,26 19 0,1 10 0</inkml:trace>
  <inkml:trace contextRef="#ctx0" brushRef="#br0" timeOffset="188">14958 15666 8107,'0'-14'496,"0"0"0,0 0 1,0 0 454,0-1-27,6 1 0,-5 0-362,4 0-492,3 6 0,-6 8 0,4 9 261,0 4 1,-4 8-1,4 2 1,-1 4 1169,0 1-1198,-1 1 1,-4-1 0,0 1-171,0-1 1,0-1 0,0-3 0,0-5 133,0-3 17,0-2 200,0 0 0,-1-6 1,-2-5-228,-2-6-390,0-5 0,-1-13 0,-2-2-220,0-4 0,0-2 0,5 1 0,-2-2-1326,2-3 1372,2 3 1,2-10 0,4 6-217,4-3 0,4 7 1,1 0-1,2 8-127,3 6 555,-3-1 1,4 15-1,-6-2 79,1 2 0,-3 4 0,-2 2 0,-4 6-44,0 2 492,-4-4 0,4 5 0,-7-4-7,-4 4 0,-3 0 0,-6-2 0,0-3 778,-1-2-1293,-5 5 1,3-8 0,-6 5-442,3-2 1,1 1 0,5-4 0,0 3-3660,-1 2 3104,1-5 1086,0 10 0,-19-18 0,-5 4 0</inkml:trace>
  <inkml:trace contextRef="#ctx0" brushRef="#br0" timeOffset="189">12910 16491 8118,'-1'-9'143,"-3"-1"1,0-1 1122,1-2-126,1-1 0,2 5 335,0-1-1446,0 7 1,0-2 0,0 10 873,0 5-790,0-4 1,0 6 0,0-2 57,0 3 0,5 1-93,-1 0 1,1 5 0,-5 0-1,0-2 247,0-1-245,0-2 1,2 5 0,1 0 0,2-1-75,-2-3-136,-2 0 1,-1-1 245,0 0 1,2-6 519,3-3-396,-4-4-296,6-1 0,-7-6 0,0-4 0,0-2-197,0-2 93,0-1 0,-5-4 0,0-1-148,2-2 1,-3 0-1,1-2 1,2 5-754,1 3 752,2 2 1,-1 1 0,-3 2-1173,0 2 484,-1 6 710,5 3 1,0 8-1,0 6-648,0 0 1,0 5 934,0 0 0,-6 38 0,-2 4 0</inkml:trace>
  <inkml:trace contextRef="#ctx0" brushRef="#br0" timeOffset="190">9612 10790 7043,'0'-8'1218,"0"0"1,0 4 806,0-6-1694,0 4 0,0 1 0,0 10 578,0 4-822,0 4 1,0 1 0,0 0 0,0 1 0,0 0 78,0 4 0,0-3-170,0 3 1,1-3 0,2-2 0,2 0-202,-2 1 146,-1-1 0,-2 0 0,0 0-459,0 1 623,0-8-33,0 0 1,0-9-379,0-3 200,0-2 1,0-8 0,0-1-62,0-2 1,0 0-1,0-4 1,0 2-218,0 2 425,0-4 1,0 6-64,0-3 0,0 3 34,0 2 22,0 6 1,0 4-25,0 8 1,0 0 0,0 7 0,0 3 223,0 3-183,0 2 1,0-5-1,0 1-208,0-1 0,0 0 0,0 0 1,1 0-979,4 1 609,-3-1 0,4-5-768,-6 1 1,2-2 1293,2 1 0,11-21 0,7-12 0</inkml:trace>
  <inkml:trace contextRef="#ctx0" brushRef="#br0" timeOffset="191">9740 10833 7991,'7'-6'401,"0"2"1113,-7-5-802,0 6 0,0-5 373,0 3-362,6 10 1,-4-4-142,2 14 0,-2 4-338,-2 0 1,2 0-1,1-5 1,2 0 2,-2 0 1,-2 0 0,-1 1 224,0-1-539,7 0 1,-6-4-39,4-1 1,-4-4-268,-1 4-524,0-6 500,0 4 0,0-9-662,0-3 746,0-2 0,0-5 0,0 0-338,0-4 1,0-1-1,0 2 1,0 1-1896,0 0 1964,0 0 581,0 0 0,7-20 0,1-4 0</inkml:trace>
  <inkml:trace contextRef="#ctx0" brushRef="#br0" timeOffset="192">9967 10932 7991,'6'8'421,"-4"-1"1167,4-7 448,-6 0-4375,0 0 2339,-6 0 0,-15 12 0,-9 4 0</inkml:trace>
  <inkml:trace contextRef="#ctx0" brushRef="#br0" timeOffset="193">10067 10819 7991,'-8'0'337,"-3"-2"0,4-1 1,1-3 1667,0-2 87,1 5-902,-1-4-1061,4 7 1,0 2 0,7 3-1,-2 4 1,1 4 823,0 1-814,-2 0 0,6 0 1,-5 2-1,2 2 1,-1 0 588,3 0-775,-6-2 1,6-2 0,-6-2 117,4-2 0,-4 3 1,4-4 198,-3 4-377,-2-5 589,0-2-950,0-6 280,0 0 1,0-6 0,0-4-470,0-2 1,0-3 0,0 1-1,0 0-2833,0 0 1296,0 6 453,0-5 1741,0 5 0,12 26 0,4 7 0</inkml:trace>
  <inkml:trace contextRef="#ctx0" brushRef="#br0" timeOffset="194">10266 10833 7991,'0'-14'268,"-5"4"1,0 1 0,0-1 1087,-1 2 1608,5-4-2465,-6 10 1,7 2 0,0 10 0,0 2 679,0 2-955,0 7 0,2-5 1,1 4-88,2 1 1,-1-5-50,-4 3 1,0-4 0,0 0 0,0-1-110,0 0-23,0 0 1,0-4 39,0-1-50,0-6 0,2 2 21,3-10 0,-4-2-191,4-8 1,-3 1-1,-2-2 1,0-1-799,0-2 411,0-6 1,0 9 0,0-3 0,0 3-2585,0 2 2501,0 6 1,1 2 693,4 6 0,-3 38 0,4 9 0</inkml:trace>
  <inkml:trace contextRef="#ctx0" brushRef="#br0" timeOffset="195">10465 10932 8411,'0'-7'2456,"0"-1"-465,0 3-917,0 3-67,0-4-622,0 6-3314,0 0 2531,0 6-526,0-4-1978,0 4 2902,0-6 0,6 7 0,2 0 0</inkml:trace>
  <inkml:trace contextRef="#ctx0" brushRef="#br0" timeOffset="196">10650 10748 8049,'0'-8'763,"0"0"1,-2 5 1084,-3-2-1086,4 0 1,-6 4 150,7-4-845,0 3 1,0-2 0,0 8-1,0 6 1,0 2 807,0 3-758,0-1 0,0 5 1,0 0-1,0 0 1,0 0 539,0 0-686,0 0 1,2-5 0,1 0 177,2 0 1,0 0 104,-5 1-665,6-1-725,-5-6-1481,6-2 1721,-7-6 0,1 0-1022,4 0 1,-2 0 1916,7 0 0,12-32 0,8-7 0</inkml:trace>
  <inkml:trace contextRef="#ctx0" brushRef="#br0" timeOffset="197">10834 10932 12928,'0'-7'-656,"0"0"-2100,0 7 2541,0 0 1,19-6 0,5-2-1</inkml:trace>
  <inkml:trace contextRef="#ctx0" brushRef="#br0" timeOffset="198">10948 10804 7991,'6'-14'279,"-2"2"0,3 1 352,0 1-387,4 1 0,-8-1 0,6 2 0,3 0 0,0 2 907,2 0-925,1 1 1,-1 5 0,0 0 2,0 0 1,-4 0-230,-1 0 1,-1 6-1,2 4 1,-6 4 73,-2 5-20,-2-3 1,0 6 0,0-5-1,0 2 1,-2 0 287,-2 2-267,-4-6 1,-2 6 160,1-7 0,6 0 393,-2 1-456,3-7 0,5-2 1,5-6 151,7 0 1,8-6-250,1-4 0,1 2 0,0-1 0,-2-2-492,-3-2-48,5-1 1,-9 6 0,2 2 0,-6 1-1840,-2 0 2303,-7 0 0,-35 24 0,-15 5 0</inkml:trace>
  <inkml:trace contextRef="#ctx0" brushRef="#br0" timeOffset="199">13109 16491 8060,'0'-14'193,"0"0"1,0-1 0,0 1 0,0 0-1,0 0 1979,0 0-1381,0 6 1,2-3 0,1 7-358,2 6 0,4 4 0,-3 10 0,1 3 668,-1 5-906,5-4 0,-8 6 0,7-6 0,-1 2 0,1 2 578,-1-2-658,-6-1 0,8-7 0,-6 0 94,-2 0 1,4 0-252,-3 1 1,1-6 345,-5 1-98,0-7 1,0 1-1,0-8-677,0-6 282,-6-2 1,4-3 0,-4 1-517,0 0 1,2-5-1,-3-1 1,0-1-1345,4 0 1198,-5 2 0,7 5-2338,-4 0 3188,3 6 0,15 78 0,-5-23 0,0 0 0</inkml:trace>
  <inkml:trace contextRef="#ctx0" brushRef="#br0" timeOffset="200">13536 16647 8060,'-7'-14'463,"0"6"1,-8-3-1,3 5 857,2-2 1,-1 3-323,6-4-944,1 6 0,4-2 0,1 8-2280,4 2 1443,3 6 1,1-5 0,-1 5 782,-1-1 0,4 12 0,-3 8 0</inkml:trace>
  <inkml:trace contextRef="#ctx0" brushRef="#br0" timeOffset="201">13649 16505 8060,'0'-14'-206,"-6"6"1,5-4 0,-6 2 2064,1-3-556,4 5 0,-4-4 817,6 2-1155,0 4-573,0 0 1,2 17-1,1 3 384,2 2-628,-1 0 0,-4-2 0,0 2-24,0 3 0,2-4 0,1 4 0,2-3-138,-2-2-287,-2 1 1,-1-1-1,2-2-98,3-2 0,-4 3-564,4-4 0,-3-1-1711,-2 1 1490,0 1 1,6-2 1183,3-4 0,23-34 0,6-9 0</inkml:trace>
  <inkml:trace contextRef="#ctx0" brushRef="#br0" timeOffset="202">13849 16448 8565,'0'-8'2228,"-2"-3"-730,-3 7-145,4-7 301,-6 9-1345,7 2 1,0 3 0,0 7 202,0 1 0,0 1-272,0 3 0,0 4 0,0 0 1,0-2 453,0-1-636,0-2 0,0 5 0,0 0 0,0-2 121,0-1-482,0-2 0,0-4-289,0-1 0,0-4-416,0 4-2425,0-5 1829,0 2 278,0-6 1,2 0 1325,3 0 0,15-13 0,10-3 0</inkml:trace>
  <inkml:trace contextRef="#ctx0" brushRef="#br0" timeOffset="203">14062 16633 8898,'-7'-8'1041,"6"-4"1,-7 9 905,3-7-1053,4 7 0,-7-5 417,3 3-1224,3 4-1573,-4-6 181,6 7 0,0 2 0,2 1 1305,2 2 0,11 31 0,7 4 0</inkml:trace>
  <inkml:trace contextRef="#ctx0" brushRef="#br0" timeOffset="204">14261 16548 8082,'-6'-14'379,"2"-1"1035,-5 1-775,6 0 1,-4 0 0,7 0 1606,0-1-1338,0 1 1,7 6 463,2 4-1291,-2 2 1,4 4 209,-7 2 1,6 1 0,-5 8-1,-2 2 550,-2 1-678,-1 0 0,2 0 0,1 1-91,2 2 1,-1 0-77,-4-5 0,0 1 0,0-1 1,0 0 122,0 0-369,0 0 1,0-4 0,0-1-141,0 2 278,0-4-22,0-1-2478,0-6-626,0 0 0,0-6 3238,0-4 0,32-28 0,8-7 0</inkml:trace>
  <inkml:trace contextRef="#ctx0" brushRef="#br0" timeOffset="205">14574 16633 8071,'-8'-6'2552,"0"4"361,3-2-1947,4 2 0,-7 2 923,3 0-2268,3 0 1,-6-5-3856,4 1-169,2-1 4403,-4 5 0,56 6 0,13 2 0</inkml:trace>
  <inkml:trace contextRef="#ctx0" brushRef="#br0" timeOffset="206">14716 16505 8114,'0'-14'574,"0"0"1,0 0 900,0-1-917,0 1 0,1 0 1,4 1-1,5 4 428,2 4-808,2-3 1,5 7 0,2-4-16,1 3 1,-5 4 0,4 1 0,-2 3 32,0 2-91,0 2 1,-10 4 0,-1 0-56,-1 0 0,-3 2 0,-4 2 0,-1 1-17,-4-2 92,-3 5 1,-8-6 0,-1 4-62,-2 1 1,0-7-1,5 2 1,1-5-167,4 0 84,-4-5 0,10 2 152,-7-3 0,9-3 0,1 2 703,8-2-644,4-2 0,7-2 1,2-1 180,1-2 1,2-4-1,4 3 1,-1-1 790,-3 1-964,2-5 1,-10 9-1,2-4 16,-7 0 0,0 3 1,-5-5 101,2 1-201,-5 3-645,3 4 1,-7 0-448,-4 0-1878,4 0 0,-12 6 2852,3 3 0,-21 29 0,-7 8 0</inkml:trace>
  <inkml:trace contextRef="#ctx0" brushRef="#br0" timeOffset="207">8631 10677 6136,'0'-8'1097,"-2"1"0,-1 6 453,-2-4-1073,0 3 1,4-4 455,-4 6-470,3 0-209,-4 0-208,6 0-61,0 0 1,6 0 130,4 0 60,9-6 0,-3 4 0,3-3-13,-4 4 0,6 1 0,3-2 0,3-1 222,1-2-316,0-6 0,1 8 0,-1-5-33,1 2 0,4-4 0,2 4 0,-1-2-113,1-3 116,-2 5 1,-3-5 0,0 5-43,-1-2 1,1 4 0,-11 0 0,-2 1 31,-1-2-29,-2 3 0,-4-4 0,-1 6 53,2 0 1,-3-5-10,2 0 1,-1-1 0,5 3 0,0-2 121,1 2-144,-7 2 1,4-4-1,-2 0 1,1 0-36,-2-1 5,4 4-558,-12-4-312,6 6 97,-7 0-1783,0 0 1093,-7 0 1014,6 0 0,-5 2-396,6 2 853,-7-2 0,-32 11 0,-15-5 0</inkml:trace>
  <inkml:trace contextRef="#ctx0" brushRef="#br0" timeOffset="208">8673 10264 6758,'8'0'705,"-2"-1"-134,-6-4 108,0 3-253,0-4 1,0 4-163,0-2 56,0 2 53,0-4-89,0 6 589,0 0-522,-6 0-267,5 0 1,-6-2 136,7-2-187,0 2-16,0-4-96,0 6 3556,0 0-3682,7 0 679,-6 0 1,7 0 454,-3 0 1,-2-2-680,6-3-435,-5 4-526,2-6 23,-6 7 0,1 0 282,4 0 333,-3 0 1,6 0 33,-4 0 107,-2 0 0,6 0 543,-3 0 29,-4 0-240,12 0-67,-12 0 1,7 0 136,-3 0-245,-3 0-120,4 0-465,-6 0-4605,0 0 4976,0-6-105,0 4 0,-5-10 122,1 2 0,-6-2 121,5-2 0,1 4 0,2 1 1,-1-2 423,-2-2-427,0-1 1,5-1 0,0 1 0,0 0 428,0 0-346,0 0 1,0 4-195,0 1-252,0 5 49,0-2 209,0 6 1,0 6-1,0 4 1,0 3 0,2 1 170,3 0-190,-4 0 1,6 5 0,-6 0 0,2 0 0,2 0 245,-2 0-172,5 6 1,-5-9 0,5 5 132,-2-1 0,1-4 0,-4 3 0,2-3 183,-2-2-305,5 0 0,-7 0-4,4 1 0,-2-3 1,0-1-153,2-1 51,0-7-1,-5 3 88,0-6-210,0 0-184,-6 0 1,-2 0 0,-7 0-639,1 0 425,0 0 1,0 0-51,0 0 0,-1 5 47,1 0 171,6 6 472,2-10 0,7 6 674,4-7-680,3 0 1,6 0 0,1 0-404,-1 0 0,0-2 0,0-1 0,2-3-2466,3-2-284,-3 5 3036,4-4 0,32-5 0,10-4 0</inkml:trace>
  <inkml:trace contextRef="#ctx0" brushRef="#br0" timeOffset="209">15370 15268 7421,'0'-14'-82,"0"0"1,0 0 2993,0 0-1391,0 6-907,0 1 0,1 7-159,4 0-361,3 0 0,6-4 1,2-1-1,5 2 1,5 1 167,6 2-250,8 0 1,1-1-1,6-3 1,0 0 0,2 0-155,3 3 137,4 1 1,-6 0-1,-1 0 0,0 0 1,-4 0 0,2 1 0,-4 3-71,-6 0-3,5 1 0,-11-5 0,4 0 33,-5 0 0,2 5 0,-9 0 1,6-2 188,4-2-62,-3-1 0,5 0 1,-7 0-20,0 0 1,2 0 0,2 0 0,1 0 46,-1 0-103,-2 0 0,3 0 0,2 0-150,1 0 0,0 2 0,4 1 0,-2 2-485,1-2 593,-4-1 1,5-2 0,-9 0-12,-4 0 0,0 0 0,-8 0 1,-2 0-132,-1 0 288,-2 0 231,-6 0 308,-2 0-466,-6 0 0,2 0-70,3 0 0,3 0 0,6 0 0,0 0-41,0 0-34,1 0 1,-1 0-138,0 0 1,0 1-1,0 2 1,1 2-73,-1-2 130,0-1 1,-4-2 3,-1 0 1,-4 0 18,4 0 1043,-6 0 53,4 0-375,-7 0-494,0 0-99,-7 0-383,6 0-107,-5 0-571,6 0 289,0 0 543,-7 0 0,6 1 319,-4 4 0,3-2-204,2 7 118,0-7 0,0 10 158,0-4 0,-1 4 0,-2 1 163,-2 0-233,0 7 1,4-6 0,-3 6-34,0-1 0,-3-2 1,4 6-1,-3 1 415,-2 2-473,5 7 1,-8-4-1,4 5-32,-1 0 1,1 0-1,-4 4 1,3-2 233,1-3-250,3 6 1,-1-5 0,-1 4-53,-2-1 1,4-6-1,-2 2 1,1-1-81,1 1 67,-7 5 0,9-9 1,-3 3 20,4-3 1,-4 3-1,0 1 1,2-3 35,1-1-187,2-1 1,0-1 0,0 1 39,0-1 1,2 0-1,1 1 1,4-1-121,0 1 157,-3-1 0,7-4 0,-5-2 58,2-2 0,-5 4 0,3-3 1,-1-1-68,0 1 65,0-2 0,-5 0 0,0 1 84,0 2 0,0 0 0,0 4 0,0-3 50,0 3-96,0-6 0,-2 9 0,-1-2 42,-2 4 0,0-1 0,5-3 0,0 3 147,0 0-215,0 6 1,0-6 0,0 5-21,0 0 1,0-4 0,0 6 0,0-1 44,0 0-78,0-4 0,0 8 0,0-6 40,0 3 1,0 0 0,0 6-1,0 0 0,0-1-6,0-5 0,0 4 0,0-5 27,0 1 1,0 2 0,0-6 0,2-1 96,3-2-92,-4-2 0,6-6 1,-6-1 8,4-1 1,-4-4 0,6 2-1,-2-6-41,-1-2-56,1-1 1,-5 1-16,0-1 1,2-6 53,2 2-70,-2 3-322,4-7 96,-6 6-296,0-7-7338,0 0 7952,0-7 0,-31-57 0,11 21 0,0 0 0</inkml:trace>
  <inkml:trace contextRef="#ctx0" brushRef="#br0" timeOffset="210">15242 16093 7940,'-8'0'-78,"-5"-2"0,4-1 1988,-4-1-1606,5-1 0,4 3 1,8-1-1,6-2 1,4 2 922,5 2-1096,3 1 1,8 0-1,3 0 1,5 0-1,3 0 53,2 0 0,0-5 0,1 0 0,2 2 28,1 1-87,0 2 1,1 0 0,1 0 129,1 0 1,6 0-108,0 0 0,9-1 0,-6-2 1,4-2 128,5 2-199,1 1 0,-4-3 1,-5 1-1,-6 0 1,-7 3 178,-3 1-354,-1 0 1,-8 0 0,-5 0-1,-6 0 1,-2 0-245,0 0 290,2 0 0,-1 0 0,1 0 122,1 0 0,2-2 1,1-1-1,1-2 391,-1 2-392,1 2 0,-6 1 0,0-2 0,-3-3 0,4 4 0,-5-4 0,-2 3 155,-1 2-250,-2 0 0,-1-1 0,-2-2 3,-2-2 0,1 0 0,4 5 0,0 0-360,0 0 309,1-6 1,0 4 0,3-2-78,1 2 1,6-3 0,-1 1 0,1 0-183,-1 3 203,-4 1 0,-5-2-819,-1-2-102,-6 2 295,-2-4 157,-6 6 0,-6 0 0,-5 0-709,-7 0 584,2 0 1,-10 0 722,2 0 0,-28-8 0,-11-3 0,-7-1 0,1 0 0</inkml:trace>
  <inkml:trace contextRef="#ctx0" brushRef="#br0" timeOffset="211">15668 15510 7934,'0'-14'221,"0"6"0,0-5 1,0 4-1,-1-2 0,-2 0 1,-2 1 1702,2-1-1294,1 5 0,2 1 1,0 10-269,0 4 0,0 6 0,0 2 0,0 4 260,0 1-500,0-5 1,2 10 0,1-5 54,2 0 1,-1 3-217,-4-6 0,0 5 0,0-5 1,0-2-122,0-1 133,0-2 1,0-4-1,0-1 261,0 2-72,0-4 1,-1-1-89,-4-6 1,2-6-247,-7-4 1,6-2-1,-4-4 1,0-2-486,0-1 404,5-12 1,-3 7 0,6-9 0,0 1 0,1 1-812,4-2 939,3-1 1,4 8-1,-1 2 1,-1 5 1,-1 5 0,6 3-128,-1 1 378,0 7 0,0-2-91,0 10 1,-6 5-1,-3 7 1,-3 2 8,-2-2 70,0-1 0,0 0 0,-2 1-232,-3 2 0,-1 0 0,-5-5 1,2 1-500,-3-1 399,-6 0 1,2 0-1,-3-1-360,3-4 0,2 4 0,0-5 0,-1 1 577,1 1 0,31-7 0,9 3 0</inkml:trace>
  <inkml:trace contextRef="#ctx0" brushRef="#br0" timeOffset="212">15924 15567 7948,'-6'-14'482,"4"6"0,-5-3 1,3 4 402,0 0-413,-1 3 1,3-2 0,-2 8-127,-6 2 0,2 6 0,0 7 1,2 2 271,3-1-595,-5 4 1,6-5 0,-2 5 155,2-1 1,2-2-133,0-5 0,0 0 1,2 0-1,2 1-167,6-1 106,2-6 0,3-2 0,0-6 1,3 0-1,2 0 331,2 0-154,2-6 1,3-2-1,-2-6 187,-1-1 0,-2-4-247,2 0 1,-4-4-1,-7 2 1,-2-1 384,-1-3-471,-7 4 0,1-1 1,-8 5-1,-6-2 0,-4 3-676,-5 5 156,-3-2 1,-2 12 0,1-4-507,-3 3 0,4 7 1,0 2-1,3 0-1097,6 4 703,-1 8 1403,6-3 0,19 24 0,7-2 0</inkml:trace>
  <inkml:trace contextRef="#ctx0" brushRef="#br0" timeOffset="213">16209 15595 7948,'8'-14'202,"-2"0"0,-5 0 1295,4 0-778,-3-1 0,4 6 0,-4 1 744,2 2-1300,-2 1 1,9 6 0,-5 4 262,2 5 0,-5 7-225,2 2 1,1 2 0,-1-4-1,-2 3 456,-1 3-619,-2-6 1,0 8-1,0-6 1,0-1 0,0-3 43,0 0-302,0-1 1,-2-5 162,-2 1 1,-4-2 0,-6 1-95,-1-4-29,7-4 1,-4-5 0,4-3 43,0-1 0,-3-1 1,6-7-1,2-1-540,1-2 480,2-6 1,0 2 0,2-5 63,3 0 0,3 4 0,6 0 0,0 1-71,0 0 146,7-3 0,-5 11 0,3 0 106,-4 4 0,0 7 0,-1 0 0,0 2 64,0 2-107,-6 0 1,-2 2 0,-6 2 35,0 6 0,0 2 0,0 3 0,-1-1 51,-4 0-69,-3 0 1,-6-3-50,0 4 0,0-4 1,-1 8-1,1-4-20,0 0 50,6-1 1,-3-5 0,6 1 85,2 1 1,2 1 0,1 3 594,0-1-517,0 0 0,6-4 0,3-2 75,4-2 0,6 0 0,0-3 1,-2 2 10,-1-2-260,-2-1 1,0-2 0,1 0-654,-1 0 0,0 0 1,0 0-786,1 0-380,-1 0 0,0 0 343,0 0 1480,-6 0 0,5-38 0,-5-10 0</inkml:trace>
  <inkml:trace contextRef="#ctx0" brushRef="#br0" timeOffset="214">16564 15567 7948,'-8'-8'1864,"-4"-5"-859,2 4 190,4 3 1,-1-2-264,7 3 1,7-1-737,2-4 1,10 2-1,5 5 1,4-2-318,6 2-1,2 2 0,2-1 0,-2-1 0,-1-2 0,-4 2-1758,-1 1 1071,-1 2 1,-7 0-2741,-3 0 3143,-10 7 0,-4-4 0,-10 5 1,-6-2 405,-6-3 0,-5-1 0,-7 3 0,1-1 0,1 0 0,3-3 0,6-1 13,2 0 0,2 0 0,1 2 1104,3 2 0,-2 0 1098,2 5-1324,4-6 1,0 5 0,6-3-27,0 4 1,0-1 0,0 2 0,0 1 460,0 1-1138,0 3 0,0-1 0,0 0-118,0 0 1,0 0 0,0 1-909,0-1 12,0 0 0,0-4-471,0-1 1,0 1-1,1 4-1974,4 0 2039,-3 0 1,4-4 1231,-6-1 0,-6 20 0,-2 9 0</inkml:trace>
  <inkml:trace contextRef="#ctx0" brushRef="#br0" timeOffset="215">16024 16477 7948,'8'-8'365,"0"-5"1,-4 4 674,6-4-241,-4-1 1,2 6-1,-5 5 1012,2 6-1524,0 5 0,-5 6 0,1 0 0,2 2 0,2 2 90,-2 1 0,-1 1 0,-2-3 1,0 2 215,0-1-499,0 4 1,5-6 0,-1 3-123,0-4 1,-3-5 0,-1-1-26,0 2-132,0-4 155,0-1 0,0-8 0,0-2 0,-1-6-34,-4-2-249,3-3 1,-9-5 0,5-4 48,-2-3 0,3-1 0,-3 1 0,0 2-13,1 1 214,3 7 1,-2-4-1,6 7 84,0 0 0,0 7 195,0 7-27,0 7 1,0 7 0,0 2 23,0 3 1,0 1 0,0 6-1,0-4 67,0-2-859,0-1 1,5 0 0,0 0-451,-2-2 1,0-1 0,0-2 1028,2 1 0,-19-1 0,-10 0 0</inkml:trace>
  <inkml:trace contextRef="#ctx0" brushRef="#br0" timeOffset="216">9924 17557 6842,'0'14'494,"0"-4"1,2-1 0,3 4 0,3 3 0,1 4 0,1 3 1850,1 2-2141,-5-5 0,5 7 1,-6-3-1,0 3 1,-1 0-1,1-2 1,-2-1-1,-1 1 1,-4 0 83,-3-1 1,2 3-1,-5-4 1,0 4-239,1 2-4,3-7 0,-2 5 0,6-4 1,0 4-1,0 0-250,0-3 111,0 3 0,0-10 1,0 5 34,0-1 1,6-7 158,4-5 1,-2-6 0,1 2 0,2-3 177,2-2-65,1 0 1,2 0 0,1 0 0,2 0 0,0-2 967,2-3-923,-5 4 1,9-5-1,-3 6 21,5 0 0,-2-2 0,10-1 0,0-2 257,3 2-551,3 1 1,12 2 0,4 0 10,2 0 0,5 0 0,1 0 0,3 0-91,3 0-181,-9 7 1,7-6-1,-12 4-72,0-3 0,-5 2 0,-1 3 1,-2-1-317,-3 0 597,-9-1 1,5 0-1,-5-1 29,5 0 1,0 2 0,1-1-1,1-2 387,3-2-316,4-1 0,11 0 0,1 0 147,2 0 0,1-4 1,5-1-1,2 0 765,2-1-927,-8 4 1,9-4 0,-12 6-40,1 0 0,5 0 0,-4 0 0,2 0 84,-2 0-244,-2 0 1,-1 0-1,3 0 108,4 0 1,-4 0 0,0 0 0,1 2-44,-3 2 115,0-2 1,-3 4-1,1-6 34,-2 0 1,0 0 0,0 0 0,3 0 20,2 0-64,1 0 1,-1 0 0,-3 0-34,-4 0 0,5 0 0,4 0 1,1 0-376,-2 0 446,3 0 0,-4 0 0,8 0-5,3 0 1,-8 0 0,3 0 0,-3 0 177,-4 0-168,6 0 0,-1 0 0,7 0-18,-2 0 0,-6 0 0,-1 0 0,2 0 122,5 0-176,-7 0 1,9 0-1,-10 0-9,4 0 1,-1-1 0,-3-3 0,-4 0-184,-4 1 207,-1 1 1,0-3 0,0 0-27,0 2 1,-7 2-1,-1 1 1,-1 0-162,-1 0 191,7 0 1,-15 0-1,3 0 23,-6 0 0,2-5 0,-3 0 0,1 2 17,3 2 61,-4 1 0,5 0 1,-6 0-45,3 0 0,1-5 36,4 0 1,-5 0 0,-4 5-1,-3 0 218,-2 0-279,7 0 0,-10 0 0,4 0 1,-4 0-1,-1 0-187,-1 0 187,-5 0 1,7 0 0,-6 0-17,-2 0 0,-1-1 1,-2-2-1,1-2 454,-1 2-372,0 1 1,0 1 128,0-4 0,1 2 1,-1-5-1,0 1 238,0 4-311,1-5 1,-1 5 0,2-5-9,2 2 1,-2 0 0,5 2 0,-2 0 181,0 1-437,0-5 0,-5 6-124,0-3 0,-4 4 0,-1 1-514,2 0 593,-5 0 0,2 0-490,-3 0-195,-3 0-640,4 0-542,-6 0 0,-8 0 2040,-6 0 0,-41-13 0,-18-6 0,19 6 0,-1 0 0,1 0 0</inkml:trace>
  <inkml:trace contextRef="#ctx0" brushRef="#br0" timeOffset="217">8318 10449 8220,'0'-14'105,"0"0"1,0-1 0,0 1 0,-2 0 1851,-3 0-1872,4 0 0,-12 6 0,4 3 0,-4 3 0,-1 4 1,-2 1-1,-3 3 0,-5 2 0,-2 3 111,-3 2 0,1 1 0,-1 2 0,-1 1 72,-3 2-286,3 0 0,-5-4 0,7-1 0,0 0 1,-1 0-22,1 0 25,-1 1 1,5-1-1,2 0 11,2 0 1,-2 0 30,8 1 1,-2-1-1,9 0 1,1 0 46,0 1-27,1-1 0,5 0 1,2 0-1,1 2 1,3 1 175,2 2-71,-5 0 0,5-5 1,-5 2-59,2 3 1,0-1 0,-5 4 0,1-2-159,4-2 122,-3 4 0,4-6 0,-6 2 0,0-2 1,1-1 0,3-1 0,0 0-187,0 0 150,3 0 1,-3-1 0,5-2 16,2-1 0,-3-6 1,1 4-1,3 0 120,0 0-150,2-5 0,-4 8 0,-1-6 43,2-2 1,2 0-1,1 0 1,2 2 114,3-2-207,-3-1 1,9-2 0,-3 0 39,5 0 1,-2 0 0,9-2 0,-4-1 2,-2-2 70,0-6 1,6 8-1,-1-5-14,-2 2 0,-5-3 0,-3 4 0,3 0-54,0-1 29,-3 4 1,-3-6-1,-6 5 41,1-2 1,-6-4-1,1 3 1,-1-2 304,-1-3-329,5 4 1,-7-5-1,5 1-15,-2-7 1,1 2 0,4-3-1,0 2 17,1-2 23,-1 3 1,-2-9-1,-1 6-3,-1 2 1,-7-4 0,3 2-1,-1 0 99,0-1-65,0 4 1,-7-9-1,-1 4-69,-2-1 0,-6 3 0,2-5 0,-4-1-94,-1-2 134,0 5 1,-1-3 0,1 6 110,0 2 1,0 1 0,-1 2 0,1-1 168,0 1-301,-7 6 1,4-3 0,-7 5-98,-1-2 0,-3 5 0,-6-2 0,-3 3-532,-4 2 170,4 0 1,-2 7 0,6 1-700,1 0 0,8 4 0,7-2 0,6 4-1626,6 5 2726,10-3 0,32 4 0,16-1 0,5 0 0,1 0 0</inkml:trace>
  <inkml:trace contextRef="#ctx0" brushRef="#br0" timeOffset="218">8375 16349 8195,'-10'0'1204,"1"0"-474,6 0 0,-2 0 0,10 0 1100,4 0-1583,4 0 1,1 0 0,0 0 0,0 0 0,2 0 413,3 0 1,-2 0-484,7 0 0,1 0 0,9 0 0,4 0-64,3 0 0,-3 0 1,-1 0-1,1 0 387,-1 0-939,-3 0 1,-11 0 0,-4 0-147,-4 0 0,-2 1-2307,-4 4 359,-2-3 1928,-7 4 0,-2-6 0,-3 0-764,-4 0 1219,-4-6 1,4-1 0,-1-4 148,-1 2 0,3-2 26,-1-8 0,4 3 0,-3-3 1,0 3-227,0 2 1481,5 0 1,-9 0-1,2 0 2073,-2-1-2706,-3 1 0,6 5 373,-1-1-715,1 7 0,-5-3-7,-1 6-179,8 6 0,-4 2 0,6 6 0,2 0 303,1 1-314,2-1 1,0 2-1,0 1 103,0 2 0,0 1 0,2-2 0,1 2 356,2 2-386,-1-4 0,-4 7 0,0-4 113,0 1 1,0-3-1,0 3 1,0 0-24,0 0-184,0-5 1,0 9-1,0-7 146,0-2 0,-1-6 1,-2-1 478,-2 1 921,0-5 217,5 0-860,0-6 417,0-6-1406,-6 4 1,4-10-429,-3 2-384,4 4 0,1-2-2209,0 3 1,-2 4-1383,-2-4 4401,2 3 0,-4 15 0,6 3 0</inkml:trace>
  <inkml:trace contextRef="#ctx0" brushRef="#br0" timeOffset="219">18739 16235 8836,'-7'-6'850,"0"4"0,6-4 0,-3 4 688,0-2-1287,-1 2 0,11-4 1,4 6-1,2 0 0,3 0 1,0 0-1,3 0 772,1 0-1118,6 0 0,-8 0 1,6 0-1,-1 0 0,-2 0 1,2 0-1,-1 0-840,-1 0-491,-1 0 0,-9 1 0,-2 4-1886,-2 5 3312,-1-4 0,-29 19 0,-15 7 0,-1-1 0,1 1 0</inkml:trace>
  <inkml:trace contextRef="#ctx0" brushRef="#br0" timeOffset="220">18796 16477 8086,'-8'0'2490,"0"0"-982,4 0-627,2 6-332,-4-4 0,12 2-451,4-8 1,2 2 0,4-4 0,1 1 202,2 0-1256,0 1 1,-4 2 0,-1-1-2343,0-2 3297,-6 0 0,-27 37 0,-13 7 0</inkml:trace>
  <inkml:trace contextRef="#ctx0" brushRef="#br0" timeOffset="221">21142 13435 8014,'8'-8'917,"-2"-5"1,-6 4 1314,0-4-1849,0 5 0,0 3 0,0 12 0,0 5 0,0 7 1,0 3-1,0 4 1100,0 0-1197,0 3 0,0-1 0,0 2 0,0 2 0,0 1 44,0-1 0,0-2 0,0-2 0,0-1 170,0-3-686,0 2 0,0-10 0,0 3 1,0-3-629,0-2 281,0 0 0,-1-6-1126,-4-3 0,4-5 0,-3-3-2024,8-2 3683,-3-6 0,18-47 0,-3-20 0</inkml:trace>
  <inkml:trace contextRef="#ctx0" brushRef="#br0" timeOffset="222">21199 13506 8014,'-6'-15'281,"-1"1"0,-2 0 1796,4 0-1542,4 6 1,2-3-1,4 6 1,6 2 1471,6 1-1713,6-4 1,5 4 0,0-2 0,1 2 0,-2 2-55,-4 0-647,-2 0 0,-7 0 1,0 0-878,1 0 1,-3 2 0,-2 2-1313,-6 6 924,-2 3 1672,-8-6 0,-34 25 0,-14 0 0</inkml:trace>
  <inkml:trace contextRef="#ctx0" brushRef="#br0" timeOffset="223">21199 13619 8014,'-8'0'3486,"-4"-6"-2671,10 4-525,-4-4 0,6 5 1,1-3-365,4 0-916,3-7 0,6 9 0,2-3 108,3 4 882,-3 1 0,55 31 0,-33-11 0,1 0 0</inkml:trace>
  <inkml:trace contextRef="#ctx0" brushRef="#br0" timeOffset="224">21555 13662 8014,'0'-14'861,"0"0"1,0-1 145,0 1 529,0 0 0,-2 4 270,-3 1-1566,-3 6 0,-1-4 0,1 9-77,2 3 0,-5 3 0,3 7 0,-2 3 309,1 1-450,-1 6 0,1-4 1,1 4 37,2-1 1,1-1 0,5 4 0,0-2-640,0-1 454,0-7 0,0 9 1,1-7-10,4-2 1,3-6-1,6-3 1,2-2-280,3-2 333,-3-3 1,9-2-1,-4-4 53,1-5 0,-3-4 0,3-3 0,-2-4 260,-2-1-382,-3-2 1,0-4-1,-3-1 1,-2 1 1,-4 4-1,-6 1 1,-1-1 32,-4 2 3,-3 1 0,-8 9 0,-1 2 30,-2 5 1,-6 4 0,1 1 0,-1 1-182,1 4 271,3 3 1,6 6 0,-1 1 37,2-1 0,-4 0 0,10 0 0,0 0-94,4 1 4,2-7 1,4 3 0,2-5-80,6 2 1,9-5 0,4 2 0,4-4-585,2-1 536,6-6 0,-5 3 0,3-7 59,-3-1 1,-2 0 0,1-1 0,-1 1 232,0-1 308,-5-3 1,-4 7 452,-10-6-181,4-1-550,-12 7 1,4 2 0,-8 8-18,-2 2 0,0 0 0,5 7 0,0 3 531,0 3-458,0 2 1,0-5 0,0 2 46,0 3 0,5-3 1,1 3-1,1-3 82,-1-2-211,5 0 0,-8 0 1,5 1 109,-2-1 0,4 0-96,-5 0-168,-1 0 1,-4-4 0,2-2-808,3-2 297,-4-1 355,12-5 0,-10 0 0,7 0 9,1 0 0,-3-5 0,1-1 0,4-2-377,4-3 376,-1-2 0,4-1 1,-5 0 95,-1 0 1,2-5 0,-1 0 0,1 1 181,-3 2-55,-2 2 0,-2 0 0,-1 0 564,-1 0-218,-3 6-158,-4 1-190,0 7 1,0 11 0,0 4 0,0 0 0,0 3 754,0 1-542,0-3 1,0 9 0,0-6-206,0-2 1,0 4 0,2-2-117,3-2-456,-4-1 1,12-3 290,-4-4 0,4-3 0,1-6 1,2 0-533,3 0 564,-3-6 1,4-2 0,-4-6 61,3 0 1,-3-5 0,3 0 0,-3 0 173,-2-2 87,0 5 0,-4-4 1176,-1 6-654,-6-1-413,3 8 0,-7 2-27,-4 10 1,2 2 0,-5 8 230,2-1-501,1 0 1,5 0-141,0 1 0,6-1 0,4-2 1,2-1-908,3-1 930,5-7 1,-2 3 0,5-6-95,3 0 0,-4-1 0,0-4 0,0-3 193,0 0 79,-5-11 1,4 10 0,-7-12 209,0 1 1,-6 4 0,-3-5-1,-3 3 400,-2-1-475,0 0 1,-7 9-1,-2 2-34,-4 2 0,-1 1 0,0 5 1,0 0 68,-1 0-361,1 0 0,0 5 0,1 1-366,4 2 0,2 2-421,7 4 628,7 0 1,1-4 0,6-3 64,0 0 1,5-3 0,2-4 0,1 0-163,3 0 416,-4 0 0,5-4 0,-2-3 182,3 0 1,1 2 31,1-5 1,-6 6 0,0-4-1,-1 0 528,0 0-380,-5 5 1,4-4-1,-7 7 108,0 0 20,-6 0 205,-2 0-93,-6 0 0,-1 0 496,-4 0-1001,-3 0 0,-1-1 1,-1-2-1082,-1-2 901,-1-6 1,-3 9 0,1-2-250,0 2 1,0 2 150,-1 0 0,1 2 1,0 2-1,0 6-600,0 2 813,-1 3 0,6-6 0,-1 2 0,1 3 1,1 4 131,3-1-145,4-1 1,1 3-1,0 0-34,0-2 1,6-3-76,3-4 1,6 1 0,2-6 0,4-2-96,1-2 200,-5-1 1,8-1 0,-4-4 0,-1-4 0,1-4-107,-4-1 324,-1 0 0,-2-2 0,1-2 240,-1-1 1,-2-4-188,-2 4 1,-2 0-1,-5 5 532,2-1-732,-1 8 0,-4-3 0,-1 10-401,-4 6 354,4 5 0,-7 4 0,5-1 169,-2 0 1,0 2 0,5 1-1,0 2 77,0-1-409,0-3 1,0 0-208,0-1 1,6-2 201,4-2 0,2 1 1,3-6-1,-1-2-186,0-2 296,7-1 1,-4-6-1,7-2 1,-1-1 0,1-1 64,0-1 8,0-1 1,-2-7 0,-3 0 109,-4 1 0,0 7 0,-1 2 0,0-1 445,0 2-517,-6-4 5,-2 10 0,1-3 66,2 10 61,-2-3 0,1 10-12,-4-2 0,3 2 1,4 3 48,-2-1-382,-6 0 1,8-4 51,-6-1 0,5-4 0,-4 4-90,2 2 128,-5-4 1,8 1-9,-6-4 1,6-2 0,-2 3 226,4-4-11,-5-1 0,4 0 9,-2 0 1,3-1 0,1-3-51,0 0-107,-6-7 1,5 4 0,-4-4-155,4 2 1,1-1 0,0-2 0,0 1-272,1 1 256,5 7 1,-3-8 0,6 6-36,-3 2 1,1-3 222,-2 1 0,-4 0 0,4 5 0,-3 0 154,-2 0-49,1 0 1,-1 2 205,0 3-41,-6-4 476,-2 5-335,-6-6 0,-1 0 6,-4 0-640,-3 0 1,-1 0 0,-1 0-700,-1 0 690,-2 0 0,-1 0 0,-2 0-196,-3 0 1,4 0 253,-4 0 1,3 5-1,2 2 1,-1 0 195,1 5-76,6-6 1,-4 5 0,4-5 0,0 2 63,3 3 130,4 2 0,2-4-34,4 1 0,3-7-132,6 2 0,2-4 0,1-1 0,4 0-15,1 0-13,1 0 0,0-6 1,-4-2-1,-4-1 0,0-3-440,-1-3 441,0 0 0,-1-7 1,-4 3-63,-4-4 1,-2-4-76,2-2 1,-4 1-1,4 0 1,-3 1 153,-2 3 189,-7 3 1,4 7-270,-6 0 221,-1 12 0,1 6 0,-1 13 125,-1 2 0,3 5 94,-1-5 0,6 1 0,-2-2 0,3 0 481,2 0-834,0-2 0,0-2 0,0 0 0,2 0 0,3 0-307,4 1 247,10-1 1,-2-6 0,6-2-458,-3 0 1,5-4 322,-1 3 0,3-4 0,1-1 0,-1 0-156,-3 0 341,3 0 1,-11 0 0,3 0 0,-4 0 0,0 0 436,-1 0-106,-6 0-166,4 0 0,-9 2 103,7 3 1,-1-2 0,6 5-85,-1-2-182,0 5 1,7-9-1,2 2 1,4-2-1,2-2-130,-1 0 100,0 0 1,6 0 0,-1 0 27,-2 0 0,-1-5 71,-1 1 1,-2-8 0,-4 5 0,-4-3 103,-3 1-48,-2-1 1,-4 1 97,-1-1-285,-5 1 1,0 1 15,-8 3 1,2 5 58,-3 5-185,4-4 1,1 7 172,0-3 0,0 3 295,0 6-279,6-6 1,0 0-1,5-5-92,-1 2 90,-1 0 1,5-5 0,1 0-12,-1 0 609,-6 0-176,4 0-383,-4-7 1,0 4 124,-3-6-294,-3-1 1,-4-2-1,-1 0-355,-2 3 386,-6-1 1,8 3 0,-5 0 0,0 3 0,0-1-455,-3 2 423,-2-5 1,4 6 0,0-3-26,-3 4 1,0 1 160,-2 0 0,4 0 0,1 0-42,-2 0 391,4 0 1,-1 0 583,4 0-607,2 6 1,-4-3 377,6 7 0,0-5-303,0 4 0,0-4 1,0 4 171,0 2-468,6 2 0,-4-4 1,2 1-1,0-1 195,0-1-449,-2 5 1,6-5 118,-3 6 0,-4-5 0,4 1 1,-4-1 0,1 4-1,1-2 169,2-1-165,0-1 1,-4 5-1,2 1 1,2-1-1,-2 0-10,-1 0 87,4 0 0,-4 2 0,2 2 69,-2 1 0,3-1-37,0-3 1,-1 0-1,-4 3 1,0 1 62,0-2-70,0-1 1,0-2 0,0 0 0,-1-1 239,-4-3-217,3-4 1,-10-6-1,2 0-61,-2 0 0,-3 0-118,1 0 0,-2-2 0,-1-1 0,-2-3-150,2-2 179,-5-2 0,6-9 0,-2 1 0,7 0 0,7 1-638,2-2 443,2-3 1,8-7 0,6 1-381,8-1 0,7-4 1,4-2-1,5 2-1331,3 3 1471,-5-1 1,-6 16-1,-8 1-991,-1 8 1,-2 4-1472,-5 2 2946,-6 0 0,-27 32 0,-13 7 0</inkml:trace>
  <inkml:trace contextRef="#ctx0" brushRef="#br0" timeOffset="225">26019 13335 7969,'0'-8'290,"0"-5"1,1 4-1,4-4 1,6 1 3358,7 2-3301,-3-2 0,19 10 1,0-3-1,9 4 0,6 1 1,2 0-1,1 1 296,-2 4-987,-1-3 1,-12 9 0,-6-7 0,-7 1-770,-10 1 1,-6-2 0,-10 5-2104,-2 2 2490,-11-5 0,-7 1 725,-6-7 0,-12 0 0,-5 0 0,-5 0 0,0 0 0</inkml:trace>
  <inkml:trace contextRef="#ctx0" brushRef="#br0" timeOffset="226">26232 13335 11292,'0'8'2675,"0"0"-894,0-3-1380,6 2 1,-4 4-1,3 2 99,-4 3 0,1 3 0,1 0 0,2 5 501,-2 2-947,-1 3 1,-2-1 0,0 1-91,0-1 1,1 1 0,2-3 0,2-2-417,-2-5-1164,-1-3 0,-2-7 206,0 1 1,1-2 0,4 1-1181,5-4 1351,2-4 1,4-1 1238,3 0 0,47-44 0,-24 17 0,0-1 0</inkml:trace>
  <inkml:trace contextRef="#ctx0" brushRef="#br0" timeOffset="227">26659 13577 7969,'8'-15'126,"-2"1"1,-6 0-77,0 0 1585,0 6 1,-2-5-591,-2 4 0,-4 2-581,-7 3 1,-3 2 0,-3 4-1,-1 2 789,-3 6-1130,-2 3 0,-2 2 0,2 3 0,4 1 0,4 0-267,3 1 87,8-4 0,-3 5 1,6-7-396,2 0 0,3-1 0,5-4 0,4-3-859,4 1 1003,8-6 1,-4 6 0,5-9 113,-1-3 1,2-3 0,-2-6 0,-1 0-250,1 0 797,-2 0 0,-5 1 0,-1 2 201,-4 1 1,4 1-89,-4-5-203,-2 6-68,-1 1 0,-4 14 0,1 2 0,1 4 230,0 1-387,-3 0 0,4 1 0,1-3-37,2-2 1,2 2-1,4-4 1,0 0-428,0-3 228,0-4 0,5-1 1,2 0-106,1 0 0,6-6 1,6-5-1,-3-6-422,-1-7 517,-1-3 1,-2-3 0,-2-1 94,-1-3 1,-12 0-1,1 2 1,-5-1-295,-5 1 676,-2-4 0,-7 12 0,-3 2 66,-4 9 0,-1 6 0,0 3 1,-1 1 309,1 5-540,0 4 1,4 15-1,3 4 231,0 7 1,2-2 0,5 4 0,0-1 1395,0 1-1426,0-1 0,0-5 0,0 1-203,0-1 1,0-1 0,0-3 0,0-4-478,0 1-475,7-12 1,-4 9 627,6-14 1,-4 1-1,5-5 1,2-2-496,6-2 537,-3-4 1,12-11 0,-3 0 78,3 2 1,4 1-1,0 3 1,-5 2 866,1 2-517,-6 5 0,4-2 86,-6 6 0,-2 2 0,-7 2 549,-5 6-708,-10 3 1,-3 1 0,-6 0 6,0 0 1,-5 0 0,-2-1-1,0-2-409,1-1-118,-5-7 1,9 5 0,-3-5-187,3 2 1,2-1-1,0-4-514,-1 0-117,8 7 969,-6-6 0,18 5 1,-1-6-1,7 0-138,4 0 898,5 0 0,1 0 1,4 0-50,-1 0 0,-1 0 0,7-1 0,2-2 338,1-2-730,7-6 1,-9 1 0,7-7-200,2-2 1,1-1-1,1 1 1,-1-3-722,-3-1 683,3-3 0,-10-1 1,0-6-146,-6 1 1,-6 2-1,-9 0 1,-5-2-448,-4-1 700,-1 6 0,-1 7 1,-4 7-103,-5 4 0,-7 2 0,-4 7 1,-1 2-144,-3 3 227,4 3 1,-5 12 0,4 4-30,-1 3 1,3 1 0,7 1-1,2-1 480,2 0-287,6 7 0,-4-6 0,10 1-17,7-5 1,1-3 0,13 2-1,1-5-194,2-4 64,7-7 0,-2-1 0,4-7-142,-1 0 1,3-2 0,-5-3-1,-1-4-293,-2-4 392,-2-7 0,-6 4 1,-4-5 80,-7 1 0,0 9 0,-6-3 87,-2 1-59,-2 0 1,-12 5 0,-3 4-26,-2 2 0,-4 8 0,1 5 1,1 5 77,3 3 61,0 0 1,3-3 0,2 1-157,6 2 1,2 0-1,4-5 1,2 1-565,6-1 289,2 0 0,7-4 0,2-3-539,1 0 0,-3-1 1,3-3 790,-1 2 0,-2-7 0,-5-6 0</inkml:trace>
  <inkml:trace contextRef="#ctx0" brushRef="#br0" timeOffset="228">20858 15695 8069,'14'-22'193,"-4"-3"0,-3 6 1,1 1-1,-1 2 1,-1 2-1,-1 0 1338,1 0-470,-4 6 0,4 0 1,-6 6 420,0 2 1,0 4-630,0 10-601,0 0 0,0 5 0,0 1 153,0 3 0,0-4-172,0 4 0,0-1 0,0 5 0,0 0 154,0 3 1,0 3 0,0-1 0,0 3 376,0 1-617,0 2 0,0 4 0,0 1 75,0 0 1,0-1-1,-2 3 1,-1 0 409,-2 3-637,-6-1 1,8 1-1,-5-1 30,2-1 1,1-2 0,5-1 0,0-1-299,0 1 347,0 0 1,0-1 0,0-1-62,0-3 0,0 3 0,2-4 0,1 1-141,2-1 120,6 1 0,-10 0 1,4-1-92,-3-3 1,-2 4-1,0-3 1,0 1-151,0 4 249,0 1 1,0-3-1,0 0-25,0 1 0,0 2 1,0 2-1,0 0-83,0-1 127,0 1 0,0 1 0,0 2 55,0 1 0,0 1 1,0-4-1,0 2 230,0 1-357,0 7 1,-5-10-1,0 3 41,2-2 1,2-3 0,1 1 0,0 0-40,0-1 4,0-5 1,0-4-1,0-8-294,0-1 0,0-7 1,1 1-732,4-7 858,-4-5 1,6-8 151,-7-2 1,0 0 0,0-5-1,0-4-963,0-4 601,0 1 0,1-6 0,2 3-687,2-5 0,2 2 1,-4-1-1,1-3-1528,0-1 2639,-3-7 0,-13-34 0,-7-14 0,5 20 0,1 0 0,0 1 0</inkml:trace>
  <inkml:trace contextRef="#ctx0" brushRef="#br0" timeOffset="229">20915 15553 7991,'0'-8'367,"0"0"0,-2 5 1,-1-4-1,-2 0 1293,2-4-1451,2 4 1,1-1 0,1 5 0,4-2 0,4 2 0,6 2-1,2-1 403,2-3 1,6 4-482,-1-4 0,4 2 0,4 0 0,4-2-18,5 2 1,5 1 0,13 2-1,2-1 348,6-4-380,2 3 0,7-4 1,3 6-247,-37 0 1,0 0-1,35 0 185,-34 0 1,-1 0 0,36 0 0,2 0 0,-39 0 0,0 0-4,1 0 0,0 0-13,1 0 1,-1 0 0,0 0-1,0 0 1,-1 0 0,0 0-1,40 0 1,-40 0 0,0 0-63,1 0 1,0 0 90,0 0 1,1 0 0,0 0-1,-1 0 1,1 1 0,0 0 13,-1 1 0,1 0 0,1-1 0,0 0 0,0 1 0,-1 1 0,-1-2 0,0-1 28,0 0 1,0 0-93,0 0 1,-1 0 0,2 0-1,0 0 1,-1 0 0,0 0 15,38 0 1,-1 0 0,-5 0 0,4 2-153,1 3 27,1-4 0,-1 5 0,-4-6 30,-8 0 1,1 0-1,-3 0 1,3 0-157,5 0 225,-5 0 0,1 0 1,-4 0-7,0 0 1,3 0-1,-7-1 1,-1-2 138,-1-2-34,-2 0 1,6 4 0,2-2-37,-1-2 1,0 0 0,-8 5 0,1 0-21,0 0-32,6 0 1,2 0-1,6 0-31,0 0 1,7 0 0,-37 0 0,0 0 0,1 0 0,1 0 56,0 0 0,-1 0-32,0 0 1,-1 0-1,36 0 1,4 0 13,-40 0 0,1 0 0,1 0 0,0 0 0,-1 0 0,-1 0 0,1 0 0,-2 0-32,41 0 20,-41-3 0,1 0 0,1 2 0,1 0 0,-1-1 1,0-1-27,38 2 0,-2-1 0,-9-1 0,-3-3-147,-4-2 169,-3 5 0,-9-5 0,-4 5-4,-7-2 1,-2 0 0,-6 5-1,3 0 83,-3 0-33,-7 0 1,-2-1 250,-3-4 0,-3 3 931,3-2-1188,-10 2 43,-3 2 0,1 0 0,2 0-125,4 0-68,7 0 1,3 5-1,5-1 90,0 0 0,1-1 0,-2 0 0,-2 2-66,-1-2 208,-7-2 1,-1 4-54,-7 0 221,-6 0 41,4-5-91,-7 0-38,-7 0-46,6 0 26,-5 0 1,6 6 75,0 3-109,0 4 0,0 1 1,0 0 76,0 1 1,0 4 0,1 1-1,2 2 225,2 4-258,0 0 1,0 3 0,1 1 29,2 3 1,-5-1 0,2 6 0,-2 1 163,2 2-242,-4 2 1,5-5-1,-6 0-112,0 1 1,0 2 0,-1 2 0,-2-1 201,-2 1-151,-6 0 1,3-1 0,-6 1-13,0 0 1,4 4 0,1-1 0,-1-2-38,2 0 66,-4-11 1,10 20-1,-3-12-58,4-2 1,-4 2 0,0-6-1,2 1 29,1 4-95,2-5 1,0-1-1,0-4 23,0 4 1,5-3-48,0 7 0,0-6 1,-5 1-1,0-3-394,0-2 304,0 1 1,-5-1-1,-1 1 1,-1 1-1,-1 0-486,1-2 594,3 10 1,-7-14 0,7 9 153,0-3 1,-2-2-159,1 1 0,-1-1 0,3 0 0,-2 1-74,2-1 220,1 1 0,1-1 0,-2 1 1,-2-1-1,2 1 281,1-1-410,2 0 0,0 1 1,0-2-1,0-2 1,-1-1-122,-4 1 157,3-5 0,-4 7 1,6-5-5,0 1 1,0 2-6,0-6 0,0 0 1,0-5-1,0 0-40,0 0 0,-5 1 1,0-1-161,2 0 70,2 0-366,1 0 287,-7 1 0,6-1-57,-4 0 265,4-6 0,1 5 0,0-4 0,0 4-121,0 1 82,0 0 0,-2 0-44,-3 1 80,4-1 1,-7-2 127,3-2 0,-3 1 0,-6-6 280,0-2-392,-1-2 1,-5-1 0,-5 0-1,-7 0 1,-6-1-234,-3-4 160,-8 4 1,-3-6 0,-11 7 60,-8 0 1,-4 0 0,33 0 0,-1 0 0,-2 0 0,-2 0-1031,0 0 0,-2 0 956,-4 0 1,0 0 0,2 1 0,0 0 0,-4 0 0,1 1-130,-2 0 1,1 1 0,-1 0 0,0 0 62,-1 0 0,0-1 1,3-1-1,1-1 0,1 3 1,1-1-1,2-1 1,0 0 305,2-1 0,-1 0-82,1 0 1,-1 0-1,0 0 1,-1 0 0,0 0-1,1 0 1,1 0 0,-1 0-1,1 0 1,0 0 219,0 0 0,0 0-249,-5 0 1,0 0-1,8 0 1,0 0-1,-4 0 1,-1 0-32,2 0 1,1 0 0,2 0-1,0 1-48,-4 2 0,1-1 0,0-1 0,1 0 0,-2 2 0,1 0 0,2-1 0,0 1-21,1-1 1,1 0 11,0 1 0,1-1 0,-39-2 0,4 0 0,6 0 0,7 0-199,4 0 156,7-6 1,-15-1-1,4-4 1,0 2-1,-3-2-435,3-2 455,-6 5 0,5-3 0,-4 7 0,1-1 0,3 0 2,2 0 32,-5 1 1,5-1-1,-2 0-115,8 2 1,2 0 175,7-2 1,-5 3-1,2-2 1,1 1-4,2-2 0,4 2 1,0-5-1,-2 1 48,-1 4-51,-1-5 0,1 2 0,-2-5 1,-2 3-1,-2 0 111,-3 0-126,-1-1 1,-1-1-1,-2 3 6,-2 0 0,4-2 108,1 4 1,8-5-1,-6 6 1,3-1 454,1-1 0,-3 4 0,-4-3 0,-1 4-736,4 1 92,1 6 1,4-3 0,3 5-1,4-2 1,7-2-464,7-3 406,1-1 0,17 0 0,-4 0 99,3 0-287,5 0 1,-5 0 0,2 0-1041,-2 0 872,-9 0 0,4-1 0,-7-3 1,0-2-1,-1 0 483,-3 0 0,-2-24 0,-4-8 0,-7-2 0,0 1 0</inkml:trace>
  <inkml:trace contextRef="#ctx0" brushRef="#br0" timeOffset="230">21128 16278 8106,'-14'0'365,"4"0"0,2-2 1,1-1-1,-1-2 1617,-3 2-1408,4 2 0,-5-4 391,2 0-1117,4 0 1,1 5 142,10 0 1,3 0 196,6 0 0,2 5 1,3 0-1,4-2 446,4-1-396,8-2 0,1 0 0,7 0 0,0 0 0,1 0 559,3 0-814,4 6 0,6-5 0,0 4 123,-1-3 1,6-2-147,0 0 1,4 0-1,-4 0 1,-1 0-210,2 0 275,-4 0 1,9 0 0,-7 0-1,-1 0 1,-1 1 102,-2 4-84,0-3 0,4 4 0,1-6-8,-2 0 1,0 2 0,1 1-1,7 1 107,7 0-112,-3-3 1,-30-1-1,0 0 1,39 0-41,-40 0 0,1 0 0,4 0 1,0 0-1,0 0 0,1-1 1,1-1-1,-1 0 132,1 0 0,-1 0-115,-3-1 1,0 1 0,4 2 0,1 0 0,-3 0 0,1 0 2,2 0 1,0 0 0,-4 0 0,0 0 0,2 0 0,1 0-1,-4 0 1,0 0 51,-1 0 0,-1 0-69,1 3 1,0 0-1,2-2 1,0 0 0,0 1-1,0 1 15,-1-2 0,0-1 0,0 1 0,-1 0 0,0 0 0,-1 1 0,2 0 0,-1 1 14,2-2 1,0 1 53,-1-1 1,-1-1-1,0 1 1,0-2-1,34 1 23,0 0 1,-2 0 0,2 0-1,-4 0 53,-9 0-118,3 0 0,-9-1 0,5-2-66,1-2 0,-11 0 1,4 5-1,-3 0-292,-4 0 285,6 0 1,-7-1 0,4-3-24,0 0 0,-6-1 0,5 5 0,2-2-24,1-2 103,-4 2 0,2-4 1,-4 4-28,2-3 0,-5 4 0,1-5 1,-3 1 7,-1 0 5,6-6 1,-5 9 0,5-2-2,0 2 1,-3-3-1,4 1 1,-1 1 2,-3 1-38,-1 2 1,0 0 0,0 0 53,-4 0 1,-7 0 0,3 0 0,-1 0-130,0 0 82,2 0 0,0 0 0,-1 0-22,-3 0 1,7 0 0,0 0 0,5 0-59,0 0 151,-2 0 0,-1 0 0,0 0 45,-1 0 0,-5 0 0,-4 0 0,-5 0 12,-4 0-93,3 0 1,-11 0 43,3 0 1,-4 0 0,0 0 0,-1 0 106,0 0-158,0 0 1,0 0-1,2 0 135,3 0 0,-3 0 1,3 0 211,-3 0-391,-8 0-834,4 0-233,-10 0 615,-2 0 0,-3 0 0,-8 2-1798,-5 2 0,-13-2 2290,-13 3 0,-7-6 0,-13-1 0,-3 0 0,-6-1 0,-1 1 0,1-1 0</inkml:trace>
  <inkml:trace contextRef="#ctx0" brushRef="#br0" timeOffset="231">21299 15922 8094,'-8'-20'265,"-3"2"1,4-4 0,1 2 0,-2 2-1,2 3 1747,-1 0-1497,3 8 0,4 2 0,0 10-316,0 4 0,0 8-108,0 2 0,1 2 0,2-2 0,2 3 217,-2 0 1,-1 3-169,-2-6 1,0 2-1,0-4 1,0 2-119,0-1 0,0-3 1,0 0 111,0-1 321,0 0-267,0-6 1,0-3-963,0-10 606,0-3 1,0-8-1,0-3-272,0-4 1,0-4 0,0-2 0,0-1-423,0-3 842,0 3 0,0-11 1,2 5-49,2-1 1,-2 7 0,4 8 0,-1 2 17,0 2 339,-1 2 1,3 9-160,2 2 0,-1 5 0,0 5 0,-2 4 308,-3 4-383,5 1 0,-6 0 0,3 0 22,-4 1 0,-1-1 0,0 0 0,-1 0-66,-4 0-66,-3 1 1,-1-1 0,-1 0-325,-1 0 1,-2-4 0,-1-1 0,0 1-1950,0-2 1295,6 4 0,-5-4 1033,4 6 0,40 7 0,10 1 0</inkml:trace>
  <inkml:trace contextRef="#ctx0" brushRef="#br0" timeOffset="232">21626 15823 8094,'0'-14'23,"-5"-1"0,-1 3 70,-2 2 2077,5 4 1438,-4 0-3138,7 4 0,0-3 0,0 10 158,0 5 1,0 2 0,0 2 0,0 1 969,0-1-1361,-6 6 0,4-4 0,-2 5-99,2-1 1,0-4-60,-2 3 1,2-8 0,-3-1-1,2 1-552,-2 1-353,4-4 0,-5 5-1058,6-4 1491,0-2 1,0-3-69,0-8 1,0 0 0,0-5 0,0-4-724,0-4 917,0 1 0,6-12 0,3 1 79,4-5 0,1-2 0,2 2 0,1-1 158,2 1 17,0 8 0,-6 4 0,-2 6 150,-2-1 0,1 8 384,4 2-388,-6 10 0,-2 2 0,-6 9 405,0 3-460,0-3 1,-1 6-1,-4-4 1,-4 0-1,-6 0-351,-4-2 115,4-2 0,-6 0 0,5-1 0,-1-2 1,-2-2-865,2 2 878,1-4 0,2-1 1,1-4-120,3 2 387,-2-2 140,10 10 1,2-8 216,10 5 1,4-4-1,3 4 1,2 1 1285,-1-2-1445,-3 4 0,4-5 1,0 4-68,-1-2 0,-3-4 0,0 3 0,-1 0-427,0 0-44,0-5 1,1 5-605,-1-4 1,0-2-473,0 3 0,-4-4 0,-1-1-2277,2 0 2728,2 0 841,1 0 0,-6-19 0,-2-4 0</inkml:trace>
  <inkml:trace contextRef="#ctx0" brushRef="#br0" timeOffset="233">21924 15780 8094,'-8'-14'1782,"-4"6"361,10-5-1395,-4 12 0,4-5 106,-3 6 0,4 1-450,-4 4 0,4 3 0,-1 6 0,-1 2 596,-2 3-669,0-3 0,4 9 1,-2-5-1,-2 1 1,2 1 745,1 0-1188,2-4 0,0 7 0,0-6-198,0-2 0,0-1 0,2-3 1,2-2-1174,6-2 463,3-6 0,1 4 1,0-7 366,0 0 1,5 0-1,0-2 1,0-1-641,2-2 474,-6-6 0,8 3 0,-6-5-871,2 4 1689,-7-4 0,-49-7 0,-19-10 0</inkml:trace>
  <inkml:trace contextRef="#ctx0" brushRef="#br0" timeOffset="234">21924 15979 8094,'-14'-8'58,"5"2"0,-1 6 412,-1 0 368,5 0 1,-7 0 150,4 0 1,2-2 94,2-2 1,5 2-1175,5-3 1,3-1-1,6 0 1,1-1-1503,-1 1 1424,6 1 1,-4 1-1,5-3-593,-1-1 1,-4 5-851,3-1 1,-3 0 1610,-2 0 0,-19-4 0,-4-6 0</inkml:trace>
  <inkml:trace contextRef="#ctx0" brushRef="#br0" timeOffset="235">21924 15866 8094,'-14'-7'455,"5"6"0,1-6 736,1 1-635,-4 4 1,10-5 0,-3 2-263,8-5-457,4 4 0,7-2 0,3 5-1890,1-2 1725,6 0 0,-8 4 0,5-2 328,-1-2 0,23 0 0,2 5 0</inkml:trace>
  <inkml:trace contextRef="#ctx0" brushRef="#br0" timeOffset="236">22251 15738 8094,'-8'0'403,"-4"-5"1125,2 0-831,4 0 1,0 4 0,4-2 500,-3-2 0,4 2-822,-4 7 0,3 0 0,2 7 1,0 3 417,0 3-701,0 9 0,2-9 0,1 7 0,2 1 0,0 2 258,1 1-244,-5-6 1,6 4-1,-7-6-152,0 2 1,5-4 0,-1 1-553,-1-4 347,-1 0 83,-2-8 115,0 0 0,0-9 0,0-3 0,0-4-978,0-4 763,0-1 0,0-2 1,0-1-1,0-4 1,2-2-781,2-7 495,-2 1 1,9-5 0,-5 5 239,2 1 1,2-1 0,2 2-1,-1 4-248,-1 4 299,-7 3 0,10 8 0,-5 2-363,-1-1 0,6 7 0,-5 0 624,0 8 0,4-1 0,-23 37 0,2 3 0</inkml:trace>
  <inkml:trace contextRef="#ctx0" brushRef="#br0" timeOffset="237">22237 15922 8094,'-8'0'-398,"2"0"3408,6-6-1297,0 4-859,0-10 1,0 9-1044,0-7 1,6 7 0,4-3 0,4 1-1622,5 0 1530,-3 1 0,6 4 1,-5-2-1,4-1 1,-1-2-1669,1 2 1948,-2 1 0,26 9 0,9 1 0</inkml:trace>
  <inkml:trace contextRef="#ctx0" brushRef="#br0" timeOffset="238">22592 15794 8094,'0'-14'0,"0"5"0,0-1 1199,0 1 1,0-1 1643,0 1-2032,0 6 1,0-2-136,0 10-389,0 3 0,0 11 0,0 1 1,0 1-1,0 1 1502,0 0-1542,0 2 0,0-1 1,0-1 72,0-1 0,0 3-401,0-5 1,0-1 0,0-3-1549,0-1-259,0 0 0,0-4-1875,0-1 3125,0-6 1,7 4 0,2-7 637,4 0 0,45-51 0,-23 19 0,0 1 0</inkml:trace>
  <inkml:trace contextRef="#ctx0" brushRef="#br0" timeOffset="239">22919 15809 7866,'0'-8'-60,"0"-5"2420,0 4-627,0 2 1,0-1 1153,0 4-2261,0 2 0,-4-3 114,-1 10 1,-5 5-660,6 9 1,-6-4-1,4 6 1,-2-2-118,-3 0 0,3 1 1,0-2-1,0 1-2149,0-2 1666,5-1 0,-8-2 0,5 0-2081,-2 0 1,5-4 351,-2-1 1772,3-5 1,2 0 260,0-8 1,0-4 0,0-8-1,0-1 704,0-2-300,0-7 0,0 10 1,0-2 706,0 2 0,0 2 1813,0-1-1566,0 7 0,2 2-554,3 6 0,3 5 0,6 1 0,0 2 804,0 3-1493,1 2 0,-1-4 1,-2 1-80,-2 1 1,3-3 0,-4 1 0,4 1-2334,1-2 1034,-6 4 0,4-9-2638,-2 7 4116,3-1 0,1 18 0,0 3 0</inkml:trace>
  <inkml:trace contextRef="#ctx0" brushRef="#br0" timeOffset="240">21228 16704 8436,'7'-6'1024,"0"3"1,-7-7 427,0-1-1043,0 5 0,4-2 1,1 3 708,-2-4-903,-1-4 0,-2 4 295,0-1-406,0 7 1,-2-5 0,-2 5 222,-6-2-564,-2 1 0,2 5 0,2 4-46,2 4 1,-4-1 0,6 2 0,0 1-176,3 1 432,1 3 0,0-1 0,1 0 109,4 0 1,-2 1 0,7 0-1,1 3 336,2 1-309,1 0 0,-2-5 0,-1 0 104,-1 0 1,-1 0 0,6 1 22,-1-1-158,-6 0 0,-2-4 57,-6-1 1,-2-1-1,-2 3 0,-6-3 150,-2-2-416,-3-1 1,1-5-1,0 0 5,0 0 1,0 0-1,-1 0-360,1 0 458,6 0 1,2-6-1,6-4-212,0-2 0,6-4 198,4-3 1,7 1-1,2-4 1,-2 2-114,-1 2 227,-2 3 1,1-1 0,-1 0 0,0 0-806,0 4-1530,-6 1-1595,5 3 3857,-12 1 0,-1 33 0,-8 5 0</inkml:trace>
  <inkml:trace contextRef="#ctx0" brushRef="#br0" timeOffset="241">21512 16932 8101,'8'-7'-285,"-2"6"0,-6-7 1398,0 3 0,2-1 0,1-5 50,2 1-1325,-1 7 0,1-5-1281,0 4 1,1 2 1442,-1-3 0,9 10 0,8 3 0</inkml:trace>
  <inkml:trace contextRef="#ctx0" brushRef="#br0" timeOffset="242">21896 16662 8058,'-21'-15'317,"5"8"1,-4-1 0,6 4 1974,-1 0-1876,1-1 0,0 5 1,1 2-1,4 2 735,4 6-943,4-4 1,1 7 0,0-4 457,0 4-496,0 1 0,0 0 0,0 1 1,1-3 280,4-2-362,-4 2 1,12-4-1,-3 6 1,2 1 90,2-1-169,1-6 1,-6 4 0,1-4-47,1 0 0,1 5 1,3-5-1,-3 1-63,-2 1-10,2-7 1,-9 8 0,5-5-174,-1 2 0,-3-3 188,-4 4 296,0 1 1,-1-2 0,-4-4-126,-4-2 1,-4-2 0,-1 0 0,0 0-132,-1 0 35,1 0 0,5-5 0,-1-1 10,-1-2 1,3 3 0,0-4 0,2-2-449,3-2 342,1-1 1,2-2-1,0-1-30,0-2 0,5 0 1,1 5-1,1-1-235,-1 1 228,5 0 1,-8 1-1,5 2-880,-2 2 0,5 1-484,-1-2-1567,-4 4 3082,7 6 0,14 57 0,11 14 0</inkml:trace>
  <inkml:trace contextRef="#ctx0" brushRef="#br0" timeOffset="243">22024 16875 8057,'-8'-6'285,"-5"4"1,10-11 0,-5 4 2828,2-4-1954,1 5 1,0-4-1596,1 2-240,-1 4 0,6 0 255,4 6 1,-2 4 0,5 3 419,-1 1 0,10 20 0,-1 10 0</inkml:trace>
  <inkml:trace contextRef="#ctx0" brushRef="#br0" timeOffset="244">22436 16690 7894,'-6'-14'276,"4"0"1,-9 4 0,5 1-1,-2-2 1,-3 0 0,-2 0 2159,-1 1-2191,6 7 1,-5-3 0,4 6 0,-4 0 0,-1 0 0,0 0 0,1 1-96,4 4 1,-2-2 0,4 7 0,1 1-41,0 1-154,1 2 1,5-3 0,2 2-1,1 3 1,3 0-27,2 0 141,1-2 0,6 0 0,0 2 0,3 0 0,1-1 659,-2-2-523,-1-2 0,-2 3 0,0 0-43,1 1 0,-1-3 0,-2-1 0,0-3-62,-3-1 79,-6 4 0,3-8 179,-6 6-269,0-6 0,-6 8 0,-3-6 0,-4-2-293,-1-1 105,0-2 1,-1 0 0,1 0 0,0-2 0,0-1-96,0-2 129,6-6 0,-3 8 1,6-6-67,2-2 0,1-2-117,2-1 0,2-5 0,2-2 1,6 1-41,3-1 0,1 2 0,0 4 0,0-3-708,0-1 379,1 7 1,-1-1-471,0 3 0,-1 3-67,-4-3 1,-1 7 1151,-3-2 0,-16 35 0,1 10 0</inkml:trace>
  <inkml:trace contextRef="#ctx0" brushRef="#br0" timeOffset="245">22550 16875 8050,'0'-8'850,"-2"-5"3128,-3 4-3179,4-4 0,-5 4 1,6-1 821,0-1-4032,0 5-2421,0 0 4832,0 6 0,6 31 0,2 9 0</inkml:trace>
  <inkml:trace contextRef="#ctx0" brushRef="#br0" timeOffset="246">22820 16647 8050,'-6'-14'278,"-1"0"0,-4 1-92,2 4 1952,6 3 1,-4 4 186,7-3-2012,0 4 1,0-4-1,0 10 1,-1 4 1079,-4 4-1129,3 1 1,-6 0 0,5 0 286,-1 1 1,-6-1-492,5 0 0,1 0 0,2 1 0,-1-1-624,-2 0 463,0 0 1,5 0 0,2-1 0,1-2 0,3-3-864,2-2 701,2 5 0,6-9 0,1 3 87,2-4 0,5-1 0,-4-1 0,1-2-191,-1-2 561,-1-6 0,-5 3 1,1-6 59,-1-1 1,-6 1-1,-2 0 1,-1 0-169,0 0-305,-1-1 1,-10-4 0,-3 2-458,-4 4 0,-3-1 0,-1 6 1,-4 0-1481,-1 4 1588,5 2 1,-5 8 0,4 4 567,-1 2 0,-12 41 0,1 8 0</inkml:trace>
  <inkml:trace contextRef="#ctx0" brushRef="#br0" timeOffset="247">23147 16548 8023,'14'0'196,"-6"-6"1,-2-2-1,-1-2 4223,0 1-2562,0 6-1651,-5-4 1,-5 9 0,0 3 0,0 4 0,1 5 458,-1 5 0,-6-1-330,1 5 0,2 6 1,-1 4-1,-2 0 9,-2 2 1,4 0 0,-1 4 0,-1-1 244,-1 1-608,4-4 1,-3 2 0,4-7-11,-1-2 1,1 7-1,-3-12 1,5-2-244,4-4-2284,-6-9-221,6 5 1,-4-12 117,10 4 1900,-4-3 0,12-2 759,-3 0 0,21-70 0,-12 27 0,0-1 0</inkml:trace>
  <inkml:trace contextRef="#ctx0" brushRef="#br0" timeOffset="248">23261 16690 8023,'6'-14'-414,"-4"4"332,2 1 1757,-2-1 0,-2 1-70,0-1-1362,6 7 1,2-8 0,6 7 258,1 0-390,-1 9 0,3-2 0,-1 7 0,-3 1 1,-1 1 302,1 3-292,-5-1 1,3 5-1,-6 0-69,-2-2 0,-2 4 53,-1-2 1,0 0-1,-1-4 1,-2 3 72,-2 1-101,-6 0 1,3-5 0,-6 0 133,-1 0-1090,1-6 842,6 5 1,4-12 0,8 4 432,6-3-296,2-2 0,7-2 0,2-1-189,1-2 1,-3-4-1,3 2 1,-1 1-993,-4 0 856,-1-5 1,1 8 0,-1-5-530,-3 1 0,-2 1 1,3 3-2561,0-2 3312,0-6 0,1-28 0,-1-15 0</inkml:trace>
  <inkml:trace contextRef="#ctx0" brushRef="#br0" timeOffset="249">23773 16619 8023,'-8'-14'947,"-5"6"0,5-5 1343,-6 4-1533,6 2 0,2 0 0,4 3 1,-1 1 1367,-2 5-1875,0 4 0,5 13 0,0 2 62,0 1 0,2-3-209,3 4 0,-2-1 0,6 2 0,2-3-112,2-1-22,1-4 1,1 3 0,-1-8-1,0-1-702,0 1 577,0-5 1,1 0 179,-1-6 0,0-6 0,0-5 114,0-7-112,-6 3 0,0-6 0,-5 7-115,2 0 1,0 0-1,-5-1 1,1 1 113,4 0-54,-3 6-13,4 2 1,-6 7-1,-1 4 1,-3 4 1566,0 4-1314,-7 1 0,9 2 0,-4 1 27,-1 2 1,6 2-1,-6-4 1,3 2-13,-1-1-1097,0-3 0,5 0 0,0-1-601,0 0 1,0 0-1,2 1-1748,3-1 1422,-4 0 0,12-5 1798,-4 1 0,10-26 0,3-1 0</inkml:trace>
  <inkml:trace contextRef="#ctx0" brushRef="#br0" timeOffset="250">24341 15439 10544,'0'14'553,"0"0"1,0 1-1,0 0 1,0 4-1,0 5 1,2 5 1097,3 4-1467,-4-3 0,10 11 0,-5-3 1,1 3-1,-1 3 0,-3 2 1,0 1 659,2-1 1,-3 3-700,3-2 0,-4 2 0,-2-4 0,-3-1 44,0-3 1,-3-3 0,4 1 0,-2-1 331,2 2-465,2-6 0,1 1 0,0-5 0,0 0 0,0 2-158,0-1-28,0-4 1,0 6 0,0-7 82,0-3 1,0 1 0,0 5 0,1-1 44,4 0 0,-3 1 1,4-1-1,-6 1-24,0-1 1,0 1-1,0-1 1,0 0-30,0 1 89,6-1 0,-4 1 0,3-1 33,-4 1 1,-1-1 0,0-1 0,0 0 67,0 1-42,0-3 1,0 5 0,0-6-80,0 1 0,0 2 0,0 2 1,0-1 85,0 1-131,0 5 0,0-4 0,2 5 38,2 0 1,-2-4 0,4 6 0,-1-1-342,0 0 231,0-4 1,-5 9 0,0-5-27,0 1 1,0 2-1,0-4 1,0 1-209,0 4 294,0-5 0,0-1 0,0-4 7,0 3 0,0-1 0,0 4 0,0-1-25,0-3-10,0-2 1,0 0-1,0 1 69,0 3 0,0-1 1,0-5-1,0-1 38,0-3 55,0 3 1,0-5 0,0 6-66,0 1 0,0-7 0,0-2 1,0-1 230,0 0-206,0 6 1,0-9 0,0 3 0,0-3 0,0-2 5,0 0-295,0-6 1,0 0-262,0-3 511,0-4 116,0 6 1,0-14-487,0-2 1,0-4 0,0-1-1,0 0-3014,0 0 1846,6-7 1526,-5 5 0,15-32 0,6-13 0,-2-1 0,0 0 0</inkml:trace>
  <inkml:trace contextRef="#ctx0" brushRef="#br0" timeOffset="251">24640 15837 7958,'0'-8'-291,"0"0"1,0 4 2077,0-6-1299,0 4 1,1-1 0,3 6 1314,0-4-480,1 4-86,-5-12-1180,0 11 205,0-4 1,0 8-1,0 2 880,0 6-925,0 2 1,0 3 0,0 0 59,0 4 0,0 2 0,0 4 0,0-1 247,0 1-412,0 2 1,0-3 0,0-2-49,0-2 1,0-1-41,0-4 0,0-1 0,0 0-108,0 0 216,0-6-232,0-2 0,0-17 0,-2-4 29,-2-6-353,2 4 1,-4-10 0,6 3 0,0-4 0,0-4-1796,0-1 1937,0-7 0,6 9 0,4-6 0,2 4 1,2 5-221,1 3 501,-1 14 1,0-8 0,0 11 0,-1 1-256,-4 7 315,4 7 1,-11 7 0,2 0-1,-2 2 1,-2 1 782,0 2-707,0 0 1,-5 0 0,-1 0 0,0-1 0,-2-4-346,0-5-88,5 4 1,-10-7-1,5 5 1,-1-3-1,1 0-1455,1 0 773,-4-5 0,10 5-93,-4-3 1073,3-4 0,40 6 0,10-7 0</inkml:trace>
  <inkml:trace contextRef="#ctx0" brushRef="#br0" timeOffset="252">25066 15837 7958,'0'-20'415,"0"4"1,-1-3 106,-4 3 13,3 2 1,-4 4 0,6 1 0,-1-1 971,-4 2-624,3 2 1,-6 6 192,4 0-914,-4 6 0,-2 2 0,2 7 309,2-1-373,-5 6 1,5-2 0,-4 5-1,4 1 1,1 0 405,0-1-594,1 1 1,4-2-1,1-1 1,2-2 0,4 0-274,1-2 286,1-1 0,10-3 1,2-2-202,1-2 1,1-6 153,6 2 1,-1-5 0,-1-5 0,-2-4 374,-1-4-149,0-1 1,-4 0-1,-4-2 1,-6-1-1,-4-4 816,-3-1-888,-1 4 1,-4-8 0,-4 4-142,-9-1 0,0-2-103,-9 6 1,2 0 0,-3 5-1,1 1-630,-1 4 157,4 3 1,-1 6-1,5 0 1,-1 3-1,4 5-2825,3 6 2827,8 10 685,-4-2 0,26 44 0,5 10 0</inkml:trace>
  <inkml:trace contextRef="#ctx0" brushRef="#br0" timeOffset="253">25379 15823 7959,'-8'-14'533,"-4"-1"1,4 1 1118,-7 0 1,8 5 336,2-1-1574,3 7 1,2-5-1,3 5 1,5-2 1035,7 2-1507,2 1 1,3 2 0,4 0-62,3 0 1,-3 0-377,-1 0 0,-4 0 0,3 0 1,-1 0-1642,-4 0 174,-7 0 0,2 0 52,-2 0 1512,-4 0 0,1 2 396,-7 3 0,-7-4-70,-2 4 1,1-3 0,0-1 0,0 2 678,0 2 20,5 0 0,-10-4 0,4 3 1721,-4 0-1770,5 1 1,0-5 0,5 2 205,-1 2 1,-3-2-286,3 3 0,2-2 1,-4 0-1,1 3 861,0 2-1077,0-5 0,4 8 0,-2-4 1,-2 1 163,2 3-274,1 1 0,2 3-218,0-1 0,0-5 204,0 1 0,0-6-79,0 6-140,0-7 0,2 3-523,3-6 69,-4 0 1,5-6 107,-6-3 1,0 1 29,0-2 0,0 5 0,0-4-452,0-2 488,0 5 1,0-7 1043,0 4 198,0 2 710,0 1-346,0 0-206,0 4-633,0-4 0,0 7 1,0 4 477,0 4-913,0 4 1,0 1 0,0 1 0,0-1 0,0 2-693,0 2 597,0-2 1,0 5 0,0-7 0,0 0-1,0 0-511,0 1 291,0-7 1,0 4 123,0-2 0,0-2 387,0 1 1,2-6 352,3 2 0,-4-5-353,4-5-653,-3-9 0,-2-3 0,0-5 0,0-2 1,0-1-1996,0-5 2123,0-2 0,0-1 1,0 0-245,0 1 0,1 2 526,4 2 1,1 5 0,5 5 0,-1 3 7,1 6 1,2 2 0,1 7 0,0 0 343,0 0-190,0 0 0,1 7 0,-1 2 0,0 4 0,-1 1 810,-4 0-620,-3 1 0,-6-1 76,0 0 1,0 0-178,0 0 1,-6-4-1,-3-2 1,-4 0-179,-1 0 0,-5-5 0,-2 3 0,1-1-310,-1 0-99,-4-1 0,9-4 0,-3 0 0,3 0-505,2 0 339,0 0-278,6 0 1132,2 7 1,12-4-1,4 5 1,2 0 272,2-1 0,1-2 0,-1 3 0,2 0 933,3 0-1297,-4-5 1,6 8-1,-7-5 1,2 1 0,1-1 110,2-3-253,0 5 0,-5-6-134,1 2 0,-1-2-579,0-2 1,-4 0 0,-3 2-1614,0 2 0,2 0-283,-4 5 1018,0-6 0,0 5 1525,-1-3 0,-12-4 0,-7 6 0</inkml:trace>
  <inkml:trace contextRef="#ctx0" brushRef="#br0" timeOffset="254">25820 15837 7959,'-8'-14'98,"-5"0"0,10-1 1,-5 1 2024,2 0-1169,1 6 0,5-5-201,0 4 0,7 1-387,2-1 0,5 5 0,5-2 0,5 1 615,3 1-1069,1-1 1,1 5 0,-1 0 0,0 0 0,-1 0-852,-3 0 470,-3 0 1,-7 0 0,0 0-2607,0 0 1548,-6 0 1199,-2 0 1,-7 0-1,-2-2-123,-2-2 0,-6 0 0,1-3 454,-2 0 60,-2 2 0,-1 1 747,1-1 1,0 2-102,0 8 1,6 2-1,1 8 1,3-1 1342,-1 0-1476,0 0 1,1 5 0,-1 2 0,2-1 0,1 1 2951,2-4-2870,0 5 0,0-6 0,0 3 271,0-3 0,0-2-1015,0 0 1,0 1-1669,0-1 985,0-6 0,2 0-1224,2-4-451,-2 4 1,4 2 2443,-6-1 0,-25 7 0,-7 6 0</inkml:trace>
  <inkml:trace contextRef="#ctx0" brushRef="#br0" timeOffset="255">5275 15965 16733,'-8'-6'-1298,"2"3"0,6-7 0,-2-1 24,-2-2 1291,2 5 1,-4 1 445,6 2 6,0 3-249,-7-4-340,6 6 313,-5 0 894,6 0-205,0 6-445,0 2-226,0 0 1,0 0 224,0-3-259,0-4 807,0 6-1188,0-7 1711,0 0-1308,-7 0 256,6 0-1452,-6 0 374,7 0-292,0 0 0,7 38 0,1 9 0</inkml:trace>
  <inkml:trace contextRef="#ctx0" brushRef="#br0" timeOffset="256">5304 16022 19308,'0'8'-3773,"0"4"3573,0-2 0,-7 34 0,-1 10 0</inkml:trace>
  <inkml:trace contextRef="#ctx0" brushRef="#br0" timeOffset="257">5304 16448 22079,'0'21'-2311,"6"-5"0,-4 9 0,2-6 349,-2-2 1677,4-1 1,-3-2 0,5 1 0,0-1-675,0 0 1016,2 0 0,10-6 0,2-2 1</inkml:trace>
  <inkml:trace contextRef="#ctx0" brushRef="#br0" timeOffset="258">6683 16448 20567,'0'-8'1193,"0"2"-2981,0 6 1394,0 0 1226,0-6-184,0 4 357,0-4-259,0 6 154,0 0 855,0-6-1057,0 4-1630,0-4 259,0 6 1644,0 0 120,-7 0 315,6 0-500,-5 0 69,6 0 1640,0 0-2369,0-7-246,0 6-609,0-5-1156,0 6-7355,0 0 9179,-7 0 1,-39 44 0,16-17 0,-1 1 0</inkml:trace>
  <inkml:trace contextRef="#ctx0" brushRef="#br0" timeOffset="259">7877 15823 8379,'-8'-14'-191,"-3"4"1,6 1 0,1-1-755,-3 2 885,6-4 0,-6 9 1,9-7-1,3 1 60,4 1 0,21-12 0,10-5 0,2 2 0,1-1 0</inkml:trace>
  <inkml:trace contextRef="#ctx0" brushRef="#br0" timeOffset="260">24725 16719 8171,'0'-15'329,"0"7"0,0-4 1,0 2 1593,0-2-493,0 4-688,0 1-539,0 7 0,0 2 34,0 3 1,0 3 0,0 7-435,0 4 412,0-3 1,0 5 0,0-7-68,0 0 0,5 0 1,0 1-1,-2 0 339,-2 4-491,-1-9 0,0 9 0,0-10 76,0 4 0,0-4 0,2-1 0,1 0 140,2 0 97,0-5 633,-5 4-996,0-7 94,0 0 1,0-7 0,0-2-201,0-4 1,0-6 0,0-1-1,0-1-68,0 1 59,0-6 0,0 6 0,0-6-103,0 3 0,0 5 0,-2-1-53,-3 4 428,4 0-199,-6 8 1,7 2 0,0 10 522,0 4-274,0 4 0,0 6 0,0 1 31,0 2 1,0-4 0,0 2 0,0-1 586,0 0-711,0 0 1,0-5-1,0 0-78,0 1 1,0-1-94,0 0 146,0-6-43,0-2-397,0-6-2573,0 0 160,0-6 2818,0-2 0,13-12 0,3-3 0</inkml:trace>
  <inkml:trace contextRef="#ctx0" brushRef="#br0" timeOffset="261">26474 15666 6175,'0'-7'873,"0"-1"1,-2 5 0,-1-4 1142,-2-1-1356,1 5 1,4-5 0,0 4 1418,0-6-1844,0 4 0,0-2-223,0 3-3,0 4 0,0-4 211,0 10 0,-5 7-112,0 7 0,-1 6 0,3 1 1,-4 4 242,-1 3-199,-1 6 1,0-2 0,-1 5-1,-1-1 1,0-1 135,1-2-165,-2 0 0,5 3 0,-2-3-65,4-5 1,-1-5 0,1-2 0,2-3 254,1 3-223,2 0 1,-1 1-1,-2-2 62,-2-1 0,0 0 0,5 4 0,0 1 297,0-1-370,0 1 1,0-1-1,0 0 43,0 1 1,-4-1 0,-1 1 0,0 1 227,-1 3-384,-2-3 0,-2 5 0,2-7 68,2 1 1,-3-1-60,4 0 0,-1 6 1,2-1-1,0-2-119,1-1 8,1-1 0,2-1 1,0 1-1,0-1 1,2 1-225,2-1 339,-2 0 1,4 1 0,-4-1 11,2 1 1,-2-1 0,3 1-1,-4-1-59,-1 0-6,0 1 1,0 4 0,0 0 7,0-1 0,0-2 1,0-2-1,0 1-120,0-1 102,0 1 0,0-1 0,0 2 96,0 3 1,0-1 0,2 4 0,1-1 0,2-4-68,0-1 1,-5-1 0,1-1 0,2 1 0,2-1 12,-2 1 15,-1-1 1,-2 1 0,0-1 11,0 0 0,0 1 0,0-1 1,-2 1-68,-2-1 18,2 1 0,-4-1 1,6 0 55,0 1 0,0-2 168,0-4 1,0 9-1,0-4 1,0 2 516,0 0-654,0-1 0,0-1 0,0-1 0,0-2 0,0-2 84,0-3-50,0 5 0,0-9 1,0 5 19,0-1 1,-2-4 14,-3 3 1,4-2 0,-4 1 0,3 1 362,2-2-392,0-1 0,0-2 0,0 0 0,0 0 0,0 1 287,0-1-155,0 0 0,0-4 1,0-1-1,0 2-172,0 2-276,0-5-1381,0-3 1374</inkml:trace>
  <inkml:trace contextRef="#ctx0" brushRef="#br0" timeOffset="262">26246 19049 19395,'0'-1'-155,"0"-3"-4274,0-6 4429,0-2 0,19-53 0,-7 26 0,0 0 0</inkml:trace>
  <inkml:trace contextRef="#ctx0" brushRef="#br0" timeOffset="263">26630 15652 7944,'0'-8'285,"0"0"1,0 4 1055,0-6 0,0 2 468,0-1-1611,0 6 24,0-4 0,0 9 0,0 3 678,0 4-853,0 4 1,0 1-1,0 0 1,0 2-1,0 1-69,0 2 28,0 0 0,0-4 0,0-1-65,0 0 1,0 0-1,0 0-225,0 1-190,0-1 125,0-6 279,0-2 0,0-7 1,0-6-396,0-7 432,0 0 1,0-8-1,0 3 1,0-3-1,0-1-86,0 5 121,0 2 0,0 1 197,0 1 1,2 2-192,3 2 140,-4 4 1,10 7 0,-4 3 245,0 0 0,3 12-189,4-2 0,-4 4 0,-1-4 0,1 0 338,-3 0-472,6-6 0,-10 5 0,7-5 0,-1 1 438,-1 1-362,5-7 1,-10 3-127,6-6 0,-4-1 1,3-4-1,-2-5-163,-2-2 103,-3-2 0,4-1 1,0 1-232,-2 0 1,-2-2 0,-1-1-1348,0-2 335,0 0 1,-1 9-2166,-4 1 3447,3 6 0,9 15 0,9 12 0</inkml:trace>
  <inkml:trace contextRef="#ctx0" brushRef="#br0" timeOffset="264">27014 15581 8565,'0'-8'1346,"0"0"-1247,0 4 1,2 2 0,2-3-69,6 4-12,3 1 0,1 0 0,0 0 50,0 0-89,0 0 0,-4 1 245,-1 4 0,-4-2 0,5 7 831,1 1-758,-5 1 1,5-2 0,-5-1 449,2 2 0,-3 2 0,5 1 681,1 0-1184,1 1 0,-2-1 0,-1-1 72,2-4 0,-3 4-197,2-4 1,-6-3 0,4 1-78,-1-1-804,4-4-377,-10 4-2697,6-6 1878,-7 0 1,0-2-477,0-2 2433,0 2 0,-19-55 0,-5-6 0</inkml:trace>
  <inkml:trace contextRef="#ctx0" brushRef="#br0" timeOffset="265">27256 15595 7944,'0'-14'314,"0"0"951,0 0-464,-6 0 0,4 4 1073,-3 1-479,4 5-973,1-2 0,-2 17 1,-1 5 612,-2 5-871,-6-4 1,8 5 0,-7-3 0,-1 3 0,-1 2 231,-2-1-350,6-5 1,-5 7-1,4-6 20,-4-2 0,-1 4 1,-1-2-827,1-2 331,6-1 1,-3-6-3366,7-1-75,-1-6 3038,5 10 831,6-12 0,21-7 0,11-10 0</inkml:trace>
  <inkml:trace contextRef="#ctx0" brushRef="#br0" timeOffset="266">27441 15581 7987,'-8'-8'484,"0"0"1325,3 4-959,4 2 0,-6-6 1005,7 3-1639,0 4 0,7-5 0,2 6 0,4 0 0,1 0 428,0 0-1038,0 0 1,5 1 187,0 4-104,7-4 0,-11 6 1,4-7-2150,-3 0 1175,-2 0 1,-4 0-1206,-1 0 2489,-6 0 0,4 0 0,-20 0 0,4 0 0,-7 0 0,8 1 336,2 4 1,-1-3 1197,3 2-666,2-2 1,-4 0 248,6 2 0,-5-1 1,0 7 416,2 1-1162,1 2 1,1-1 0,-2-1-9,-2-1 1,0 1 0,5 6-1,0 2 304,0-1-512,0-3 1,-1 4-1,-3 0-489,0-1 1,-1-3-1203,5 0 981,0-1 1,0-5-3286,0 1 2490,0-7 1349,0 3 0,-32-3 0,-18-6 0,-1 3 0,-1 0 0</inkml:trace>
  <inkml:trace contextRef="#ctx0" brushRef="#br0" timeOffset="267">26602 16050 7731,'8'-8'4687,"-2"1"-2082,-6 2-2272,0 3 1,0-3-1,0 10 1,0 5 0,0 2-1,0 3 894,0-1-1407,0 0 0,-5 0 0,1 0-671,0 1 39,-3-1 0,5-5-2464,-3 1 1995,4-1 167,1-1 410,0-1 1004,0-7-98,0-7 0,0 4 1,1-6 944,4-3-799,3 0 1,1 4 0,1 2 55,1-1 1,1 4 0,3-5 591,-1 2-1083,6-5 0,-4 9 1,3-4-127,-3 0 1,3 4 0,0-4-1,-2 1-198,-1 0 277,-2-6 0,1 8 125,-1-6 0,-5 4 564,1-5-65,-7 1 910,3 1-391,-6-5-972,0 12 1,0-4 191,0 10 0,-5 3 1,1 6 542,1 0-296,1 0 0,-3 2 1,0 2-23,2 0 0,2 1 0,-1-4 0,-1-1 131,-2 0-516,1 0 1,4 1-556,0-1 1,0 0-556,0 0-26,0-6-1234,0-2 1,1-6-1542,4 0 3035,3-6 807,6-2 0,19-50 0,5-12 0</inkml:trace>
  <inkml:trace contextRef="#ctx0" brushRef="#br0" timeOffset="268">27085 16022 7987,'0'-8'444,"-1"-3"0,-2 5 752,-2-2-309,-6 5 1,9-5-1,-4 5 1745,-1-2-2176,6 0 1,-10 7-118,6 2 0,0 4 0,4 6 0,-2 1 317,-2-1-650,0 0 0,5-4 0,2-1-21,2 2 0,0 2-194,5 1 1,1-1 0,4-2 0,2-3-1016,3-2 1073,-4 5 0,12-9 1,-5 2-1,0-2 1,-1-4-644,0-2 791,-6 2 1,6-11 0,-7 5 208,0 1 0,-4-8 1,-2 3-1,-2-6 254,-3 1-586,-8 1 0,-2 7 0,-8-1-473,1-1 1,-6 5 0,-3 1 0,0 3-2283,-1 2 2331,0 0 1,2 2 0,3 3 549,3 4 0,9 42 0,0 10 0</inkml:trace>
  <inkml:trace contextRef="#ctx0" brushRef="#br0" timeOffset="269">27426 16008 7987,'0'-15'321,"2"1"1452,3 0-663,-4 0 0,6 4 538,-7 1-1382,0 6 0,4-2 1,1 10-1,0 6 1,0 5 1352,-1 3-1181,1 6 1,-5-8 0,0 5-175,0-1 0,0 3 0,0-4 0,0 1-20,0-1-180,-6-1 1,4-9 0,-3-1-56,4 2 0,-1 0 0,-1 0 530,-2-1-492,1-7 1,4 2-143,0-10 1,-2 2-1,-1-7 1,-2-2-1042,2-6 617,1 2 1,2-10 0,0 2-81,0-3 1,7-1 0,2-1 0,5 2-686,5 4 1155,-3-4 0,10 11 0,-6-1 29,2 5 0,-3 1 0,3 7 1,-1 1-118,-4 1 519,-7 8 0,1-3 258,-7 7 0,1-1 441,-5 6-847,-6-1 1,-4-6-1,-7-2-313,-2 0 1,-6-4 0,1 3 0,-1-4-895,1-1 615,-3 0 1,10 2 0,-5 1-3147,1 2 3584,2 6 0,-14 9 0,-5 10 0</inkml:trace>
  <inkml:trace contextRef="#ctx0" brushRef="#br0" timeOffset="270">26445 16690 7964,'-7'-14'195,"0"0"0,7-1 1,0 1 2767,0 0-1541,0 0 0,0 7-321,0 7-703,0 7 1,0 9-1,0 1 1,0 2 0,0-2-16,0-1 1,0 0-1,0 1 1,0 2 172,0-1-600,0-3 0,0 0 0,0-1 1,0 0 31,0 0 46,0-6-220,0 5-91,0-12 0,0 4-250,0-10 342,0-3 1,0-12 0,0-2 0,0-2 0,-1 0-934,-4-1 801,3-2 0,-4 0 1,6 4 77,0 4 1,0-2 0,0 2-417,0 2 160,0 7 596,0 4 0,0 17 0,0 5 25,0 5-141,0-4 0,0 3 1,0-5-108,0-1 1,2 5 0,1 0-1504,1-2 856,1-1 1,-3-2 0,1 0-1533,2 1 2301,6-8 0,3 0 0,8-7 0</inkml:trace>
  <inkml:trace contextRef="#ctx0" brushRef="#br0" timeOffset="271">26659 16761 7964,'-7'-8'6980,"6"2"-6128,-6 6 475,7 0-1810,0 0-959,0 6-1082,0-4-1294,0 4 1578,0-6 2240,0 0 0,7 0 0,1 0 0</inkml:trace>
  <inkml:trace contextRef="#ctx0" brushRef="#br0" timeOffset="272">26659 16690 7964,'-8'-6'72,"0"-2"1,5-6 0,-2-1 1125,2 1 31,1 6 1,-2-4 2365,-1 2-2071,0-2-713,5 4-104,0 1 0,0 18-110,0 4-447,0 2 0,0-3 1,0 0 104,0 1 0,0-1-246,0 0 0,0 0 1,0 2-97,0 3-278,0-3 0,0 4 0,0-5-369,0-1 523,0-6 541,0 4-18,0-10-499,0-2 0,0-8 0,0-6-141,0 0 0,0-2-80,0-3 1,0 1-1,0-5 1,0-1-1049,0 2 1039,0 1 1,0 7 0,0 0-469,0 0 683,0 6 1,0 3 88,0 10 0,0-2 0,0 7 1,0 1-271,0 1 129,6 9 0,-4-5 0,3 2-180,-4-2 0,4-1 0,0-1 0,-1 0-1205,3 0 701,-6 0 938,12 1 0,-5-1 0,6 0 0</inkml:trace>
  <inkml:trace contextRef="#ctx0" brushRef="#br0" timeOffset="273">26872 16818 7964,'6'-8'2576,"-4"-5"0,4 10-881,-6-6 1,0 4-2164,0-4-505,0 5 102,-6-2-3051,4 6 3922,-4 6 0,12 9 0,2 7 0</inkml:trace>
  <inkml:trace contextRef="#ctx0" brushRef="#br0" timeOffset="274">26986 16605 7964,'0'-14'2569,"0"-1"-1455,0 1 143,0 6 0,0 0 679,0 4-1409,0 2 0,0 7 0,0 9 0,0 3 1266,0 4-1575,0-5 0,0 9 1,0-5-94,0 3 0,0-6 13,0 2 1,0-3 0,0 0-398,0 2 54,0-2 1,0 5-784,0-7 467,0-6 25,0-2 1,0-7 0,0-4-587,0-5 454,0-9 1,0 2 0,0-5 136,0 1 0,0-4 1,0 3-1,0 0-927,0 3 725,0 3 1,0 2-1966,0 0 2658,0 6 0,19 46 0,4 17 0</inkml:trace>
  <inkml:trace contextRef="#ctx0" brushRef="#br0" timeOffset="275">27199 16633 7964,'-6'-14'0,"3"0"0,-5 0 1698,1-1 1241,3 1-603,4 0-1823,0 6 1,0 3 3,0 10 1,0 3-84,0 6 0,0 5 0,0 2 0,1-1 899,4 1-1170,-4 4 1,6-5-1,-7 4 1,0-3-1,0-2 224,0 0-261,0 0 0,0-5 0,0 0-111,0 0 0,0-4 147,0-1-366,0-6 37,0 4 1,0-9 0,0-3-791,0-4-518,0-4 0,0 4 0,0-1-93,0-1 1,5 3 0,1 0 1567,2 2 0,14 8 0,8 6 0</inkml:trace>
  <inkml:trace contextRef="#ctx0" brushRef="#br0" timeOffset="276">27355 16818 11216,'0'-14'6105,"-6"0"-5534,4-1-650,-4 7 1,6 1-1919,0 2 487,0 3 0,0-2 1510,0 8 0,19 17 0,5 9 0</inkml:trace>
  <inkml:trace contextRef="#ctx0" brushRef="#br0" timeOffset="277">27540 16591 8148,'0'-15'493,"-6"1"0,3 1 1262,-7 4-802,7-4 1,-3 13 1704,6 0-2231,0 0 0,0 13 1,0-4 694,0 4 0,0 3-526,0 3 0,0-3 0,0 3 0,0-2-54,0 2 0,0-3 1,0 3-1,0-3 243,0-2-686,0 6 0,0-4-204,0 3 1,-2-3-228,-3-2 1,4 0-1146,-4 0-3575,4-6 143,1-1 3972,0-7 1,0 1 936,0 4 0,19-35 0,4-3 0</inkml:trace>
  <inkml:trace contextRef="#ctx0" brushRef="#br0" timeOffset="278">27682 16790 7984,'-8'0'930,"-4"-7"93,2-2 1016,4 2 1,0 0 204,6 2-1746,0 3-1061,0-4 177,0 6 0,1 0-2189,4 0 1279,-3 6 0,6-3 1296,-4 7 0,23-7 0,11 3 0</inkml:trace>
  <inkml:trace contextRef="#ctx0" brushRef="#br0" timeOffset="279">27782 16647 7984,'-8'-14'627,"2"6"0,6-4 0,0 2 1018,0-2-1313,0 4 0,1-5 0,4 5 0,4-1 0,4 1 1070,1 1-1146,1 3 1,-1 4 0,0 0 87,0 0 0,0 0 1,1 0 319,-1 0-638,0 0 1,-6 6 100,-3 3 0,-4 4 0,-1 3 0,0 1 175,0 2-255,0 0 1,-6-5 0,-3 2-94,-4 3 1,0-3 0,2 3 0,2-3-146,-2-2 135,4 0 0,-5 0-18,2 1 1,4-6 364,1 1-121,4-7 1,2 3 0,4-6 84,4 0 1,6-5-1,2-1 1,3-2 114,3-3-236,-6 5 0,8-7 0,-4 5 26,1 0 0,-3-3-184,5 6 1,-7-4 0,2 3-45,-3-2-765,-8 5-553,-2-4 946,-6 7 0,-2 0 0,-2 2-966,-6 3 1,2 3-1,-1 4 1406,-2-2 0,-40 9 0,-10-4 0</inkml:trace>
  <inkml:trace contextRef="#ctx0" brushRef="#br0" timeOffset="280">2986 14856 13578,'8'-6'305,"0"4"0,-3-2 0,3 0 0,1 1 989,1-2-1226,-1 1 0,1 4 0,-1 0 0,2 0 0,3-2 1,4-1-1,2-2 323,2 2 1,2 2-282,4 1 0,2 0 1,2 0-1,1 0 22,-1 0 0,4 0 1,4-2-1,5-1 183,8-2-275,-4-6 0,11 3 1,-2-6-18,5 0 0,4 4 0,4 1 1,-2-2 80,-2-2-149,-4 5 1,-11 2-1,-2 6 15,-1 0 1,-3 0-1,-8 0 1,-3 0-297,0 0 301,-5 0 0,11 5 0,-3-1 27,3-1 0,1-1 0,1-2 0,1 0 12,4 0-75,-4-6 0,11 3 0,-3-7 52,4-1 1,2 3-1,2-1 1,2-2-100,-2-2 56,-8 5 0,2-3 0,-6 5 48,3-2 0,-10 5 1,0-4-1,-4 3-6,-6-1-12,-1 0 1,2 5-1,-4 0 18,-6 0 0,-4 0 1,-4 0-11,0 0-102,-6 0-184,-2 0 1,-7 0-1061,-4 0 767,3 0 1,-10 0 0,1 2 591,-7 2 1,-28 18-1,-12 8 1,-7 5 0,-1 0-1</inkml:trace>
  <inkml:trace contextRef="#ctx0" brushRef="#br0" timeOffset="281">12668 15027 8513,'0'-8'1475,"-4"0"-1117,-1 3-327,0 4 0,7-6 1,3 7 487,4 0-345,16 0 0,2 0 1,17 0-1,12 0 1,13 0 395,-28 0 0,2 0-484,2 0 0,2 0 1,4 0-1,2-1 1,0-1-1,0 1 0,0-2 1,1-1-1,1 1 1,1 0-926,0 0 0,0 0 890,-5 0 1,-1 1 0,-2 1-1,-1 0 1,30-2-243,-6-2 0,-9 1 0,-2 4 0,-5 0-987,-3 0 1106,-6 0 0,3-5 0,-5 0 146,4 2 0,-12 0 1,-3 0-1,-11-2 169,-6 2-124,-8 1-44,-2 2 0,-17-1 848,-3-4-1411,-3 3 0,-4-4 0,-3 6-1609,-2 0 2097,-3 0 0,-50-6 0,33 2 0,1 0 0</inkml:trace>
  <inkml:trace contextRef="#ctx0" brushRef="#br0" timeOffset="282">21284 14344 8499,'-7'-14'-191,"-1"5"0,4-1 0,-2 1 0,0-1 1256,-1 1-991,3 6 0,5-4 0,4 9 0,5 1 182,2 2 1,4 4-1,5-4 1,5 0 80,6 1-202,7-4 0,-2 4 0,7-6 0,2 0 1,3 0 304,1 0-362,-4 0 0,3 0 0,-5 0 24,4 0 1,-2 0-116,6 0 0,-6 0 1,1 0-1,-1 0 43,1 0 0,-1 0 1,4 0-1,-1 0-269,-3 0 228,-1 0 1,0 0 0,0 0-32,-4 0 1,3 0 0,3 0 0,2 0 15,5 0 82,-8 6 1,15-4 0,-9 3-12,4-4 0,1 1-40,0 2 0,-1-2 0,1 3 0,0-4 20,0-1-20,6 7 0,2-6 1,6 4-1,-1-3 1,-2-2 14,-2 0-47,0 0 0,5 0 1,0 0 10,0 0 1,1 0-1,-1 0 1,0 0-58,0 0 66,-13 0 1,4 0 0,-8 0-5,6 0 0,4 0 1,7 0-1,1 0 4,-1 0 10,0 0 1,0-5-1,2 0 41,2 2 1,-2 0 0,1 0-1,-4-2 108,-4 2-119,-12-5 0,9 6 0,-14-4-10,-5 0 0,-3 4 0,2-3 0,1 4 69,4 1-44,-4-7 0,5 6 0,-5-4 37,3 4 1,-1 1-11,6 0 0,-1 0 0,3 0 1,-4 0 151,-1 0-117,-8 0 1,-3 0 0,-9 0-50,-7 0 46,-11 0-44,-5 0-67,-6 0 0,-2 0 0,-1-2-201,-1-3-31,-7 4 0,7-7 0,-7 3 1,-3-3-1,-5-1-1241,-3-1-788,-8 7 2265,-6-3 0,-16 2 0,-9 1 0,-3-1 0,-1 0 0</inkml:trace>
  <inkml:trace contextRef="#ctx0" brushRef="#br0" timeOffset="283">8233 10534 8244,'-7'-8'-202,"6"2"1,-7 5 201,3-4 0,-3 3 0,-6-4 0</inkml:trace>
  <inkml:trace contextRef="#ctx0" brushRef="#br0" timeOffset="284">8147 10520 8261,'-8'0'0,"-11"-6"0,4-2 0</inkml:trace>
  <inkml:trace contextRef="#ctx0" brushRef="#br0" timeOffset="285">8702 10833 7293,'8'8'-225,"-2"-2"309,-6-6-158,0 0 176,-6 0 136,-2-6-66,0 4 1,0-4 51,3 6-142,4 0 1,-6-2 233,7-2-288,0 2 91,0-4 1,0 4 42,0-3 1,7 2 0,2-5 103,4 2-280,1-5 1,0 8-1,0-5 24,1 2 0,-1-1 0,0 4 82,0-2-133,-6 1 0,3 2-148,-6-3-37,0 4 220,-12-6 1,-5 9 0,-7 1-1,1 2 0,-2 0 0,1-4 1,0 2 12,-2 2-6,6 0 0,-6-4 52,7 4 1,0-3 415,-1 2-147,7-2-99,2-2 1,9 0 0,5 0 68,6 0-171,10-6 1,-6 3 0,5-5-38,2 1 0,-4-2 0,-2 4 0,-3 0 195,-2-1-340,0 4-125,0-4-91,-6 6 261,-8 0 0,-8 0 0,-6 0-125,0 0 0,-5 5 0,-1 1 0,-1 1-239,0-1 317,2-1 0,10-4 0,0 2-590,-3 2 18,6 0 791,0-5 1,22 0-99,3 0 0,9-2 0,-6-1 0,0-2 94,-3 2-512,-3-5 0,-2 7 69,0-4 291,-6 3 0,-42 2 0,-26 0 0,-4 0 0,1 0 0</inkml:trace>
  <inkml:trace contextRef="#ctx0" brushRef="#br0" timeOffset="286">10294 10122 8312,'10'-6'-247,"-3"-4"1,1-1 0,-1 0-92,-1 2 440,-1-1 1,-5 1 0,0-1 0,0-1 0,0-1 424,0-3-359,0 7 0,-2-3 0,-1 5 554,-2-2-619,1 5 1,2-3-155,-3 6 282,4 0-15,-6 0-263,7 0 0,-6 0-10,-3 0 81,-4 0 0,-1 0 31,-1 0 1,1 0-23,0 0 1,0 4-1,0 1 1,-1-2 64,1-1-50,0 4 1,0-4 0,-1 4 0,1-1 57,0 0-42,0 6 0,4-8 77,1 6-144,-1-6 0,-4 10 55,0-3-40,6-4 0,2 2 0,4-5 14,-3 2 38,4 6 1,-5-8 74,6 6 1,-2 1-43,-3 4 0,4 0 1,-6 2 23,1 3-81,4-9 0,-4 8 0,6-8 1,0 3-1,-2 1 123,-2 0-99,2-6 0,-4 5-40,6-4 0,0 4-8,0 1 0,0-5 0,0 1 52,0 1-29,0 2 0,0 1 1,1-2-1,3-1-143,0-1 104,1-1 1,-3 6-42,2-1 1,-2-5 27,3 1 1,3-1-19,1 6 40,4-1 0,-4-5 0,1 1 10,1 1 13,1 1 0,3-2 11,-1-1 0,0-6-20,0 2 0,-4-2 0,-1 1 0,2 0 8,2-1-38,1-1 1,-1 0 0,-2 1 0,-2 1 0,2 0-9,2-3 15,1-1 0,0 2-3,1 3 1,-1-4 34,0 4 1,0-4 0,1-1 0,-3-1 84,-2-4-68,2 4 0,-4-7 0,6 3 1,1-3 132,-1 0-35,-6-5 1,4 6-91,-2-8 1,-2 3-30,1 2 0,-6-2 0,4 4 0,-3-2-84,1 1 44,0-1 0,0 1 0,-1-1 0,0-1 0,-1 0 64,1 2-22,-2-4 0,4 10 0,-6-7 162,0-1 1,0-1-187,0-2 0,0 4 1,0 1-1,0-2 96,0-2-153,0-1 0,0-1 0,0 1 0,0 0 155,0 0 15,0 6 1,0-5 0,-1 5-12,-4 0 0,3-4 38,-2 2 1,2 2 0,1-1 0,-3-2 171,0-2-290,-1-1 0,3 5 1,-1-1-1,-2-1-13,2-2-7,-5-1 1,5 2 0,-5 1-50,2 1 0,-5 2 69,1-1 1,3 1-1,-3 5 1,-1-2 28,-2 2-58,-1 1 1,0-3-1,0 1 1,0 1 0,-1 1-111,1 2 92,0 0 0,0 0-41,-1 0 0,1 0 22,0 0 1,0 5-1,0-1 1,-1 1-183,1 1 75,6-4 0,-4 6 1,2-5-1,-3 3 0,-1 1-950,0-1 200,6 5 0,-3-3 1,5 8 894,-2 3 0,17 22 0,1 11 0</inkml:trace>
  <inkml:trace contextRef="#ctx0" brushRef="#br0" timeOffset="287">10152 10193 8462,'0'-14'-151,"0"6"1,0-5 0,0 4 0,0-4 0,0-1 879,0 0-316,0 6 0,0 0 62,0 3-593,0 4 0,0-4 125,0 10 0,0-2-361,0 6 85,0-5-102,0 2-100,0 0 221,0-4 110,0 4 0,-2-6 138,-2 0-138,2 0 139,-11 0 1,7-1 287,-3-4 1,-4 2 138,3-7-150,4 7 0,-5-5-55,6 3-100,1 4 177,4-6-229,0 7 1,1 2 3,4 3 1,3 3 0,6 6-1,0 2 435,0 3-451,1-4 0,-1 8 0,2-6 44,3 2 0,-2 5 1,5-5-1,-1-1 278,-4 3-361,-1-5 0,-2 4 0,0-5-3,1-1 0,-3-5 0,-1-1-230,-1-2-340,-7-1 392,3-5 1,-7 0 31,-4 0-222,3-6 0,-10-2-422,2-6 0,4 4 775,1 1 0,-3-26 0,0-11 0</inkml:trace>
  <inkml:trace contextRef="#ctx0" brushRef="#br0" timeOffset="288">10337 10165 8530,'14'-14'5,"-6"-1"0,0 0 1,-5-3 142,2-1 153,-1 0 1,-4 10 484,0-1-517,0 1 0,-1-1 0,-4 2-168,-4 2 0,1 1 1,0 7-1,0 3-77,0 4 26,-1 4 1,-1 1 0,1 2-53,-2 3 0,3-3 81,-2 3 0,1 3 0,-6 0 0,1 1 207,0 1-242,0 0 1,0 4 0,-1 1-1,1-1 1,0 1 335,0-1-414,-7 0 0,10 1 0,-3-2 108,1-4 1,5-2 10,-1-7 1,6 0-102,-2 1 197,3-8 1,2-2-13,0-10-182,0 4 0,0-7-269,0 3 1,5 2-156,0-6 1,1 5 0,-3-2 0,4 1-1008,1 1 1444,-5-7 0,22-4 0,-1-7 0</inkml:trace>
  <inkml:trace contextRef="#ctx0" brushRef="#br0" timeOffset="289">8673 10662 8052,'-8'0'-184,"-4"0"0,2 0 0,-2 0 0,-3 0 191,1 0 0,0 0 0,0 0 889,0 0 188,6 0-1,1 0-430,7 0-256,0 0-743,7 0 265,1 0 0,3-1 0,1-2 1,6-4-1,2 1-296,5 0 406,9-5 0,-3 3 0,7-5 25,2 4 1,-4-4 0,0 5 0,-1-1 124,-3-1-164,-2 7 0,3-5 1,-2 5-14,-4-2 0,0 0 0,-6 5 0,-1 0 13,1 0-22,4 0 1,-8 0 0,5 0 79,-1 0 0,4 0 0,-1 0 1,3-1 109,1-4-133,1 3 1,1-9-1,1 5-14,2-2 0,-1 3 0,-7-2 0,-1-1-106,1 0 102,-4 5 0,4-5 0,-6 5-38,-2-2 0,-1 0 1,0 3-1,1-1 188,2-1-142,0-1 0,-3 5 1,2 0 109,1 0 1,4-5 0,-2 0-1,-1 2 286,1 2-385,-2 1 1,-5 0 0,0 0 48,0 0 0,-4 0 0,-1 0 165,2 0-71,2 0 1,-3 0 282,-1 0-173,-6 0 126,4 0-254,-7 0-2949,0 0-474,-7 0 2324,6 0 923,-12 0 0,-64-7 0,26 3 0,0 0 0</inkml:trace>
  <inkml:trace contextRef="#ctx0" brushRef="#br0" timeOffset="290">19578 9198 7763,'0'-14'696,"0"0"935,0-1-642,0 1 1,0 5 204,0-1-988,0 7 0,0-2-15,0 10 0,0 3 0,0 6 0,0 0 504,0 1-597,0-1 1,0 5-1,0 1 1,0 1 0,0 1 319,0 0-342,0-5 0,0 10 1,0-5 129,0 1 1,0 2-156,0-6 0,0 4 0,0-4 0,0-1-207,0-2 72,0-2 1,0 0 0,2-1-1,3-4 1,4-4-63,4-4 139,7-1 0,2 0 0,7-1-54,-1-4 1,-1 2-11,-3-7 1,1 1 0,-6-4-1,-2 2-119,-1 2-1369,-8 6 0,3-5-1923,-6 3 3482,0 3 0,-31-10 0,-5 4 0</inkml:trace>
  <inkml:trace contextRef="#ctx0" brushRef="#br0" timeOffset="291">19934 9255 7879,'0'-21'114,"0"6"0,0-11 1,1 6 1191,4-2-883,-3 4 0,10-2 0,-4 6 0,2 1 1,-1 3 1691,2 6-1883,2 2 0,6 2 0,0 0 0,-2 2 0,-1 1 552,-2 2-737,0 6 1,-4-2 0,-2 8 172,-2 2 0,-1 0-78,-5-4 0,0 4 1,-2 1-1,-3 2 370,-4 3-562,-10-4 0,3 4 0,-3-6 0,2 0 0,0 0-355,-2 0 332,6 0 0,2-5 1,5 0-423,-2 1 574,4-1 0,4-6 0,12-3 0,5-4 113,7-1-74,2 0 0,8 0 0,0 0 0,0-1 0,-3-4 607,-4-5-758,-8 4 1,0-2 0,-8 5-314,-2-2 0,-5-1 0,-1 3-566,-6-2-847,-5 0 0,-6 5 1,-2 2 1758,-3 3 0,-16 9 0,-9 8 0</inkml:trace>
  <inkml:trace contextRef="#ctx0" brushRef="#br0" timeOffset="292">20602 9212 8948,'-8'0'5895,"2"0"-5209,6 0-465,0 0 1,-2 5 0,-1 1 0,-2 2 0,2 3 0,2 2 0,1 3 175,0 3 1,0-4 0,0 4 0,0-3-203,0-2-193,0 1 1,0-1-187,0 0 207,0 0-150,0 0 0,0-7 0,0-7-1092,0-8 964,0-11 1,0 2 0,0-7-545,0-1 1,0-2 455,0-2 0,4 2 1,1 2-1,0 3-2,1 2 0,-3 2 0,5 7 0,0 3-435,0 2 352,1 1 0,6 5-381,-1 0 0,0 6 0,0 4 809,0 3 0,-6 26 0,-1 7 0</inkml:trace>
  <inkml:trace contextRef="#ctx0" brushRef="#br0" timeOffset="293">21000 9170 7929,'0'-15'100,"0"6"252,0-1 652,0 1 1,0-5 2795,0 0-3298,0 6 1,-2 1-67,-2 7 0,-4 2-261,-6 3 1,-1-2 0,0 8 0,-3 3 370,-1 3-463,0 9 0,5-9 1,0 5-1,0 0 1,1-1 111,4-1-252,2 6 1,2-11 0,1 4-107,1-3 0,3-2 1,4-1-1,6-2-155,2-1 147,9-7 1,-4 3 0,7-6 11,1 0 0,2-6 0,0-4 0,-2-2-486,-1-3 570,-7 1 0,9 0 0,-9-2-60,-4-3 1,-1 3-1,-7-4 1,-2 1-451,-1 0 512,-2 0 1,-2 0 0,-3 2 16,-4 4 1,-4 0 0,-1 9 0,0 1 146,0 1-66,-7 2 1,5 2-1,-3 2 144,4 6 1,0 2 0,1 3 0,0-1 621,0 0-587,6 0 1,2-4 0,6-1-263,0 2 1,0-3 0,3 0 0,5 0-390,6 0-95,9-5 0,0 3 0,5-6 135,0 0 1,6 0 0,-1-1 0,-2-4-578,-1-4 906,-1-4 0,-1-1 0,-1-1 250,-3 1 1,-4 0 0,-5 1-1,-3 2 1224,-2 2-244,-4 6-690,-6-4 1,-2 7 0,-1 2-1,-3 3 847,-2 4-1007,-1 4 0,-1 6 0,2 0 20,2-2 1,0-1 0,2-2 0,0 2 599,1 3-1499,1-10 0,4 10-508,2-9 0,4 1 645,6-2 1,1-2-1,-1-7 1,2 0-1295,3 0 1502,-4-7 1,11-1 0,-7-6 0,-2 0-1,-1-2 308,-2-3-53,0 3 0,0-4 0,-1 6 699,-3-1-11,2 1 1,-10 5-254,3-1 0,-4 13 0,-1 2 0,0 6 879,0 3-1126,0 1 0,2-1 0,1 0-136,2 0 0,1 1 0,-3-1 0,3-2-984,2-2 549,2 3 0,4-12 0,0 4-211,0-4 0,2-1 119,3 0 0,-3-1 0,3-4 0,-2-4 143,2-4 0,-5-3 1,2-3-1,-5-4-236,0-4 422,2-8 1,-5-1 0,-3-5 86,-4 3 0,-1-3 0,0 4 1,0 1 153,0 3 224,0 9 1,0 8 513,0 7 0,-1 6-59,-4-2-430,3 10 0,-4 2 0,4 9-42,-2 3 0,2 3 0,-3 5 0,4-2 541,1-1-720,0 0 0,0 4 1,0-1-161,0-3 1,0 3 0,0-4 0,0 3-442,0-3 376,6-2 1,-3-7-1,5 0-242,-2 1 1,6-3 0,-3-2-104,4-6 313,1-2 0,5-4 0,0-2 105,-2-6 0,-1-1 0,-3 0 1,-2 2 224,-2-2-17,1 4 0,-1-4 89,1 6 1,-7-1-90,1 1-402,-2 4 1,0-6 107,2 7 0,0 0 0,5 0-82,2 0-31,2 7 1,3-6 0,1 4-78,2-3 1,6-2 0,-3 0-1,2 0-145,0 0 376,-1 0 1,4-5 0,-3 0 68,-5 2 0,1-3 0,-1 1 0,-1 2 133,-2 1-150,-9-4 355,6 4 0,-5-4 60,6 6-277,0 0 0,1 0-101,-1 0 1,0 0-84,0 0 0,5 0 0,2 0 0,-1 0-362,1 0 331,-2 0 1,0-2-1,0-1 1,-2-3 0,-3-2-80,-4-3 45,2 5 0,-10-7-59,3 4 1,-4-4 75,-1-1 1,-1 4 0,-4 2 0,-4 2 22,-4 3 1,-3 1-1,-1 2 1,-2 2-95,1 3 96,-4 3 0,6 6 0,-3 0 375,4 0 0,5 5 45,1 0 0,6 5 0,-2-4 0,3 1 172,2-1 1,0 4 0,0-3 0,0 1 1131,0 3-1368,0-4 0,0 1 0,0-5 188,0 2 1,5 1-256,0-1 1,-1-3 0,-4 3-17,0-3 1,0-2-22,0 0-355,-6-6 0,3-1 0,-6-7-310,-3 0 158,0 0 1,-2-2 0,-1-3 0,1-4-261,0-4 0,6-1 0,3-2 1,4-1-610,1-2 652,0 0 1,1 0 0,6 0 13,7 2 0,0 1 0,5 2 0,-2-1-822,2 1-626,-3 0 1974,5 0 0,-13-7 0,-2-1 0</inkml:trace>
  <inkml:trace contextRef="#ctx0" brushRef="#br0" timeOffset="294">21682 9198 7950,'-20'-14'341,"-2"0"0,-3-1 2156,6 1-2083,0 0 1,17 4 0,-3 1 0,5-2-1,5-2 1343,5-1-1601,9 6 1,3-3-1,6 5-522,0-2 1,7 5 113,3-2 1,-3 3 0,-2 1 0,-4-2-934,-6-2-1447,-2 0 96,-7 5 2062,-12 0 474,-4 7 0,-34-5 0,-18-3 0,-1 4 0,1 0 0</inkml:trace>
  <inkml:trace contextRef="#ctx0" brushRef="#br0" timeOffset="295">19521 10108 8068,'0'-8'1277,"0"0"-103,0 3-1026,0 4 1,0-7-1,2 5 1,3-2 198,4 2 1,-1 1-207,2 2 0,4 0 1,6 0-1,2 0-12,4 0 0,1 0-83,1 0 1,0 0-1,2 0 1,2 0 197,1 0-230,0 0 1,-4 0 0,-1 0 0,1 0 0,-1 0-269,1 0 281,5-6 0,-4 4 0,5-2-81,0 2 1,1 2 124,7 0 0,-2 0 0,0 0 0,0-2 401,3-2-415,2 2 0,-3-4 0,-1 6 0,-1-2 0,-1-1 244,-2-2-268,0 1 0,-2 2 1,-1-1-17,0-2 1,-4 0-1,7 5 1,0 0-172,-2 0 150,5-6 1,-9 4-1,6-2-46,1 2 1,1-3 54,-2 1 0,1-1 0,-4 5 1,1-2 0,4-2 25,1 2 0,0-6 0,-1 5 0,-2-2 1,1 2 3,2 1-28,2 2 0,-7-1 0,-1-2-37,0-2 1,1 0-1,5 5 1,-3 0 0,-5 0 35,3 0 0,-4-4 1,6-1-1,0 2 0,-2 1 154,-3 2-138,4-6 1,-6 4 0,6-4 100,-3 0 0,0 2 1,-6-4-1,0 1 45,1-1-126,-1 5 1,5-10 0,1 5 13,-3 0 1,-1-3 0,-3 6 0,-2 2 109,-1 2-34,-7-6 1,4 6 90,-7-4 1,-4 3 260,-1 2-255,-6 0 0,2 0-206,-10 0 1,2 0-2022,-6 0 1741,-1 0 1,-10 0 256,-4 0 0,-25 3 0,-11 1 0,-6 0 0,1 0 0</inkml:trace>
  <inkml:trace contextRef="#ctx0" brushRef="#br0" timeOffset="296">27171 16505 8218,'6'-14'-30,"-5"0"1,4 0-1,-3-1 290,-2 1 1,0 0 0,0 0 290,0 0-450,0 6 0,-7-3 0,0 4 0,-3 1 0,1-2-64,-2 0 16,4 5 0,-1-3 0,4 4-232,-6-3 105,-3 4 0,-5-6 1,-1 7-1,0 0-401,-2 0 453,-1 0 0,-7 0 0,1 0 0,-2 0 0,-2 0-94,-1 0 258,0 0 1,3 5 0,0 0-47,2-2 1,-7 0 48,11 2 1,-4-3 0,7 4 0,1-1 157,-1-1-305,2 1 0,5 0 0,0 0 0,0-1 0,-1 1 118,1 0-110,0 6 1,0-8 0,-1 5-44,1-2 1,0 4 26,0-6 1,0 7 0,-2-3 0,-2 2 359,-1-1-320,0-5 0,5 7 1,0-5-1,0 0 0,0 2 134,-1 0-6,1-5 0,5 10 0,-1-5 3,-1 0 0,-1 4 0,-3-4 0,3 2 322,2-1-495,-2 1 1,4 2-1,-5-1 37,4-1 0,-3-1 0,6 5 0,0 1 37,0-1-23,1-6 1,5 4 0,0-2 19,0 3 1,0 1 0,0 0 400,0 0-372,0 0 0,5 1 0,-1-1 34,-1 0 0,-1-4 1,0-1-1,1 2 129,1 2-231,1-5 0,-3 4 0,1-2 85,2 2 1,6-2 0,-2-1-1,4 2 128,1 2-28,7-5 0,-4 3 1,5-5-42,-1 2 1,4 0-1,-3 2 1,2-4 208,-1 0-291,-5-4 1,9 6 0,-5-5 6,0 2 1,3-1 0,-4-4 0,1 0 244,3 0-229,2 7 1,-3-6 0,-1 4 113,3-4 0,-4-1-57,1 0 0,1 0 0,5 2 0,-3 1 316,-2 2-421,3 0 0,-6-5 1,2 0-1,-2 0 1,-2 0 170,0 0-299,0 6 0,0-4 1,0 2 80,-2-2 0,5 3 24,2-1 1,-1 1 0,4-5 0,3 2 156,0 2-188,0-2 0,0 4 0,2-6 0,3 0 0,-1 0-54,1 0 67,-2 0 1,-4 0 0,1 0-65,3 0 0,2-4 1,3-1-1,-4 0-101,1-1 102,2 4 0,5-6 0,1 4-13,-1-6 1,0 2 0,-3 0 0,-1 0-14,1 1 119,-4 3 0,0-8 0,-7 4-5,1 0 0,-1-5 1,1 4-1,-1-2 96,1 1-111,-1-2 0,0 4 0,2-6 25,4-1 1,-4 1-1,3 0 1,-3 0 21,-2-1-15,1 1 1,-7 0-1,-3 0 36,-3 0 0,-7 4 1,-1 1-1,-2-2 196,-3-2-280,-1-1 1,-2-2-1,-2-1-83,-2-2 1,1-5 0,-5 3 0,0-1-162,0-3 141,-8 4 0,-1-5 0,-7 2-49,-1-3 1,-8-1 0,-5-1 0,-5 1-408,-4-1 55,-4 1 0,-11-4 1,1 2-77,1 3 0,1 8 0,2 2 1,1 6-1500,-1 6 1728,0 4 1,5 15-1,0 10-2239,-2 10 2344,-8 14 1,30-12 0,-1 4-1,-2 4 1,-1 0 0</inkml:trace>
  <inkml:trace contextRef="#ctx0" brushRef="#br0" timeOffset="297">28052 15425 8156,'0'-14'118,"0"6"1,-2-3-1,-1 4 1,-3-1 612,-2-3 76,5 5 0,-5 0 456,3 6-829,4 0 0,-4 0-22,10 0 0,3 0 0,6 0 0,0 0 582,0 0-825,0 0 0,7 0 0,3 0 10,3 0 0,3 0-52,3 0 1,3 0-1,8 0 1,2 0 342,2 0-464,5-7 1,-4 6-1,5-4 1,-4 4-1,1 1 35,0 0 8,1 0 0,0 4 0,-2 1-26,-1-2 1,5 0 0,-3 0 0,-1 2 523,-2-2-414,-4-1 0,-2-2 0,3 2-69,2 2 1,-4-2 0,1 3 0,-5-4 199,1-1-310,1 0 0,2 0 1,-1 0 64,1 0 1,0 0-1,-1 0 1,3 0-125,2 0 26,-9 0 1,8 0-1,-13 2 6,-2 2 1,4-2 0,-2 3 0,-1-2 19,-2 2 20,-2-4 1,1 6 0,1-7-27,3 0 1,-3 0 0,3 1 0,-1 2-69,1 2 104,-3 0 1,14-5 0,-6 0 22,-3 0 0,-4 0 1,-2 0-1,-1 0 3,1 0-15,-7 0 0,5 0 0,-4 0 18,4 0 1,2 0-1,-1 0 1,1 0-4,-1 0-43,7 0 0,-5 0 0,5 0 42,-1 0 1,-4 0 0,4 0 0,-4 0-56,-2 0 38,-6 0 1,3 0 172,-6 0-171,-6 0 727,-7 0-399,-18 0-87,9 0 38,-10 0 1,11 0 150,-2 0-271,2 0-300,-4 0-344,6 0 5,0 0 694,0 6-145,0-4 0,0 10 99,0-2 0,0 2 0,0 3 0,0-1 559,0 0-553,0 0 1,0 1-1,0-1 19,0 0 0,0 7 1,0 1-1,0 1 135,0 1-257,0 0 1,0-1 0,0 1-12,0 1 1,0 2-1,0 2 1,0-1-191,0 1 341,0-1 1,0 0 0,0 1-112,0-1 1,0 1-127,0-1 1,0 4 0,0-1-1,0-1 166,0 2-147,0 0 1,0-2 0,-2 1 0,-1 4-1,-2 0 54,2-1-161,1 6 1,2-9-1,0 6 29,0-2 0,0 2 0,0-3 1,0-1 256,0 2-211,0-5 1,5 4 0,0-5-58,-2-1 0,0-1 1,0-2-1,2-1 40,-2 1 86,-1 2 1,-2-3 0,0-1 55,0 3 1,0-1 0,0 0 0,-2-1 89,-2 1-39,2 2 0,-4-2 1,6 2-101,0 3 1,0 2 0,0-4 0,0 1-141,0-1 134,0 1 0,0 1 0,0 1-26,0 2 0,0 1 0,0-4 0,0 1-30,0 2-3,0 7 0,0-10 0,0 3-153,0-3 0,0 3 0,1-1 0,2-4-462,2-3 563,0-1 0,-5 0 1,1-2 40,4-1 0,-3-3 1,3-3-1,-4-1-21,-1 0 3,6 0 1,-4-4-161,3-1 1,-4-4-89,-1 5 234,0-7 0,-1 3 72,-4-6 1,3 2 30,-2 2-68,2 4 0,-3 2 56,1-1 0,-1-4 1,5 4-1,-2 1 74,-2-2-112,2 4 0,-4-4 1,4 7-48,-3-1 0,2 0 1,-5 0-1,2 0-93,3 1 102,-5-1 0,6 0 0,-2 0-1,2 0 1,-3 1 0,1-1-66,0 0 151,3 0 1,1 1-104,0-1 203,0 0-156,0-6 593,0-2-426,0-6-126,-7 0 0,4 0-90,-6 0 0,4 0 0,-4-1 0,-2-3-653,-2 0 526,-8-1 0,-1 5 0,-6 0-6,-1 0 1,-1 0 0,-4 0 0,-9 0-180,-8 0 475,2 0 0,-7 0 0,0 0-42,-4 0 0,-9 0 0,1 0 0,-3 0 142,1 0-89,2 0 0,2 0 0,1 0 26,2 0 1,3 0-1,8 2 1,4 1-423,4 1 134,2 1 1,0-5-1,5 0-91,3 0 1,-2 0 0,-2 0-1,-5 0-441,-4 0 621,-3 0 1,-3 0 0,1 0 40,-1 0 0,-4 0 1,-3 0-1,0 0 301,4 0-115,-1 0 1,2 2 0,-6 1 44,1 2 0,-4-1 1,1-4-1,-2 0 315,-3 0-355,-7 0 0,7 0 0,-3 0-129,1 0 0,1-1 0,-4-2 0,0-4-33,2-1 17,3-1 1,11-1 0,2 3-301,3 0 1,5-4 0,9 3-1,6 0-2138,7 4 1518,11-4 0,2 5 921,8-7 0,31-25 0,12-10 0</inkml:trace>
  <inkml:trace contextRef="#ctx0" brushRef="#br0" timeOffset="298">28095 16207 8049,'-8'0'-228,"-5"0"0,4 0 1997,-4 0 634,5 0-746,2 0-1561,6 0 0,1 0 147,4 0 1,3 0 0,8 0 0,1 0 536,2 0-625,6 0 0,-4 0 0,4 0 16,-1 0 1,0-2 0,3-1 0,-2-2 367,-2 2-404,1 2 0,9 1 0,1 0 18,-3 0 0,5 0 0,2 0 0,3 0 220,2 0-324,6 0 1,2 0 0,5 0 73,1 0 0,-1 0 0,-3 0 0,0 0-196,0 0 139,-10 0 0,4 0 0,-10 0-65,-1 0 1,3 0 0,-5 0 0,-3 0 47,-1 0-21,-1 0 1,-1 4 0,-1 1-13,-3-2 0,1-1 1,-6-2-1,0 0 93,1 0-101,-4 0 0,9 0 0,-6 1-8,-1 4 1,4-3 0,2 2 0,1-2 40,-1-2-86,2 0 1,-3 0-1,5 0 0,0 0 1,6 0-1,-1 0 1,-2 2-116,-1 2 118,5-2 0,-3 4 0,4-6-13,-1 0 0,3 0 0,-5 0 0,-2 0 49,-1 0 14,-1 0 0,-1 0 0,1 0 43,-1 0 1,1 0 0,1 0-1,1 0 389,2 0-324,-6 0 1,5-5 0,-4 1-73,2 1 0,5 1 0,-2 2 1,0 0 102,2 0-178,-5 0 1,10 0 0,-7 0 123,-2 0 1,-2-5-1,-5 0 60,-5 2-464,-10 2-215,4 1 1,-13 0-928,0 0 448,-7 0 1,-2 0-892,-1 0 1,6 0-1,-6 1 1896,-1 4 0,-58-29 0,26 12 0,0-1 0</inkml:trace>
  <inkml:trace contextRef="#ctx0" brushRef="#br0" timeOffset="299">28521 15539 8186,'0'-8'1351,"0"0"1,0 3 926,0-4-1829,0 2 0,-1 1 1,-3 4 325,0-2-756,-1 2 0,5-3 1,0 10-1,0 4 243,0 4 0,0 1-238,0 1 1,0-1-1,0 2 1,0 1-94,0 2 0,0 0 0,0-5-103,0 0 151,0 0 0,0 1 1083,0-1-368,0-6-919,0-2 1,0-22-1,0-3 1,0 0-139,0 2 235,0-3 0,0 4 0,0-3-164,0 3 1,0 2 0,0 0-85,0-1 396,0 7 0,6 2 0,4 6 1,2 0 494,3 0-111,-1 6 0,0 2 1,-1 7-123,-4-1 1,2 0 0,-4 0 0,-1 0 16,0 1-373,-1-1 1,0-5 0,-1 1-854,0 1 638,4-5 1,-5 0-156,6-6 0,-1-6 160,2-3 0,2-4 1,-2-1-1,2-2-610,2-3 835,1 3 0,-1-6 0,0 6 0,0 1 0,-1 2 346,-4 0-152,4 7 0,-10-5 0,7 6 1,-1 4-1,-1 4 478,-3 6 38,3 4 0,-7 6 0,4 1 128,-3 3 1,-2 0-231,0 6 1,0-6 0,0-1-1,0 1-329,0-1 1,0-5 0,0 2-745,0-3-883,0-2 0,0-5-1749,0 1 2315,0-7 0,0 2 0,0-10 0,1-4 841,4-4 0,16-45 0,9-12 0</inkml:trace>
  <inkml:trace contextRef="#ctx0" brushRef="#br0" timeOffset="300">29047 15595 8003,'0'-7'5851,"0"0"-5068,0 1-98,0 4 1,0-2-1,0 8 1,0 6 465,0 2-1045,0 3 1,0-1-1,0 0-263,0 0 0,0 0 0,2 1 0,1-1-457,2 0 135,0 0 1,-5-4 105,0-1 1,0-4-289,0 5 364,0-7 132,6-3 0,-5-13 0,4-7 0,-2-3 0,0 0-830,2 1 885,6-5 1,-4 6-1,4-2 257,-2 4 0,1 4 0,4 6 1,2 4 148,3 4-175,-4 1 0,6 1 0,-8 4 397,-4 4 0,4 6 1,-5 2-1,1 3 1296,1 3-1625,-7-6 1,3 3 0,-6-4-258,0 3 1,0-3 0,0 3-1037,0-3-446,0-8 1,5 0-1495,-1-4 1302,1-2-136,-5 4 1878,0-6 0,-38-44 0,-9-11 0</inkml:trace>
  <inkml:trace contextRef="#ctx0" brushRef="#br0" timeOffset="301">29076 15624 8395,'0'-8'5052,"0"2"-4197,0-1-685,6 6 0,2-6 1,6 7-463,0 0 1,7 0 144,3 0 1,-2 0 0,1 0 0,1 0-625,-2 0 0,0 5 771,-3 0 0,10 6 0,7-3 0</inkml:trace>
  <inkml:trace contextRef="#ctx0" brushRef="#br0" timeOffset="302">29573 15595 8003,'8'-14'0,"-1"0"2503,-7 0-1289,-7 0 1,4 1 1188,-6 3-2167,5-2 1,-8 10 0,2-3-131,-2 4 1,-3 6 0,1 1 0,0 2-176,0 3 97,0 2 0,-1 1 0,1 2-86,0 3 0,6-4 1,3 6-1,4-2-586,1 0 563,0 0 1,3-5 0,5 0 72,6 0 0,8-4 1,-1-2-1,1-2-392,3-3 249,2-1 1,1-2 0,-1 0-172,-3 0 1,-4-2 0,-5-1 0,-1-3-1315,0-2-987,0 5 2623,-6-4 0,-33 1 0,-15-2 0</inkml:trace>
  <inkml:trace contextRef="#ctx0" brushRef="#br0" timeOffset="303">28877 15979 8036,'0'-14'339,"-5"0"1,0 0 0,0 1 1308,-1 3-359,5 4 0,-6 3 158,7 3-1292,0 3 0,0 11 0,0 2 0,0 2 0,0 1 631,0-2-768,0-1 1,0-2 0,0 0 0,0 0 44,0 1-498,0-1 279,0 0 1,0-5 192,0 1-375,0-13 1,0-4 0,0-11 0,0-1-473,0-2 658,0-1 1,2-5 0,1 2-38,2 1 0,4 7 0,-2-2 425,0 3-8,-3 2 1,8 6 88,-2 3 1,2 5 0,1 5 0,-2 4 762,-1 4-690,-7 1 0,8 5 0,-7 0-33,0-2 0,2-1 0,-1-2 1,-1 1-720,3-1-144,-6-6 1,7 4-1269,-3-2 1,-3-2-1995,2 1 2575,-2-6 1193,-2 4 0,-32-26 0,-7-5 0</inkml:trace>
  <inkml:trace contextRef="#ctx0" brushRef="#br0" timeOffset="304">28806 16050 8036,'0'-8'839,"4"1"-559,1 2 269,6 3 1,-8-6-1,7 5 1,1-2 0,1 1 1367,3-3-2041,-1 6 0,5-6 0,1 6-38,3-4 0,2 4 1,6-4-1,3 3-1405,-3 2 792,-1 0 1,-3 5-1,-2 0 68,-1-2 1,-7 3 0,2-1 706,-3-2 0,-8-1-231,5-2 0,-10 0 1,5-2 1421,-2-3-716,-1-3 0,-5-1 1266,0 0 1,0 4 659,0-5-1458,0 1 17,0 1-1020,0 2-73,0 6 1,-5 1 0,-1 2 47,-2 2 0,3 5 0,-3-4-262,2 2 182,-5-5 1,9 5 0,-4-5-131,0 2 384,4-1 1,-4-2 205,6 3 4,0-4 1,-2 6-209,-3-7-43,4 0-57,-6 0-264,7 0 1,-1 0 149,-4 0 1,4 1 0,-6 2 133,1 2-48,4 0 134,-4 1 1,6 2-144,0 6 27,0 1 1,2-6-48,2 1 0,4-7 0,6 1 0,1-2-177,-1-2 94,0 0 1,-4 0 0,-1 0 113,2 0 1,2-5 0,1-1-1,-1-2-128,-4-3 73,4-2 1,-12-6 0,6-1 6,-1-2 0,-4 3 147,2-5 0,-2 7 1,-4-2 598,-2 3-628,2 2 1,-6 6 0,3 3 0,-3 5 496,1 5-376,-6 3 1,11 6 0,-4 2 620,0 3 1,4-2-278,-3 7 1,4-7-1,1 4 1,1-2-79,4 0-447,-3 0 1,10-5-1,-2 0 1,2-1 0,4-2 212,3-2-720,-3-6 0,9 4 1,-4-7 6,1 0 1,0-2 126,2-3 1,-4-3 0,-4-6 0,1 0-321,2 0 595,0-7 0,0 5 0,0-3 0,-3 4 0,-3 0-62,-4 1 121,1 6 1,-1-3-98,1 7 1,-1-1 244,5 5 0,-6 1 1,-1 3 154,-1 0 147,-5 7 0,6-7 394,-7 5 98,0-6-193,0 3-171,0-6-681,0 0 0,-7 0 1,-2 0-1,-4 0-1411,-1 0 1330,0 0 0,0 5 0,-2 2-148,-3 0 0,3-2 346,-3 5 1,3-6 0,2 4-1,1 0 64,4 0 0,-4 2 0,5 4 143,1 0-4,0-6 1,14 0-1,2-5 111,4 2 1,1-1-257,0-4 1,5 0 0,2 0 0,-1 0 157,1 0-166,4-6 0,-8-2 0,5-6 0,-1 0 0,-4-2 26,-1-3-39,-2 3 0,-4-9 0,-2 4-47,-2-1 0,-1-1 51,-5-6 1,0 5 0,0 2 0,-2 3 102,-2 7 42,2-2 1,-11 7-449,4-2 341,-4 9 0,5 8 0,2 7 254,0 4 1,4-1 0,-3 4 0,4 0 594,1 0-602,0-4 1,1 7 0,2-6 107,2-2 0,5-1-363,-6-2 1,7 0-1,-1 1 1,3-3-82,1-2-44,6-4 1,-2-6 0,4 0-1,0 0 1,-1 0-721,-1 0 653,5-6 1,-4-2 0,3-6-3,-5-1 0,-4 1 0,-2-2 1,-2-1 103,-2-2 43,-5 6 1,2 1 430,-6 2-781,0 4 489,0 0 1,0 17 0,0 3 541,0 2-431,0-1 0,2 4 1,1 0 165,1-1 0,6-2 0,-5-2 1,-1-2 219,3-2-509,-6 3 0,10-10 0,-4 5-158,1-2 1,-4 3 0,6-4 0,1-2-584,1-1 494,3-2 0,-1 0 0,2-2-97,3-2 1,-4-3 0,4-4 0,-3 2-378,-2-2 530,1-2 0,-3 4 0,-1-1-34,-1-1 1,-5-6 59,4-2 0,-6 0 1,2 4-1,-3 1 193,-2 0 46,0 6 1,0-4-1,-2 4 215,-3 0-378,-3-5 0,-6 11 0,0-1 0,0 6 52,-1 7 50,1 3 0,2-4 0,1 1-42,1 1 0,5 1 1,-3 2-211,2 1 164,1-1 0,7 0-50,3 0 0,3-1 0,6-4 0,0-2-669,0-1 540,7-4 1,1 4-1,6-6-99,1 0 1,-1-2 0,-1-1 0,-2-3 156,-1-2 116,0-1 0,-1-6 0,0 3-93,-3 2 0,-1-2 70,-5 2 421,-6 4 0,0-1 138,-3 7-334,-4 0 354,6 7 0,-7-4-217,0 6 1,-5-4-1094,0 5 304,0-1-222,5-1 1,-6 3-715,-3-6 528,2 0 360,-5 1 1,4-5 435,-6 4 507,6-3-9,1-2-79,1 0 889,4 0-1166,-4 0 0,8 0 0,2 0 1,8 0-768,5 0 530,-1-7 1,6 4-1,-5-5 99,2 2 1,5-3-1,-5 2 1,-2 1 457,-1 0-424,-2-5 1,0 9-1,1-3 199,-1 4 0,0-4 0,0 0 487,1 2-334,-1 1 1,-5 4-80,1 3 1,-1 1 0,4 5 0,-4-1 275,-4 1-583,3-5 0,-7 2 121,4-3 0,-3-2-117,-2 6-53,0-6-397,0 4 0,-2-7-1429,-3 0 1182,4 0-115,-12 0 927,12 0 0,-6-2 70,7-3 604,0 4 698,0-5 149,0-1-414,0 6-143,0-6-1168,0 7-3180,0 0 2755,-6 0-1673,-2 0 1,-3 2 2219,-3 3 0,-29-6 0,-22-4 0,-2 0 0,-9 1 0,1 1 0,0 0 0</inkml:trace>
  <inkml:trace contextRef="#ctx0" brushRef="#br0" timeOffset="305">23659 10478 8133,'0'-15'151,"0"6"0,0-1 1,-2 1-1,-1-1 906,-2 1-235,1 6 0,2-10 1,-1 4 1041,-2-4-1811,0-1 1,5 7 0,0 7 41,0 8-5,0 11 1,0 3-1,0 8 1,2 4-1,1 5 583,2 7-526,0 4 1,-5 4 0,0 1 261,0 4 1,-5 1-129,0-3 1,0 0-1,5 1 1,-1 1 481,-4-3-714,3-2 0,-4-13 1,6-1-1,0-4 1,0-3-119,0-6-280,0 1 140,0-12-795,0 5 1,0-15 352,0-6 1,2-6 0,1-10-1,3-1-1656,2-2 1906,2-7 1,4 4 400,0-6 0,13-32 0,3-8 0</inkml:trace>
  <inkml:trace contextRef="#ctx0" brushRef="#br0" timeOffset="306">23687 10406 8133,'-14'-14'-1471,"5"6"2059,-1 4 0,7 0 1270,-2 0-1596,4 2 1,4-4 0,5 6 0,7 0 0,6 0 1351,4 0-1452,8 0 1,-1 0-1,7 0 1,4-2 0,5-1 446,2-2-494,2 1 0,5-1 1,2 0-71,2 2 1,4 0-40,6-2 0,0 3 0,2-2 0,3 2-410,4 2 380,-38 0 0,0 0 0,0 0 1,0 0-1,-1 1 0,0 0 0,-1 0 1,0 1-1,2 0 0,0 1 11,2-2 1,1 1-68,1-1 1,1-1 0,-1 0 0,1 0 0,-1 0 0,0 0 95,-1 1 0,1-2 0,-1-1 1,0 0-7,5-1 0,0 1 1,-5-1-1,0 0 1,2 0-1,1 1 1,-5-2-1,0 0-20,-2 0 1,-1 0 0,2 0 0,0 0 0,35 1 0,-1-3-49,-5-2-99,-3 5 1,5-4-1,3 6 72,-36-2 0,0 1 0,37-1 0,1-5 0,1 0-5,-37 4 0,1 0 75,3 3 1,0-1 0,3-3 0,1-1-1,-1 3 1,0 0 11,-1-1 0,-1 0 1,3 1-1,0 1 1,-2-2-1,2 0 1,1 0-1,0 0 181,1 0 0,-1 0-129,-3 3 1,-1-1 0,-4-1 0,-1 0 0,34 3-60,-4 0 1,1 0 0,3 1 0,3 2-401,0 2 366,-37 1 0,0-1 1,37-3-1,-36 1 0,1 0 12,1 1 1,0-2 0,-2-1 0,0 0 17,3 1 1,-1 1 0,-2 0-1,0 0 1,0 0 0,0-1 0,0 0-1,1-1 60,1 0 1,0 0-45,-5 2 1,0 0-1,2-2 1,0 0 0,27 3-1,-2-2 1,-6-1 52,-2 4-118,-9-3 0,-7 6 1,-11-5 16,-7 2 0,0-1-87,-6-4 0,0 5 1,-5 0-52,1-2 161,-1 5 0,0-7 0,0 6 0,0-3 282,1 1-272,-1 6 1,0-9 782,0 3-784,-6 2 0,-1-5 55,-7 4 1,0 1-1,0 2 186,0 4-147,0 1 1,0 5-1,0 1 60,0 3 1,0 0 0,0 7 0,0 2 359,0 1-258,6 0 0,-5 0 0,6 2-162,-1 1 1,-4-4 0,2 1 0,-2-1-20,-2 1-8,0-3 0,-5 5 0,-1-5-51,-2 3 0,-1-1 0,-6 4 0,1-1 367,0-4-349,0-1 0,-1 3 0,1 1 37,0-3 1,5-6-1,1-2 1,1-3 140,4-3-202,-5 6 0,7-12 0,-4 3 22,3-2 0,2-4 29,0 2-429,0-7 251,-6 3 1,3-1-1,-7 0 111,-1-2-5,-1-1 0,-3-2 1,0 0 25,-4 0 1,-5 0 0,-9 0 0,-7 0-54,-5 0 38,-12-7 1,-8 6-1,-8-4-12,-3 3 1,-3 2 0,36 0 0,-2 0 0,-1 0 0,0 0-1055,-1 0 0,0 0 992,-1 3 1,1 1-1,3-4 1,1 1-1,-1 2 1,-1 1-2,1-1 1,-2 0-1,0-2 1,-1 1-1,3 2 1,1 0-1,1-1 1,1 0-690,-1-1 1,0-1 734,0 3 1,0 0-1,-3-2 1,-2-1-1,1 3 1,-1 0-150,1 0 1,-1-1 0,3 0 0,0 0 212,1-1 1,0 1 0,2 0 0,-1 0-1,-5 2 1,-1 1 0,0-1 0,1 0 119,0 0 1,1 1-121,0 0 1,0 0 0,6 1 0,0-1 0,-39 5-1,0-2 1,1 1-228,1-2 185,36-1 1,0-2 0,-34-3 0,35 0-1,0 1-32,-1-2 1,0-1-1,-2 3 1,0-1 9,-2 0 0,0 1 0,1 0 0,0-1 1,-3-2-1,1 0 0,0 0 0,0 0-47,2 0 0,0 0 96,-3 0 1,0 0 0,4 0 0,-1 0 0,0-1 0,0 0 0,2 0 0,0-1 0,-37-3-20,2 2 48,1 1 1,11 2-1,4 0 31,2 0 1,2 0-1,-1 0 1,-2 0 5,-2 0-168,1 0 0,4 0 0,0 0 352,0 0 0,0 0 0,0-1 1,0-2-753,1-2 456,-8-6 1,1 5-1,-3-6 17,4 3 1,4 1 0,1-3 0,0 2 60,0-2-36,7-2 0,-6 0 0,6 2 458,-1 2 0,2 1 1,7-3-1,-1 3 6,0 2-325,7 1 1,1 0-1,7 0 269,-1 2 1,6 2 0,1 1-278,1 0-572,2 0-47,11 0 0,3 0 0,10 0-647,5 0 676,2-7 0,7 6 0,2-6-1416,1 1 1873,-5 4 0,29-17 0,0 4 0</inkml:trace>
  <inkml:trace contextRef="#ctx0" brushRef="#br0" timeOffset="307">25493 10492 8088,'8'-7'57,"0"0"0,-5-8 0,2 1 1031,-2 0-282,-2 0 1,-2 4 1359,-4 1-1250,3 6-480,-10-4-606,10 7 1,-4 2 132,6 3 1,0 2-1,0 9 1,0 2-91,0 1 233,0 0 1,0 1 0,0 4 37,0 3 1,0 1 0,0 2 0,0 2 606,0 1-567,0 6 1,0-7 0,0 4-179,0-1 0,0 3 1,0-3-1,0-1 127,0 1-59,6-2 0,-3-3 0,5 2-24,-1 1 0,-1 0 0,-3-6 0,2-2-247,-2-1 203,-1 0 0,-1 3 0,2-4-94,2-4 1,0-1 0,-5-1-223,0 2 234,0 0 0,0-10-279,0 1 203,0-7-511,0 3 241,0-6 1,0-1-1238,0-4 1070,0 3 0,0-10-846,0 2 1,6-2 1434,4-3 0,12-27 0,6-12 0,3-4 0,0-1 0</inkml:trace>
  <inkml:trace contextRef="#ctx0" brushRef="#br0" timeOffset="308">25990 10733 8101,'-22'-8'334,"2"-4"0,6 9 0,-1-5 230,1 1-228,0 3 1,0 4 0,0 0 599,-1 0-737,7 0 0,-3 6-121,7 4 1,-1-3 86,5 3 0,0-1 0,0 6-103,0-1 0,1 0 1,6 0 147,7 0-141,0 1 0,7-1 0,-5 0-10,2 0 0,-2-4 1,3-1-1,-3 2-165,-2 2 160,0 1 1,-6 0 104,-3 1 1,-3-1 0,-4 0 173,-3 0-288,-9-6 1,-8 3 0,-6-6 3,-1-2 1,1-1-97,-1-2 0,1 0 1,-1-2-1,3-3-113,2-4-21,3-4 1,13-1 0,7-2 0,9-3-1,12-4-839,10-4 869,7 5 1,5-4 0,-1 6-84,-3-2 0,2 4-56,-7-1 1,-6 5-1,-8 5-396,-3 4 288,-2 3 1,-8 2 0,-6 2 0,-8 3 0,-4 4-1444,-3 4 1841,1 1 0,-13 13 0,-3 3 0</inkml:trace>
  <inkml:trace contextRef="#ctx0" brushRef="#br0" timeOffset="309">26076 10932 8101,'0'-7'2320,"0"-1"-1382,0 3-907,0 3-2067,0-4 2036,0 6 0,31 0 0,9 0 0</inkml:trace>
  <inkml:trace contextRef="#ctx0" brushRef="#br0" timeOffset="310">26289 10762 8101,'0'-14'0,"0"-1"0,-2 3 0,-2 2 3707,2-2-2068,-4 10-1498,0-4 0,2 7 1,-5 2-206,-2 2 0,-2 6-56,-1-1 1,4 4 0,3 3 0,0 2-34,4-1 57,2-3 1,1 0 0,1-1 0,4 0-604,4 0 888,10 1 1,-1-3 0,4-1 51,-2-1 1,4-6-41,-5 6 1,5-5 0,-5 3-1,-2-1 138,-1 1-246,-2-4 1,-6 3 0,-5-2 583,-6 5-629,-5-4 0,-8 2 1,-3-5-31,-4 2 0,0 0 1,1-5-1,2 0-245,2 0 40,3 0 0,0 0-97,1 0 0,6-2 0,4-3 0,2-4-555,2-4 498,6-1 0,2 0 0,8-2 52,3-3 1,-2 3-1,5-4 1,1 1-428,-1 0 450,-5 0 0,4 4 0,-7 1-362,0 0 0,-5 5-793,1-1 938,-1 7 483,-1-3 0,-27 44 0,-12 9 0</inkml:trace>
  <inkml:trace contextRef="#ctx0" brushRef="#br0" timeOffset="311">26616 10961 8101,'14'-14'1550,"-6"-1"368,-3 1-1218,-4 6 1,4 0-1477,0 4 27,0 2-2241,1-4 2990,-4 6 0,17 19 0,-4 4 0</inkml:trace>
  <inkml:trace contextRef="#ctx0" brushRef="#br0" timeOffset="312">26971 10776 8113,'-6'-14'336,"5"0"1,-12-1 748,3 1-600,-2 0 0,-2 4 0,-1 3 0,1 0 1044,0 4-1426,0 2 1,0 7 0,-1 3-111,1 4 0,6 1 0,2 0 0,1 1-85,0-1 62,1 0 1,4 0 0,0 0-86,0 1 1,6-1 0,3 0 0,4-1-298,1-4 525,7 4 1,-5-7 0,3 5 8,-4-1 0,0-6 0,-1 4-118,0-1 66,0 4 0,-6-8 95,-3 6 0,-4-4 0,-2 3 313,-4-2-448,-3-1 1,-11-5 0,0 0-50,2 0 1,1 0 0,2 0-106,0 0 127,0-6 0,6 3 0,3-7-217,3-1 1,2-2 0,0-1 0,2 0-770,3 0 687,3 0 1,6-1 0,0 1-279,0 0 1,0 4-1,1 1 1,-1-1-1100,0 3 1673,7 0 0,13 7 0,11 0 0</inkml:trace>
  <inkml:trace contextRef="#ctx0" brushRef="#br0" timeOffset="313">27270 10819 8113,'-6'-15'412,"4"8"1,-4-6-1,4 5 1223,-2 0-861,2-4 1,-4 8 311,6-5-326,0 6-602,0-4 1,0 7 0,-2 0-851,-3 0-279,4 7-214,-6-6 0,6 12 0,-2-4-1137,-2 4 2322,0-5 0,12 24 0,0-1 0</inkml:trace>
  <inkml:trace contextRef="#ctx0" brushRef="#br0" timeOffset="314">27426 10833 8113,'15'-16'50,"-7"-9"1,4 15 0,-2-9 491,2 4-235,3 0 1,-6 1 0,1 0 0,-1 0 1019,-1 0-886,-2-1 1,-7 7 0,-4 4 830,-5 2-1188,-2 2 1,-7 2-1,-2 1-65,-1 2 0,5 6 0,-2-2 0,3 4 145,2 1-420,6 0 0,2 0 0,6 1 101,0-1 1,0 5-1,1 0 1,4-2-251,4-1 474,10-2 0,-1-1 1,4-2 27,-2-2 0,4-1 0,-5 3 1,-2-3 7,-1-2-91,-2 6 0,-4-11 0,-2 5 17,-2 1 1,-1-4 0,-7 5 0,-4-2 580,-8-3-597,0-1 1,-12-2 0,7 0-9,2 0 0,-4 0 0,2 0-89,2 0 43,1 0 1,8-6-1,4-4-104,2-3 1,8-2-1,5-3 1,8-2-504,10-2 456,-1-2 1,12-5-1,-7 3-144,-2 2 1,0 3-1,-5 7 1,0 2-1689,-3 2 1004,-5 4 1018,-4 6 0,-39 6 0,-15 2 0</inkml:trace>
  <inkml:trace contextRef="#ctx0" brushRef="#br0" timeOffset="315">27953 10350 8127,'7'-23'16,"4"3"1,-4 7 218,1 4 301,-5-4 0,9 12 720,-2-4-932,-4 16 1,5-2 0,-6 12 0,-2-1 0,-1 4 1125,-2 3-1114,0 8 0,0-4 0,-2 6-21,-2-3 0,0 6 0,-4-2 0,1 3 403,-1 2-505,-2-1 0,1 2 0,1 2 66,1 2 1,-2-1-1,4-3 1,2 2 496,2 1-483,1-6 0,0 1 0,0-6 79,0 0 0,0 4 0,1-7 1,2-2 440,2-1-658,0-7 1,-4-3 0,2-6 376,2 1-238,0-8-95,-5 0 1,0-9-118,0-3 0,0 2 1,0-6-470,0-2-1498,0 4 1,0-5-25,0 2 0,0-2-339,0-3-1105,0 8 3353,0 0 0,-70-12 0,27 7 0,0 1 0</inkml:trace>
  <inkml:trace contextRef="#ctx0" brushRef="#br0" timeOffset="316">20190 10435 8179,'0'-14'-19,"0"4"0,0 1 723,0-2 21,0 4 1,0-1 711,0 4-832,0 2-400,0-4-275,0 6 0,0 1 0,1 4 151,4 5-13,-3-4 1,5 8-1,-3-1 1,2 6-1,2 1 401,3 1-399,-5 4 1,7-3 0,-5 8 107,0 3 1,3-1 0,-5 4-1,0 2 341,1 3-426,-3-8 0,1 13 0,0-11-45,-2 1 0,-1-3 0,-2 4 1,0-1-233,0 0 259,0-4 1,-5 8 0,0-6-30,2 3 0,1-6 0,2 2 1,0-3 10,0-1 16,0-1 1,0 1 0,0-1-60,0 1 1,5-6-1,0-1 1,-2-1 54,-1-4-130,4-1 0,-5-2 1,4 1 105,-3-1-308,-2-6 370,0-2-108,0-6 1,0-2-987,0-2 644,0 2 0,0-11-648,0 4 1,0-4 0,0-1 990,0 0 0,12-64 0,-4 32 0,0-1 0</inkml:trace>
  <inkml:trace contextRef="#ctx0" brushRef="#br0" timeOffset="317">20261 10406 8134,'-7'-7'-194,"6"-6"1,-12 5 0,4-5 0,-2 2 0,0 2 0,1-2 616,-1-2 1,0 4-1,0 1 450,1 1-668,7 3 0,-1 4 1,8 0-1,6 0 348,2 0-424,3 0 0,-1 0 0,0 0 0,0 0 141,1 0-241,-1 0 0,0-2 1,0-1-1,0-2 258,1 2-220,-1 1 0,2 1 0,1-2-49,2-2 1,1 0 0,-1 4 0,5-2 236,3-2-133,8 0 1,-4 0 0,7 1-7,2 0 1,-4 1 0,0 0-1,1-2 114,-1 2-265,-4 2 1,7-4-1,-6 0 72,-1 2 1,0 0 0,-1 0 0,2-2 86,-1 2-144,-2 1 1,3 2-1,0-1 31,-1-4 0,3 3 0,-2-2 0,-2 2 7,-1 2-8,-1-6 1,4 4-1,0-3-12,-1 4 0,-2 1 0,-2 0 0,2 0 13,3 0-7,-3 0 1,7-5-1,-6 0 0,3 2 1,0 2 0,-1 1 0,4-2 27,-1-3-3,-1 4 1,-2-6 0,0 6-19,-1-4 1,-2 3 0,-3-4 0,-2 1 25,-1 1-126,-7-1 0,10 5 0,-3 0 83,2 0 1,3-5 0,-1 0-1,2 2-97,4 2 88,-4 1 0,4 0 1,-5 0 37,-1 0 1,2-5-1,2 0 1,1 2 123,-1 1-132,-2 2 0,-2-4 0,0-1 19,1 2 0,-5 0 0,-1-1 0,1 0 30,-2 1-44,5 1 0,-10 0 1,5-1 8,-1-1 0,3-1-10,-5 5 0,4 0 1,-4 0-1,-1 0-12,-3 0 31,0 0 0,4 0 0,0 0 0,-2-2 0,-1-1 124,-2-2-141,-6 1 1,5 4 0,-4 0 51,4 0 0,2 0-36,4 0 1,-3 0-1,3-2 1,-1-1 84,0-2-143,-2 0 1,11 5 0,-3-1 0,4-2 0,4-2-20,1 2 40,7 1 0,-9-3 0,7 1-19,2 1 1,1-1 0,1 1 0,2-3-21,4-2 44,-4 5 0,11-8 0,-4 4 5,-1 0 0,6-1 0,-4-3 0,3 1 11,2-1 7,0 5 0,-2-5 0,-3 4-8,-4-1 1,1 4 0,0-4-1,0 2 13,0 2-20,-2 3 1,0-4 0,2 0-6,2 2 0,4-3 1,4 1-1,-2 0-25,3-1 19,-4 4 0,14-9 0,-4 7-11,4 0 1,3-2 0,1 1 0,3 2-28,2 2-65,-39-2 1,1-1-1,39 3 1,-39-2-1,-1 1 88,1 1 1,0 0 0,1 1 0,0 0 5,0 0 1,1 0 0,1 0 0,1 0 0,-2 0 0,0 0 0,-1 0 0,-1 0-57,38 0 54,-39 0 1,2 0 0,0 0 0,1 0 0,3 1 0,0-2 0,-1 1 0,0-1 0,-3 0 0,1-1-2,-1-1 1,0 1 3,2-1 0,2 1 0,0 2 0,1 0 0,2 0 0,0 0 2,-2 0 1,1 0 0,-2 0 0,-1 0-1,-2 0 1,0-1 0,1-1 0,0 1-1,4-2 0,-1 1 4,-6-1 0,0 1 0,7 2 1,-1 0-1,29 0 0,-1 0 0,1 0 7,0 0 9,0 0 1,0 0 0,1 0 0,1 0 0,2 0-11,-38 0 1,0 0-6,27 0 0,-25 1 0,-1 0 0,30 2 1,4 2 0,-1-1-6,5-4 1,-7 0 0,0 2 0,-6 1-51,-6 2 52,-4-1 0,2-4 0,-4 0 0,-9 2 0,-8 1-236,-4 2 203,-2 0 1,1-5 0,-3 0-72,-4 0 1,1 0 101,-4 0 0,1 0 1,1 0-1,-4 0-41,-2 0 42,-1 0 0,0 0 1,2 0-1,-1 0 1,2 0 443,1 0-424,0 0 0,6 4 0,-1 1 49,1-2 1,-3 0 0,0 1-1,-4 2-42,-2 2-65,6-5 0,-9 8 0,7-6 55,1-2 1,-3 3 0,0 1 0,0-1-2,0 0 34,-4-1 1,7-5 0,-6 0 15,-2 0 0,4 0 0,-1 0 0,1 0-64,0 0 8,4 0 0,-8 0 0,5 0-5,-1 0 1,-2 0-33,-5 0 1,-4 0 0,-1 0-4,2 0 10,-5 0 0,2 0 0,-3 0-19,4 0-34,-2 0-46,-1 0 1,-4 2 4,2 2 131,-2-2 0,9 6 0,-5-5-10,2 2 1,-3 4 0,3-3 0,0 1-46,0-1 149,1 5 1,1-8-50,-1 7 1,-1-1-1,3 5 1,-3 1 37,-2-1-81,5 0 1,-9 0 0,3 1 16,-4-1 1,4 2 0,0 1-1,-2 3 332,-1 3-331,-2-6 1,0 10-1,0-5 6,0 0 0,4 5 1,1-5-1,-2 2 39,-1-1-50,-2 1 0,4 0 0,1 0 17,-2 1 0,-1 2 1,-2 3-1,2 1 100,2 2-217,-2 1 0,4-4 1,-6 1 111,0 2 1,2 5-18,2-5 1,-2 5 0,3-3 0,-4 0 62,-1 0-49,0-2 0,0 0 0,0 0 1,0-1-1,0-1 173,0 2-185,0 4 0,0-1 0,0-1 15,0 0 1,0-4-34,0 7 0,0-5 1,0 4-1,-1-3 10,-4-2 0,3-7 0,-4-1 0,1 0-138,1-2 115,-7-2 0,7-10 0,-3-1 0,-1 1 3,0-2-411,5-2 255,-4-6 140,7 0 0,0-2 97,0-2 0,-1 2 15,-4-3 106,-3 4 1,-11 1 0,-1 0-76,-3 0 0,-2 0-101,-8 0 0,-3 1 0,-10 2 1,-5 4-67,-6 1 0,-3-4 0,2 6 0,-4-1-173,-4-1 179,-10 5 1,4-5 0,-6 4-260,1-2 0,4 1 207,-3-6 0,5 1 0,3-3 0,3 2-77,2-2 153,-5-1 1,-3-2 0,-8 0 0,-1 0 0,-1 0 44,40 0 1,0 0-42,-1 0 0,0 0 0,-4 0 0,-1 0 0,1 0 0,0 0 0,3 0 0,-1 0 0,3 0 0,-1 0-6,-1-1 0,0 2 1,0 1-1,0 0 1,-1 1-1,1-1 1,-1 0-1,1 1-7,1 0 1,0 0-13,-2-2 1,0 0 0,0 4 0,1 1-1,-2-3 1,0 0 0,2 0 0,0 0-1,3 1 1,0 0-416,-36 4 448,-3-5 1,6 4 0,-3-7-7,4 0 0,1 1 45,0 4 0,-7-3 1,38 1-1,0 0 1,-3-1-1,0 1 174,-2-1 1,0 0-183,2 4 1,-1 0 0,-1-3 0,0 1 0,4 3-1,0 1 1,0-2 0,0 0 0,-1 0 0,-1-1-60,-1 0 1,-1 0 20,0-1 0,0 1 0,-34 9 0,5 1 0,6-3 0,5-1-100,0-1 81,11-1 1,-10 1 0,10-2 30,-3-2 0,-2 0 5,0-1 0,0-2 1,-2 5-1,-1 0-15,-1 0 0,-9-5 1,1 2-1,-5-2-106,-1 2 68,3-4 0,1 6 0,-1-7 39,1 0 0,2 0 30,3 0 1,2 0-1,7 0 1,-1 0 133,-4 0-84,10 0 1,-8 0 0,11 0 0,-1 0 0,-6 0 582,-4 0-603,2 0 1,-7 0-1,5 0-220,-1 0 0,-7 0 46,1 0 1,9 0-1,3 0 1,4 0-79,5 0 233,2 0 0,1 0 0,2 0 0,2 0 1,1 0 54,-2 0-42,-1 0 0,-1-5 1,-1 0 309,0 2 1,5 1-346,0 2 1,-4 0-1,-7 0 1,-2 0-413,-2 0 391,-3 0 0,-1-4 1,1-1-1,-1 2 0,0 1-258,0 2 231,0 0 1,-1 0 0,-2 0 20,-2 0 1,0 0 0,7 0-1,1 0 146,2 0-116,0 0 1,2 0 0,2 0 29,4 0 0,1 0 0,1 0 0,1 0 64,3 0-80,-3 0 1,11-1 0,-4-3 81,4 0 0,2-1 0,-1 5 0,-1 0 170,-3 0-327,3-6 0,-6 4 0,4-3-99,-1 4 0,-2 1 0,4 0 1,-2 0-172,1 0 137,-4 0 0,4 0 0,-4 0 103,1 0 0,2 0 0,3 0 0,0 0-159,1 0 227,-2 0 0,9 0 1,-7 0 81,1 0 1,1-5 0,2 0-1,3 1 123,1-3-184,2 6 1,5-6 0,0 6 47,-1-4 1,6 3 388,-1-2-495,7 2-397,-3 2 28,6 0-11,0 0 492,-6 0 0,2-1 135,-5-4-16,6 3 1,-5-6 0,3 4-32,-4-6 1,1-3 0,-3-1 0,-3-2 163,-4-2-249,-7 2 1,8-6-1,-6 4-9,3-1 0,-4 0 0,4 5 1,-1 1 128,1 4-177,1-4 1,9 7 0,2-5-97,2 2 0,0 5 0,2-2-630,0 0-821,-1 4 0,7-6 544,2 3 1,4 4-16,6-4 1,-4 2 1001,-1-2 0,13-15 0,8-10 0</inkml:trace>
  <inkml:trace contextRef="#ctx0" brushRef="#br0" timeOffset="318">22095 10193 7878,'-8'0'812,"2"-1"-199,6-4 1,0 2-1,-2-5 471,-3 1 84,4 3-324,-6 4-590,7 0 1,0 1 419,0 4-516,0-3 1,0 10-30,0-2 0,0 2-92,0 3 1,0-1-1,0 0 1,0 0 146,0 0-90,0 1 1,0-1 0,0 2 0,0 1 0,0 2 341,0-2-401,0 6 0,5-8 0,0 6 6,-2-1 0,-1-2 0,-1 4 0,2-2-45,2-2 72,0-2 0,-5 3 0,0-1-85,0 0 1,5-2-1,-1-2 1,-1 0 163,-1 0-103,-2 1 0,2-1 0,1 0 8,2 0 0,-1 0 0,-4 1 0,0 0-85,0 4 87,0-3 1,0 5-1,0-7 41,0 0 0,0 2 1,0 1-1,0 2 251,0-1-363,0 4 0,0-5 0,0 5 128,0-1 1,0-1-1,0-1 1,0 3 175,0 0-174,0-1 0,0-2 0,0 0-118,0-2 1,0 4 0,0-2 0,0-2-212,0-1 189,0-2 0,0 2 0,0 1 69,0 2 1,0 0-1,0-5 1,0 1 187,0-1-193,0 6 0,0-4 0,0 3 91,0-3 1,0-2 0,0 2 0,0 1 251,0 2-310,0 0 0,0-4 0,0-1-43,0 0 0,0 0 0,0 0 0,0 1 54,0-1-7,0 0 1,5 0 0,0 0-9,-2 1 0,-2-1 0,-1 0 0,0 0-15,0 1 14,0-1 1,0 0 65,0 0 1,2 0 0,1 1 274,2-1-336,0-6 0,-5 0-19,0-4 1,0 0 23,0 5 74,0-6-125,0 3-40,0-6-217,0 7-27,0-6-604,0 6 443,0-7-9094,0 0 7690,6 0 1208,-4 0 617,10-7 0,20-12 0,7-7 0,8-5 0,0 0 0</inkml:trace>
  <inkml:trace contextRef="#ctx0" brushRef="#br0" timeOffset="319">20602 10534 7946,'0'-8'69,"5"-4"1,-1 2 896,0-2-69,-3 4-185,-1 2-646,-6 6 0,-2 0 0,-5 1-86,4 4 0,-4 1 1,5 5-1,-1-1-41,-1 1-26,7 1 0,-8-2 1,6-1 62,2 2 0,2 2 14,1 1 1,0 0 0,0 1 1,0-1 117,0 0 0,1-1 1,4-2-1,4-3 1,4-2 518,1-3-466,1 5 1,0-6 0,3 2-27,1-2 1,0 3 0,-5-1 0,0 1 126,0 1-137,0-4 0,-1 6-48,-3-3 1,-4 3 0,-8 6 236,-2 0-296,-4-6 0,-8 3 1,-3-5-140,-5 2 0,2-3 1,-2 3-1,1-2-347,1-3-392,-5 5 1,11-6-73,-3 3 1,10-5 930,4-5 0,60-28 0,-19 10 0,-1 0 0</inkml:trace>
  <inkml:trace contextRef="#ctx0" brushRef="#br0" timeOffset="320">20844 10577 7959,'0'-8'946,"0"2"1,0 4-116,0-3-285,0 4 1,-2-5 309,-3 6-464,4 6 1,-6 2 0,7 6 238,0 0 1,-1 0-449,-4 1 0,4 4 1,-4 0-1,3 0 406,2 1-587,0-4 1,0 4 0,0-5 0,0-1 243,0 0-217,0 0-255,0-6 0,-1-2-283,-4-6 218,3-6 1,-4-6 0,6-9-33,0-1 1,-5-2 0,1-6 0,0-1-570,3-3 730,1 1 0,5 0 1,1 1-11,2 6 1,1 4 0,5 7 0,1 3 51,-1 2 210,0-2 0,0 10 0,-1-1 80,-4 6 0,2 5 1,-4 6-1,-1 0 674,0 1-696,-1 5 0,-5-4 0,-1 4-3,-4 1 1,-3-5-1,-6 3 1,0-4 39,-1 0-182,1-1 1,0 0 0,1 0-247,4 1 1,-2-1 0,6 0-224,2 0 578,1-6 0,10 3 0,5-6-22,4-2 0,8-1 0,-1-2 0,3 0 214,1 0-304,1 0 0,-7 0 1,-2 0-489,1 0 0,-5 0 0,3 0-1323,-3 0 1174,-2 0 1,0 0-2081,0 0 2717,0-7 0,13-39 0,3-15 0</inkml:trace>
  <inkml:trace contextRef="#ctx0" brushRef="#br0" timeOffset="321">21313 10520 7959,'-8'-6'70,"2"-2"0,1-2 0,-1 3 1882,-2 0-1439,5 3 0,-9 2 0,6-1-34,-2-2 1,3 0 0,-2 7 0,-1 3 672,0 4-970,5 4 0,-8 3 0,4 1 12,-1 2 0,5 1 0,-2-2 0,4 2-130,1 2-35,0-4 1,1 4 0,4-6-142,5-2 0,2 3 0,3-9 0,0 0-577,4-3 446,-3-4 1,11-1 0,-3 0-125,2 0 1,-3-4 0,-4-3 0,-4 1-751,0 0-1435,-1-5 2552,0 3 0,-57 6 0,-14 4 0</inkml:trace>
  <inkml:trace contextRef="#ctx0" brushRef="#br0" timeOffset="322">20773 11174 7955,'-8'-20'432,"-5"4"0,10-5 1513,-7 7 171,7 6-896,-3-5-1073,6 18 0,0-3 0,0 12 1,0 2-1,0 1 1017,0 2-1042,0 0 1,0-9-1,0-1-90,0 2 1,0 2 0,0 1-217,0-6-133,0-2 1,0-7 0,0-4-537,0-5 668,0-2 1,0-9 0,0-2-4,0-4 0,0-2 0,0 1 1,1 1 362,4 3-60,-3 4 1,10 6 0,-2-1 40,3 1 0,1 6 1,0 3-1,-1 5 631,-4 5-598,4 3 1,-7 8-1,5 1 65,-1 2 1,-6 5-1,4-5 1,-1-2 217,-4-1-576,-2 5 0,-1-10 0,2 3-605,3-2 0,-4-4-202,4 2 794,-3-7 0,-2 2 1,0-10-43,0-4 0,1-4 0,2-1 0,4-2-115,0-3 235,-3 3 0,8-6 1,-4 5 126,0-2 0,5 0 0,-4 6 375,4 4-339,1-4 1,-4 11-1,-3-1 194,0 6 1,-1 1-1,-3 5 1,2 4 1134,-2 4-1145,-1-1 1,-2 4 0,0-5 236,0-1 1,0 0-722,0 0 0,0 0 0,0 1-1208,0-1-941,0-6-530,0 4 1145,0-10 0,6 4 1710,3-6 0,4-19 0,1-4 0</inkml:trace>
  <inkml:trace contextRef="#ctx0" brushRef="#br0" timeOffset="323">21185 11060 7955,'0'-8'564,"0"1"1492,0 2-1004,0 3 1,0-6 1819,0 4-1844,0 2-679,0 8 1,0 4 0,0 9 0,0-2-65,0 2-363,0-3 0,0 4 0,0-5-411,0-1 268,0 0 1,0 0-723,0 1 399,0-8 1,0-2-506,0-10 811,0-9 1,0-8-1,1-6 212,4-1 0,-2 1 0,7-1 1,1 3-149,2 2 496,1-3 0,0 16 0,0-2-84,0 5 0,1 4 0,-1 4 0,0 3 701,0 6-696,0 1 0,-1 17 1,-2-4 119,-1 4 1,-7-3 0,3 0-1,-1-1-435,0-1-441,-1-1 0,1-7-1423,0 0-516,0 1-888,-5-8 2847,0 0 1,-7-7 0,-2 0 492,-4 0 0,-52-38 0,27 14 0,-1 0 0</inkml:trace>
  <inkml:trace contextRef="#ctx0" brushRef="#br0" timeOffset="324">21213 11131 9556,'0'-7'3720,"7"0"-3103,1 7-802,6 0 1,0-1-1,0-2 1,0-2-2632,1 2 2513,-1 1 0,5 2 0,0 0-1641,-2 0 1944,-1 0 0,21-13 0,10-6 0,3 0 0,1-1 0</inkml:trace>
  <inkml:trace contextRef="#ctx0" brushRef="#br0" timeOffset="325">21697 10975 7955,'-7'-14'290,"4"4"835,-6 1-649,6 6 0,-10-4 1,3 7-1,-2 0 0,-2 2 1816,-1 3-1893,1 3 1,0 6 0,0 0 4,0 0 1,-1 2-1,3 1 1,1 2-103,1-1-179,7-2 0,-3-2 0,6 0-34,0 0 1,6-4-161,3-1 0,10-6 0,5 2 0,3-3-1573,1-2 959,1 0 0,-5-5 0,-1-1 0,1-1 0,0 1-2296,-1 3 2981,-5 1 0,-29-36 0,-15-9 0</inkml:trace>
  <inkml:trace contextRef="#ctx0" brushRef="#br0" timeOffset="326">7408 12155 7952,'0'-14'410,"0"6"1,-2-3 0,-1 5 0,-2-2 2202,2-3-2159,2 4 0,1 3 0,0 8 334,0 6-660,0 2 1,0 3-1,0-1 1,0 2-1,0 1 35,0 2 0,0 0 0,0-5-265,0 0 156,0 1 1,0-6 158,0 1 0,1-3 70,4 3-325,-3-4 1,4-9-1,-6-5-173,0-6 1,0-5-1,1 0 1,3-5-314,0-3 368,1-1 1,0 0 0,0 1 101,-2 3 1,3-1-1,0 6 1,2 3-182,3 5 246,-4 5 0,5 1 0,-2 0 211,2 2 0,3 9 0,-1 7 0,0 6 1029,0 3-876,-6-5 0,3 10 0,-4-5 35,0 1 0,-3 2 0,2-6 0,-1-2-223,-1-1-186,1-2 1,-5 0-586,0 1 360,0-8-158,0 0 0,0-18-27,0-4 0,0-8 0,0-1 1,0-3-746,0-1 318,6 6 0,-2-5 1,5 5 409,2 0 0,-3-4 1,2 7-1,1 2-51,1 1 402,-4 8 0,5 0 0,-4 5 354,4-1 0,-4-1 1,1 5-1,-1 1 1487,-1 4-1375,5 3 1,-7 6-1,4 2 416,-6 3 1,3-3 0,-3 4 0,1-1 1483,2 0-1924,-6 0 0,5 0 0,-6 0-17,0-2 0,2-1 0,1-2 54,2 1-1084,0-1-638,-5-6-52,0-2-1537,0-6-1824,0 0 2428,0-6 2307,6-2 0,2-44 0,6-10 0</inkml:trace>
  <inkml:trace contextRef="#ctx0" brushRef="#br0" timeOffset="327">8033 12013 8475,'8'0'5972,"-1"0"-5204,-7 0 512,0 0 1,4 1-332,1 4 0,0-2 0,-5 7 0,0 1 1026,0 2-1691,0 7 1,0-3-1,1 6-34,4-3 0,-3 5 0,4-1 0,-1 1 172,0-1-293,-1-3 1,1-2-370,0-1 1,1 0 0,-3-7-538,2-2 195,0-5 0,-5 0 102,0-8 1,1-4 0,3-7 0,0 1-993,-1 0-269,-1 0 1,3 0 0,-1-1 1740,0 1 0,-53-38 0,17 21 0,0 0 0</inkml:trace>
  <inkml:trace contextRef="#ctx0" brushRef="#br0" timeOffset="328">21014 11530 7898,'0'-15'979,"0"7"1,0-4 0,-1 2 688,-4-2-1482,3 10 1,-9 0 0,7 17 0,0 4 0,3 3 0,1 1-1,0 3 1,0 1 0,0 1 1147,0 0-1355,0-5 1,0-1 0,0-5 0,0 2-599,0-2 728,0-1-97,0-8 1,0-3-1,0-10-28,0-4 0,-2-10 0,-1-3 0,-2-2 49,2 0-23,2 0 0,1-2 1,0 0 48,0 3 1,4 5 0,3-1 0,1 4 66,3 0-156,1 7 1,2 2 0,1 6 135,-1 0 0,0 6 0,2 5 1,1 5 804,2 3-712,-6 6 1,0-4 0,-6 3 84,1-5-346,-1 3 0,-3-6 0,1 3 0,-2-4-557,-1 0-136,-2-8 0,6 0-100,4-7 706,2-7 1,-2 0-1,-1-9 1,2-2-1,2-1 118,1 2 53,0 1 1,1-1 0,-3 1 238,-2 3 1,2 4-1,-2-1 368,2 6-486,3 2 1,-6 4 0,-1 2 244,-2 6 1,1 4 131,-3 5 1,-2-1-1,3 4 1,-4-2 1041,-1-2-1471,0 4 0,0-7 0,0 4 1,0-3-1,0-2-139,0 1-2269,0-7-1487,0 4 2420,0-10 1,2 4-262,3-6 970,-4 0 0,7 0 0,-5-2 0,2-2 675,-2-6 0,37-59 0,-17 26 0,1 0 0</inkml:trace>
  <inkml:trace contextRef="#ctx0" brushRef="#br0" timeOffset="329">21611 11615 7898,'0'-8'33,"0"-5"272,0 4 386,0 2 0,0 0 1098,0 2-417,0 3 154,0-4-646,0 6 0,0 6 0,0 4 902,0 2-1436,0-4 1,0 5 0,0-4 0,0 4 898,0 1-1136,0 0 0,0 1-353,0-1 60,0 0 1,5-4 0,0-1-1173,-2 2 204,-1-5 0,-2 7-2323,0-3 2883,0-4 1,0 2 0,1-5-2236,4 2 2827,-3-1 0,-28-23 0,-13-4 0</inkml:trace>
  <inkml:trace contextRef="#ctx0" brushRef="#br0" timeOffset="330">22408 10478 7804,'0'-15'197,"0"7"1,0-4 0,0 2-1,0-2 1,0-3 0,0 1 1342,0 0-1105,0 6 1,0 0 0,0 7-1,0 1 1,0 6 332,0 5-597,0 10 0,0 1 0,1 6 0,2 1 0,2-1 89,-2 0 1,-1 1 0,-2-1 0,0-1 85,0-3-278,0 3 0,5-12 1,-1 4-217,-1-3-844,-1-2-990,-2 1 0,0-9-1013,0-6 2615,0-6 1,0-9 0,0 1 379,0 0 0,0 0 0,0 0 0,0-2 0,0-3 0,0 3 0,-5-9 0,1 6-49,0 1 1,3 3 0,-1-1-1,-1-2-69,-2-1 722,1 1 0,4 3 1,0 1 321,0 0 1,0 0 169,0-1-937,6 1 1,2 5-1,6 1 14,0 2 1,0 2 0,2 8-1,3 2 487,5 2-547,-4 8 1,6-1 0,-7 6 20,-2-1 0,-1-4 0,-2 5 0,-1-2-28,-4 0-65,-2 0 0,-7-4 0,0 3 30,0 1 1,-8 0 0,-5-7 0,-6-1 100,-3-1-358,-2-1 1,-3-1-1,2-1-189,1-1 0,7-5-230,-2 4 0,3-3 1,2-2-1714,0 0 1749,6 0 1,3 0-1,10 0 569,4 0 0,36-13 0,8-3 0</inkml:trace>
  <inkml:trace contextRef="#ctx0" brushRef="#br0" timeOffset="331">22848 10463 7804,'0'-14'186,"0"0"0,0 0 0,0-1 718,0 1-353,0 6 1,-6-4 0,-3 4 763,-4 0-1110,-1 2 0,1 7 1,2 4 9,2 4 0,-1 4-136,-4 1 0,4 0 0,2 1 0,2-1-245,3 0 148,1 0 0,2 5 0,2 0 0,3-1 1,4-3 52,4 0 50,1-1 1,2 0 0,1-1-26,2-4 0,0 4-28,-5-4 1,1-1 0,-1 0 0,-2 0-10,-2 0 0,1-3 412,-6 4-415,-7-6 1,-6 4-1,-8-7-127,-3 0 0,-1 0 0,-5 0 1,3 0-836,1 0 20,2 0 0,5 0-503,0 0 0,1-7 1425,3-2 0,55-35 0,-14 17 0,1 0 0</inkml:trace>
  <inkml:trace contextRef="#ctx0" brushRef="#br0" timeOffset="332">22934 10463 7804,'0'-9'-48,"1"-1"0,4-1 0,-3 3 604,2-1 1,-1 1-1,2-3 1,5 3 652,2 2-1057,9-5 0,-4 9 1,7-3-1,1 4 0,2 1 444,1 0-937,1 0 0,-2 0 0,-4 0-1447,-4 0-321,-3 0 1726,-8 0 1,-8 0 0,-9 0 382,-4 0 0,-6 0 0,-1 0 0,-1 0 0,0 0-84,2 0 0,5 0 72,0 0 1,5 0 1948,-1 0-1073,1 0 0,1 1-237,3 4 1,3-2-1,2 7 1,0 1 724,0 1-690,0-4 0,0 10 0,0-4-226,0 2 0,0 0 1,2-2-1,1 2 440,2 2-856,0-2 0,-1 5 1,1-7-11,-2 0 0,0 0 0,2 1-327,5-1-123,-4-6-812,0 4-627,1-10 495,-6 4-2258,5-6 3642,-6 0 0,-12 0 0,-4 0 0</inkml:trace>
  <inkml:trace contextRef="#ctx0" brushRef="#br0" timeOffset="333">22436 11089 7807,'0'-14'278,"0"4"0,0 1 907,0-2-632,0 4 0,0 3 254,0 8 1,0 4-481,0 6 0,0 1 1,0-1-71,0 0 1,0-4-198,0-1 1,0-4 123,0 4 230,0 1-281,0-2-493,0-2 173,0-6 1,0-2 92,0-2 1,0-4 0,0-8 0,0-1-161,0-2 246,0-7 1,0 9 0,0-5 0,0 1 0,2 4-91,2 1 117,-2 8 0,11-3 206,-4 6 1,4 2 36,1 8 1,0 3 0,-1 6-1,-2 2 710,-2 3-858,1-3 0,-1 6 0,-1-5 0,-2 2 0,-1-2 370,2-1-573,-6-2 1,5 1-135,-6-1-813,0-6 822,0-2 0,5-17 0,0-3-2,-2-2 130,-1-6 0,2 5 1,3-7 106,1-1 1,0 2 0,3 1 0,-2 2 66,2 2 66,-5 3 1,7 2 52,-3 4 1,2 2 0,2 9 582,1 3-589,-7 2 0,3 8 1,-7 0 153,-1 4 0,1-3 1,-1 5-1,2-2 282,-2 0-497,-2 0 0,-1-5 0,0 0-377,0 0 0,0 0-816,0 1-2524,0-7 2490,0 4 0,2-10 1,3 3-1,4-4 1087,4-1 0,39-50 0,-21 18 0,-1 0 0</inkml:trace>
  <inkml:trace contextRef="#ctx0" brushRef="#br0" timeOffset="334">23005 10932 9832,'-8'-6'4538,"2"5"-3717,6 1-343,0 14 1,0 2 0,0 2-1,0-2 1,0 0 943,0 3-1254,-7-3 0,6 4 1,-4-5-108,3-1 0,2 0-659,0 0 463,0 0-269,-6-6 1,4-3-436,-2-10 446,2-3 1,2-10 0,0-3 0,0-1 0,2-2 0,1-4 0,2-1-594,-2 1 1038,5 6 1,-5 1-89,6 7 1,1 1 0,4 4 210,0 4-61,0 10 0,1 3 0,-1 8 261,0 3 1,-1-2-1,-2 5 1,-2 0 571,2 0-896,-4-4 0,4 2 0,-5-6-848,2 1 1,-3-1 0,3 0-2307,-2 0 462,-1-6 1823,1 5 0,-6-12 818,0 4 0,-32-29 0,-14-7 0</inkml:trace>
  <inkml:trace contextRef="#ctx0" brushRef="#br0" timeOffset="335">23033 11075 7807,'-8'0'1882,"0"-5"-836,4 0-141,2 0 0,-3 4 1047,10-4-1825,3 3 0,8-4 0,1 6-553,2 0 1,6-1-450,-1-4 0,1 3 0,-1-2 0,-3 2-2736,-1 2 2925,-4 0 686,4-6 0,7-15 0,3-9 0</inkml:trace>
  <inkml:trace contextRef="#ctx0" brushRef="#br0" timeOffset="336">23374 10918 7828,'0'-8'3765,"0"-4"-3200,-6 4 1,3 0 208,-7 3 0,1 4-455,-5 1 0,0 6 0,-1 5 0,1 5 34,0 3 0,0 4 0,-1-2 1,3-1-241,2 1-234,4 4 0,6-9 1,0 3-1,2-3 0,2-2-352,6 0-51,9-6 1,3-2 0,6-6 20,1 0 0,-1 0 0,1-1 0,-1-2-952,0-2 1455,-5-6 0,-28-54 0,-4 23 0,0-1 0</inkml:trace>
  <inkml:trace contextRef="#ctx0" brushRef="#br0" timeOffset="337">10266 10136 7881,'-15'-8'182,"6"-3"1,1 5-1,0 0 1,2-2 459,0 0 0,-4 3 1,4-3 93,-2 2-589,-2 1 0,1 5 0,-1 0 0,-1 0 221,-1 0 0,-3 0-231,1 0 1,0 5 0,0 1 0,-2 2 10,-3 3 0,2 2 1,-5 1-1,1 0 117,4 1-271,-5-1 1,6 2 0,-3 1 84,3 2 1,7 0-1,1-5 1,1 2 174,4 3-267,2-3 1,1 4 0,1-6 32,4 1 1,-2 4-1,5-1 1,0 0-145,0-2 147,1-2 0,4 0 0,-2 2-65,-2 3 1,-4-3 0,5 3 0,-1-4-43,-1 0 87,5-1 0,-5 5 0,6 0 24,0-2 0,2-6 0,1-3 0,4 0 116,1 0-30,-5-5 0,8 3 1,-4-6 50,1 0 1,0-1-1,3-4 1,-2-4 41,-3-4 44,-1-1 1,-5-1-1,2 1-17,3 0 0,-3-2 1,3-1-1,-3-4 690,-2-1-676,0 5 0,0-10 1,0 3-97,1-3 0,-6-3 0,-1-3 0,0-5-190,0-3 13,-5 5 1,3-5-1,-7 3-173,-4-3 0,-3 3 0,-8 3 0,-3 4-942,-4 4 934,2 8 1,-10 0 0,1 9-288,-5 6 1,2 2-222,-5 2 0,1 2 0,-2 2 1,3 7-2478,1 7 2509,8-2 683,6 10 0,7 16 0,0 10 0</inkml:trace>
  <inkml:trace contextRef="#ctx0" brushRef="#br0" timeOffset="338">22621 11530 7797,'8'0'2659,"0"4"-317,-4 1-1890,-2 6 1,4-8-1,-4 5 1,1 0-1,2 0 1,-2 3 440,-1 2 1,-2 1-732,0 0 0,0 0 1,0 0-306,0 1 226,0-7 1,0-1 6,0-2-175,0-3 1,0 3 0,0-10 0,0-5-491,0-2 468,0-3 1,0 0-1,0-3 1,0-2-1,1-1-660,4 1 703,-4-6 1,10 11-1,-4-3 26,1 7 0,-4 0 0,6 6 0,1 1-98,2-3 302,1 6 0,-3-1 0,0 8 33,0 2 0,5 3 1,-8 7-1,1 1 502,1-2-562,-1-1 1,-1-2-1,-3 0-256,-4 1 0,1-1-715,3 0 500,-4-6 220,6-2 1,-7-7 0,1-4 0,4-5-434,4-2 463,4-2 1,6-5 0,0-2 94,-2-1 0,4 5 1,-2-2-1,-2 3 77,-1 2 330,-2 6 1,0 0-186,1 3 0,-3 5-1,-2 0 1,-6 8 1273,-2 5-1153,-2 7 1,0-2-1,0 4 37,0-2 0,0 4-1,0-5 1,0 0-85,0 1-283,-6-4 1,4 5-875,-3-7 1,4 0-2826,1 0 1841,0-6 1,0 0-1477,0-3 3310,0-4 0,12-20 0,4-12 0</inkml:trace>
  <inkml:trace contextRef="#ctx0" brushRef="#br0" timeOffset="339">23275 11572 7903,'0'-14'347,"0"6"1,1-5 2192,4 4-1871,-3 3 0,6-2 169,-4 3 1,4 3-473,7-2 1,-1 2 0,0 2-10,0 0-255,0 0 0,-4 6 1,-2 4-1,-2 3 0,-1 1 442,1 0-541,-4 0 0,4 5 0,-8 0 19,-2-2 0,1 4 1,-5-2-1,0-2 195,0-1-139,5-2 1,-5 1 0,5-1-72,-2 0 1,0-5 0,7-1 0,4-1 602,8-4-441,7-2 0,9-2 0,3-4 59,5-4 0,-3-4 0,-2-1 1,-3 0 588,-2-1-1089,-6 1 0,-6 6-336,-6 3 0,-10-1 1,-3 3-1542,-10 5 712,-11-2 1,2 14 0,-6-2-282,-1 6 1718,1 1 0,-19-11 0,-10-2 0,-5 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09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830 702 8086,'-12'-10'-218,"-7"8"251,5-5 28,-5 5 1,5 2-339,0 0 179,9 0 0,-7 0 50,5 0 118,-5 0-20,-9 0 9,0 0 1,-1 0-35,1 0 0,7 7-32,0 0 1,7 2 60,-7-2 0,-1-4-76,-6 4 1,7-2 19,0 2 1,2-3-7,-2 10 1,-5-6-2,5 6 0,2-7-8,-2 7 0,2-7 37,-2 7 1,-5-7-10,5 8 1,2-4-42,-2 3 1,7 5 39,-8-4 0,4 3 110,-3 4 0,2-1-116,5 0 0,2 3 5,-9 4 1,7-4 31,-8 4 1,8 3 2,-7-3 1,7 3 8,-7-3 1,7-4-3,-7 4 1,7-2-80,-8 2 0,8-4 44,-7 4 1,7-4-8,-7-3 0,7 0-17,-7 1 1,7-1-1,-8 0 1,8 0 0,-7 1 1,10-1-10,-4 0 0,-1 8-23,2-1 1,0 0 35,7-7 1,0 8-44,0-1 1,0 0 65,0-6 0,0 1 3,0 6 1,0-6 6,0 6 0,0-6 9,0-1 0,0-1-47,0 0 1,0 3-1,0 4 0,0-4 6,0 4 0,7-4 12,0-3 1,0 7-203,-7 0 1,7 3 162,0-3 0,0-4 59,-7 4 0,3-4-48,4-3 0,-5 3 3,5 4 0,-2-4-27,2 4 0,-2-4 3,9-3 1,-9 0 263,2 1-186,5-1 1,-3 0 111,5 0 0,5 1-68,-5-1 0,-2 0-221,2 0 155,0 1 1,8-1-6,-1 0 0,-2 0-11,-5 1 1,5-8-14,-5 0 1,5 0 13,2 7 11,0-9 1,1 5-33,-1-10 0,-7 7 21,0-7 1,0 2 119,8-1 0,-1-6-114,0 5 0,0 2 2,1-1 0,-1 1-7,0-2 0,7-5-2,1 5 0,-1-4-4,-7-3 0,8 0 2,-1 0 1,0 0 23,-6 0 0,-1 0-5,0 0 1,0-3-21,1-4 0,-1 3 16,0-10 1,0 6 9,1-6 1,-1 7 3,0-7 0,-7 2 4,0-2 0,1-5 64,6 5-47,0-5 1,0-2 26,1 0 0,-1 6 50,0 1 1,0 0-42,1-7 1,-8 0 1,0-1 0,0 1 5,7 0 0,-2 0-32,-5-1 0,3-6 6,-10 0 1,3-3 31,-3 3 0,-5 2-6,5-10 1,-5 8-97,-2-8 0,0 8 73,0-7 0,0-1-28,0-6 0,0 6 65,0 1 0,0 2 4,0-3 0,0-1-76,0 8 1,0-6 10,0 7 0,0-8 63,0 8 1,0-8 125,0 8 1,0-3-133,0 3 0,0-3-15,0-4 1,0-3-145,0 10 1,0-8 74,0 8 1,0-7-25,0 6 1,0-1-1,0 1 1,0 6-124,0-6 0,-2-4 111,-5-2 0,5 2 11,-5-3 0,2 8-36,-2-7 1,2-1-22,-9-6 0,7 2-114,-7 4 0,6-4 2,-6 5 0,0-6-207,-7-1 0,0 2 43,-1 4 0,-1-1-95,-6 8 0,3-6-20,-9 6 0,7 8-177,-8 7 632,10 9 0,-70-4 0,44 9 0,0 0 0</inkml:trace>
  <inkml:trace contextRef="#ctx0" brushRef="#br0" timeOffset="908">1276 638 7959,'2'-12'5,"5"5"-20,-4-5 102,6 10 154,-9-17 1,0 14 125,0-9 24,0 10-201,0-15 1,3 9-119,4-4 1,-3-2 97,10 8 0,1-8-166,6 2 0,10-5 38,4-2 0,8-3-141,6-4 0,-2 4 7,10-4 0,-3-3 73,3 3 0,2-3 45,-9 3 1,-3 4-17,-12-4 0,3 4 4,-10 3 0,-6 0-45,-8-1 1,-9 8-46,2 0 138,-5 9-107,-2-4 0,-2 2-329,-5 0 258,-5 0 0,-17 7-194,1 0 1,0 0 133,6 0 1,-6 0 41,0 0 0,-1 0 51,8 0 0,0 0-4,0 0 0,7 0 140,-1 0-52,11 0 0,-6 2 129,10 5 0,3-5 4,4 5 1,4 3 158,11-3 0,1 7-115,6-7 1,1 7-53,6-6 1,-6 6-67,-8-7 1,4 9-2,-5-2 0,5-4-187,-12-3 0,-2 2-120,2-1-383,-9 8 290,4-4 0,-11 7 341,-5-5 0,-62 14 0,-23-4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11.4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6907 2147 7966,'0'-21'244,"0"0"-68,0 0 1,0 6-186,0 1 0,0 7-104,0-7 1,0 9 0,0-7 149,0 5 44,0 5-58,0-7-273,0 9-249,0 0 457,0 9 137,0-7 14,0 17-71,0-16 0,0 8 91,0-4-191,0-4-23,0 6 85,0-9 0,28-19 0,8-4 0</inkml:trace>
  <inkml:trace contextRef="#ctx0" brushRef="#br0" timeOffset="650">10456 596 7918,'0'-21'71,"-7"-1"388,0 1-284,0 0 1,7 7 88,0 0 0,2 7-163,5-8 1,-2 8 40,9-7 1,0 7-29,8-7 0,1 7 2,5-7 1,-4 9-202,4-2 0,-4 4 143,-3 3 1,1 0-333,-1 0 248,0 10 0,-7 2-87,0 9 0,-9 3 78,2 4 1,-4-5 27,-3 6 0,-10-6 0,-4-1 0,2 6 9,-2 0 0,0 1 0,-7-8 0,-1 0-13,1 0 1,0 1 6,0-1 0,-1-7-39,1 0 1,2 0-63,5 8-18,-5-1 1,10 0 110,-6 0 1,6 1 67,9-1-83,-9 0 0,6 0-2,-4 1 1,7-1-148,7 0 1,-2-7-233,9 1 1,-7-1 407,7 7 0,10 0 0,9 0 0</inkml:trace>
  <inkml:trace contextRef="#ctx0" brushRef="#br0" timeOffset="792">10499 1446 8506,'11'0'2447,"-1"9"-1905,-10-6-889,0 6-1152,0-9 1499,0 0 0,-57-56 0,22 20 0,-1 1 0</inkml:trace>
  <inkml:trace contextRef="#ctx0" brushRef="#br0" timeOffset="2844">0 341 8007,'33'0'-1005,"-2"-7"998,-10 0 1,-2-3 1084,-5 3-646,-4 5-192,-10-8-271,0 10 311,0 0-175,0 10 0,0-5 24,0 9 0,0 0-2,0 7 1,0 0-53,0 1 1,0 1-101,0 6 0,0-3-55,0 9 1,-3-7 103,-4 8 0,5-1-93,-5 8 1,4 2 44,3 4 0,0-4 14,0 5 0,0-3 56,0 2 0,0-1 0,0 8 1,0-1-74,0 1 1,-7 3 9,0-9 0,0 9-38,7-2 1,0-5 67,0-3 1,-7-2-128,0 3 1,0-5 66,7 4 1,-7-4 26,0-2 1,0-1 14,7 1 1,0 2-6,0 4 1,0-2 26,0 10 0,0-7 108,0 6 0,0-6-117,0 7 1,0-1-4,0 8 1,0-3 7,0-4 0,0 5 2,0-6 1,0 3-13,0-2 1,0 2 16,0-9 0,-7 6-10,0-6 0,-1 6-15,8-6 0,0 7 18,0-8 0,0 10 54,0-2 0,8-5-78,-1-2 0,2 1-2,-2-1 0,-2 9 1,9-2 0,-7-5-5,7-3 0,-7 3-18,8-2 1,-11 9-92,3-2 0,3-6 89,-3-1 1,0 2-10,-7-2 1,2 2 131,5-3 1,-4-11-71,4 4 1,2-4 7,-2 5 0,3-1 42,-3 1 0,-2-3 10,9-5 1,-9 5-55,2-4 0,2 4 0,-2 3 0,7-1-53,-7 1 0,0-8-27,-7 0 1,8 1-78,-1 6 0,0-6 76,-7-1 1,2-9-43,5 2 1,-4 3 84,4-3 1,-5 1-6,-2-8 1,2 0-6,5 1 1,-4-1 9,4 0 1,-5 0 26,-2 1 1,7-1 15,0 0 0,3-2-17,-3-5 1,-5 5-15,5-5 1,3 5 20,-3 2 0,2-2-31,-2-5 0,-4 5-2,4-5 1,2 5-8,-2 3 1,8-1-4,-8 0 1,2 0 39,-2 1 1,-4-1 16,4 0 44,4 0 1,-6 1-20,9-1 1,-9-7 10,2 0 1,-4-7-27,-3 7 9,9-9-23,-7 14-21,8-7-29,-10 0 1,0-1-36,0-3-190,0-6 139,0 7 425,0-9 978,0 0-1252,0-9 0,7 4 44,0-9 0,2 9-262,-2-2 190,5-5 1,10 3-124,-1-5 1,7-3 21,0 10 1,3-2 29,-3 2 1,-2 4 50,10-4 1,6-2 18,8 2 1,9-3 6,-2 3 0,-3 5 8,3-5 0,6 4 104,8 3 1,0 0-78,-7 0 1,0 0-236,-1 0 1,1 0 63,0 0 0,-7 0 103,-1 0 0,1 0-30,7 0 0,-1 0-13,1 0 1,-7 7 65,-1 0 1,1 1 3,7-8 0,0 2 28,-1 5 1,1-5-45,0 5 0,2-2 21,5 2 1,-5-4 10,5 4 0,-5-3 5,-2 4 1,2-6-73,5 5 0,-5-2-251,5 2 1,-3-5 279,3 5 0,-3-4-8,10-3 0,-9 2 10,2 5 1,-5-5-27,-2 5 0,2-4 79,4-3 0,-3 7-24,3 0 0,-1 0 13,2-7 1,-5 0-27,5 0 0,-5 7 5,-2 0 1,-10 0-43,-5-7 1,3 7-5,-2 1 1,0-1-34,-8-7 1,1 7 59,-1 0 1,3 0-10,5-7 1,-6 7 5,6 0 1,2 0 127,-2-7 1,9 7-115,-3 0 0,6 3 7,1-3 0,1-5 17,0 5 0,2 3 10,5-3 1,-3 0-163,10-7 1,-7 7 127,7 0 1,-5 0 2,12-7 1,-12 7-27,12 0 0,-11 0-3,4-7 1,-5 0 30,12 0 1,-14 0-5,7 0 1,-3 0-9,-4 0 0,9 0 0,-2 0 1,-2 0 8,2 0 1,-10 0-9,3 0 1,4 0 0,3 0 0,3 0-12,-3 0 0,4 0-2,-4 0 0,5 0 11,2 0 0,0 0-2,0 0 0,0 0 2,0 0 0,2 0-2,5 0 1,-9 0-353,9 0 0,-9 0 337,9 0 1,-2 0-6,2 0 0,-5 0 15,5 0 1,-5 0-6,-2 0 0,8 0 52,-1 0 1,0 0 1,-7 0 1,2 0-8,5 0 1,-4 0 111,4 0 1,-5 0-179,-2 0 1,0 3 66,0 4 0,7-5-98,0 5 0,0-4 44,-7-3 1,0 0-82,0 0 0,7 0 137,1 0 1,1 0-2,-2 0 1,-5 0-33,6 0 0,1-7 14,-2-1 0,0 1 109,-7 7 1,0 0-99,0 0 1,-2 0 8,-5 0 0,2 0-5,-9 0 1,7 7-70,-7 1 1,7-1 40,-8-7 1,1 0 17,-7 0 0,-10 2-27,-4 5 1,-5-5-230,-3 5-742,-9-4 538,-11-3 1,-18 0 436,-18 0 0,-76-19 0,28 7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22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85 319 8115,'-12'0'84,"-6"-9"1,13 6 191,-9-4-355,9 5 126,-5-8 1,8 8 151,-5-5 31,5 5 3,-8 2-53,10 0-282,0 0 226,10 0-197,1 0 1,13 0 44,4 0 1,-2 0-53,10 0 0,-1 0 60,8 0 1,-1 0-9,1 0 0,2 0 45,4 0 0,6 0 2,8 0 1,8 0 129,0 0 1,2 0-128,-2 0 1,-5 0-52,5 0 1,-5 0 31,-2 0 1,0 0-1,-1 0 0,-1 0 3,-6 0 0,-1 0-5,-6 0 0,-4 2 6,5 5 0,-5-5-7,-3 6 0,1 1-4,-1-2 1,3 3 7,5-3 1,-13-5-3,6 5 0,-5-5 3,4-2 1,1 0-4,-1 0 1,-2 0 9,-4 0 0,4 0-1,-5 0 1,5 0-13,3 0 0,-3-2-1,-5-5 1,6 5-14,-6-5 0,5 4 19,3 3 0,-1-7-9,1 0 1,-8 0-7,1 7 1,-1-7-5,7 0 1,-6-3 23,-1 3 0,-2 5 1,3-5 0,4-3 11,-5 3 0,5-7 5,3 7 0,-8 0 21,1 7 1,-1-2-36,8-6 0,-1 6-20,1-5 1,-1 5 14,1 2 1,-1 0 0,1 0 0,2 0-11,4 0 1,-9 0-5,10 0 0,-10 0 21,10 0 0,-5 0-2,-3 0 0,8 0 39,-1 0 1,8 0-44,-8 0 0,8-7 24,-7-1 0,9 1-17,-3 7 0,6-7 1,2 0 0,-8-2-4,1 2 0,0 4 1,6-4 0,8 5 30,0 2 0,-7-7-2,-8 0 0,1 0-54,7 7 1,0 0 28,-1 0 1,-6 0-38,0 0 0,-8 0 28,8 0 1,-3 0-3,3 0 1,-3 0-10,-4 0 0,-3 0-4,10 0 1,-1 0 22,8 0 1,-7-3-4,0-4 0,-1 5 30,8-5 0,-3 4-35,-4 3 0,2 0 42,-9 0 0,6-7-34,-6 0 0,9 0-3,-2 7 0,-3 0-3,3 0 1,-8 0 3,8 0 1,-3 0-62,3 0 1,4 0-10,-4 0 1,4-7 32,3 0 1,5 0 12,-6 7 0,8 0 57,-7 0 1,0-2-41,6-6 1,-3 6 5,-4-5 1,1 5-12,0 2 0,-7 0 4,-1 0 1,6 0-7,1 0 0,-1 0-1,-13 0 1,-1 0-9,8 0 0,-6-7 11,6-1 1,-6 1-9,7 7 0,-8 0 4,8 0 0,-3 0 2,3 0 1,4 0-21,-4 0 0,-3 0-2,3 0 0,0 0 13,6 0 0,-6 7-6,0 1 0,-1-1 22,8-7 0,0 7-16,0 0 0,-1 0 21,1-7 0,-7 7-26,0 0 0,-1 0 1,8-7 1,-3 0 11,-4 0 1,-3 2 0,-4 6 0,2-6-6,5 5 1,-5-5-6,-10-2 1,3 3 4,4 4 0,-4-5 0,5 5 0,-3-4-3,3-3 1,-5 0-4,4 0 0,-4 0 0,-2 0 0,-1 0-15,1 0 1,6 0-3,1 0 1,-1 2-5,-6 5 0,6-5-6,1 6 1,9-6-23,-2-2 0,-3 2 34,3 5 1,-1-4 50,8 4 1,0-5 14,0-2 1,-1 7 12,1 0 0,0 0-38,0-7 0,-1 0 8,1 0 0,0 7-8,0 1 0,-1-1 13,1-7 1,0 0-61,0 0 0,-8 7 47,1 0 0,-3 0-108,3-7 1,4 2 87,-4 5 1,2-4-3,-2 4 0,4 2-20,-4-2 0,11 0 1,3-7 1,0 7-110,-7 1 1,7 1 123,-1-2 1,1-5 6,-7 6 1,0-6-6,0-2 0,-1 2-20,1 5 1,-5-4 60,5 4 0,-15-5 7,8-2 0,-3 0-21,-4 0 0,2 7 9,-2 0 0,-6 0-57,6-7 1,2 7 0,-2 1 1,9 1-69,-3-2 1,3-5 97,-2 6 0,-3 1 67,-4-2 1,-3 0-76,10-7 0,-17 0-2,2 0 1,-11 0 8,4 0 0,-6 7 7,6 0 0,-9 0-3,3-7 1,1 3 11,-1 4 1,8-5-4,-1 5 1,4-4-8,2-3 0,-1 7-22,-6 0 1,10 0 32,-10-7 1,3 0 17,-10 0 67,-4 0 222,7 0-164,-20 0 42,-1 0-153,-10 0 164,0 0-171,-10 0-20,8 0-27,-7 0-243,9 0-136,0 0 359,-10 0-23,8 0 25,-8 0-61,10 0 297,0 0-186,0 9-10,0-6 1,0 9-10,0-5-5,0-5 7,0 17 0,0-7 88,0 9 0,-2-2-78,-5-5 1,5 5 3,-5-5 0,4 5 0,3 2 0,0-4 6,0 4 1,0-5-4,0 13 0,0-6-1,0-1 1,0-1-10,0 0 1,0 8 2,0-1 1,7 3 2,0-3 1,3 3 23,-3 4 1,-2 5 3,9-4 0,-7 4-25,7 2 1,-7 1 5,7-1 1,-9 3 13,2 5 1,3-5 1,-3 4 0,7-2-19,-7 3 0,7-5 5,-7 4 0,3 3 29,-3-2 1,-5 2-100,5-3 1,3-4-7,-3 5 1,2-3 82,-2 3 0,-4-3-2,4 10 1,-3-8-46,3 8 0,-4-10 5,4 3 0,-2 4 67,2 3 1,-5-5 4,5-3 0,3 3 9,-3-2 1,7 9-97,-7-3 1,2-4-112,-2-2 0,-4 4 206,4 3 0,-2 0 7,2 6 1,-5-11-132,5 12 0,-5-12-14,-2 5 0,0-8-30,0 8 1,-2-10 78,-5 3 0,5-5 33,-5-3 1,4 3-11,3 5 1,-2-6-12,-5 6 1,4-3 5,-4 3 1,5-3 38,2 10 0,0-10 15,0 3 0,0 2-1,0-3 0,0 1-91,0-8 1,0 1 47,0-1 0,0 1-63,0-1 0,0 1 50,0-1 1,0 1-7,0-1 1,7 1 33,0-1 0,0 3-2,-7 5 1,0-5-33,0 4 0,0-2 16,0 3 0,0-5-25,0 4 0,0-4 25,0-2 0,0-1 29,0 1 0,0-1-51,0 1 0,0-1-6,0 1 0,7-8 7,0 1 1,0-1-4,-7 8 0,0-8 0,0 0 1,0 1-1,0 6 0,0-6-58,0-1 0,0-2 65,0 3 0,0-6-94,0-8 0,0-1 64,0 0 1,0 0-32,0 1-8,0-11-9,0 8 75,0-16 17,0 6 408,0-9 103,0 0-364,0-9-51,0 6-7,0-6-106,0 9-293,0 0 261,-9 0 1,4 0-47,-9 0 79,0 0 1,-10 0-22,-4 0 1,2 0 34,-9 0 0,-1 0-7,-6 0 0,-10-3 1,-5-4 1,-4 5-1,-3-5 0,-7 5 9,0 2 0,0 0-25,8 0 0,-1 0-5,0 0 1,-7 0-7,0 0 1,-6 0-176,6 0 0,-10 0 211,3 0 1,-11-7-3,-3-1 0,41 4 1,0 1 1,-48 3 1,47 0-1,0 0-21,-1 0 1,0 0-1,-4 0 1,0 0 0,0 0 1,1 0 0,4 0-1,0 0 10,-40 0 1,5 0 0,2 0 1,-5 7-142,5 1 1,2-1 75,13-7 1,-6 0-393,-9 0 0,2 0-91,5 0 0,-2-3-288,9-4 0,0 2 834,8-9 0,-6 10 0,5-8 0,10 0 0,7-2 0,4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32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86 256 8043,'0'-14'-962,"0"-1"1265,0 11 45,0-15-43,0 16-261,0-6 0,0 7-299,0-6 484,-10 6 15,8-7-104,-8 18 0,10 3-103,0 9 0,0 0-79,0 1 0,0 1 67,0 6 0,-7-6 0,0 6 1,0 1-19,7-1 1,0 6-32,0-7 1,0 8-12,0-8 1,-7 8-16,0-8 0,0 0-132,7-7 1,-3 1-229,-4-1-287,5 0 248,-7 0-200,9-9 649,0-2 0,37-76 0,11-17 0</inkml:trace>
  <inkml:trace contextRef="#ctx0" brushRef="#br0" timeOffset="392">149 468 8101,'-12'0'-1107,"1"0"1183,4 0 17,4 0 83,-6 0 87,9 0-115,0 0 0,9 7-104,5 0-20,5 0 1,5-7-29,4 0 0,-4 0-13,4 0 0,-4-7 6,-3 0 0,0-7 60,1 7 0,-1-7-149,0 7 1,-2-10 36,-5 3 0,5-5 36,-5-2 0,-4 7 63,-3 0 0,-5-1 12,-2-6 1,0 0 41,0 0 56,0-1 1,0 8-9,0 0 200,0 9-426,0-4 1,-2 9 175,-5 0 0,4 9 40,-4 6 1,5 11-27,2 2 1,0 10 7,0-3 1,0 5-36,0 3 0,0-3-4,0-5 1,0 5-37,0-4 1,0 4 51,0 2 1,0-6-145,0-1 1,0-9-187,0 3-356,0-6 178,0-2-144,0-9-109,0-2 674,0-29 0,28-71 0,-10 28 0,0-1 0</inkml:trace>
  <inkml:trace contextRef="#ctx0" brushRef="#br0" timeOffset="1225">766 426 8081,'-12'0'183,"0"0"-228,5 0 0,2 0 228,-9 0 1,9 2 45,-2 5 0,-5-2-103,-2 9 0,2-2 39,-2 2 1,9 5-150,-2-5 0,-2 5 1,2 2 1,0 0-151,7 1 1,0-1 90,0 0 0,2 0-135,5 1 0,5-3 84,9-5 0,1-5-121,-1-9 1,2 0 113,6 0 1,-6 0 47,6 0 0,-8-2 97,-7-5 0,3-5-71,-10-9 0,0-3 11,-7-4 0,0 2-36,0-10 128,0 10-91,-10-4 1,1 1 22,-5 1 0,-5 7 3,5 7 0,-5 9 38,-2-2 0,-1 4-53,1 3 0,0 3 28,0 4 1,9 5-24,5 9 0,-3 0 4,3 0 0,0 1-72,7-1 0,0 0-6,0 0 1,9-6 6,6-1 0,6-9-145,7 2 1,-2-5 114,10-2 0,-8 0-18,7 0 0,-9-2 91,3-5 1,1-5-27,-1-10 149,-1 1-222,-7 0 594,1 0-32,-11 9-47,-1 2-158,-10 10 20,0 10 1,0 2-180,0 9 1,0-7 87,0 0-167,0 0 29,9 8 0,-4-3-147,9-5 1,-7 5 86,7-5 0,-6-2-168,6 2 1,-7-7 102,7 7 1,-2-7 61,2 7 1,-2-2-22,-5 2 1,-2 3-86,9-10 387,-10 9-13,6-13 213,-10 6-351,0-9 1,2 0-45,5 0 1,-4-9-98,4-5 1,2-12-257,-2-3 1,10-1 175,-3 1 1,-2 6 153,2-6 1,-7 6-5,7 1 1,-7 4-198,7 3 67,-9-3 1,7 15 37,-5-4 83,-5 5 0,8 11 124,-10 5 1,7 5-82,0 2 1,0 1 88,-7-1 1,2 7-81,6 1 1,-6-1 9,5-7 1,5 0 1,2 1 1,-2-3 22,2-5 1,0 2-18,7-9-65,1 0 1,-1-9-41,0-5 1,0-5 65,1-9 0,-11 0-78,-3-1 1,-4-6 29,3 0 0,-4-8-8,4 8 1,-5 0-31,-2 6 1,-2 1-287,-5 0 175,4 0-326,-16 9 478,17-7 0,-7 64 0,9 4 0</inkml:trace>
  <inkml:trace contextRef="#ctx0" brushRef="#br0" timeOffset="1642">2359 277 8169,'-14'-7'-602,"0"0"836,9 0 1,-6 7 131,3 0-237,6 0 36,-7 0 1,2 2 161,0 5 0,-1-2-239,8 9 0,0 0-15,0 7 1,0 1-29,0-1 1,0 0-117,0 0 1,0 8 54,0-1 0,8 8 94,-1-8 1,0 3-176,-7-3 0,0-2 20,0 9 1,0-9-69,0 3 1,2-6 114,5-2 0,-2-2 10,9-4 1,-7 1 56,7-9 0,3 0 5,11-7 1,-4 0-40,4 0 1,-2 0-83,2 0 0,-4-2-77,4-5-47,-4 4 1,-3-13-283,0 9 1,-6-7 81,-1 7 403,0-1 0,-2-29 0,-3-11 0</inkml:trace>
  <inkml:trace contextRef="#ctx0" brushRef="#br0" timeOffset="1975">2806 426 8169,'0'-22'-754,"-7"1"657,0 0 0,-1 7 33,8 0 0,0 7 93,0-8 0,3 11 125,4-3 1,-2 4 12,9 3-75,0 0 0,7 0 74,0 0 1,1 0-139,-1 0 0,-7 3 0,0 4 1,-7-3-37,8 11 1,-11-1 1,3 7 1,-4-7-7,-3 0 0,0 8-14,0 6 0,0 0-15,0-7 0,-10 1-27,-4-1 1,2 0 41,-2 0 0,7 1 0,-7-1 72,9 0 1,-7-2 23,5-5-30,5 5 0,-5-14-15,14 9 1,5-9 10,9 2 1,7-5-121,1-2 1,8-2-160,-1-5 1,-3 2-717,2-9 959,1 9 0,35-42 0,7 0 0</inkml:trace>
  <inkml:trace contextRef="#ctx0" brushRef="#br0" timeOffset="2460">3826 617 8162,'14'0'-118,"0"0"-8,-9 0 26,14 0 0,-15 0 139,11 0 56,-11 0 546,6 0 620,-10 0-852,0 0-526,0-9 1,-3 4 111,-4-9 1,-4 7-212,-11-8 0,8 4-1,0-4 0,0-3 136,-7 3 1,-1-4-104,1-2 0,2-7-26,5 0 1,-3-1 117,10 8 0,-7-3 32,7-4 1,0 4 6,7-4 0,0 4 51,0 3 1,0 7 50,0 0-152,0 9 0,2-4 48,5 9 29,-4 0 0,13 2 41,-9 5 1,1 5 99,-8 9 1,0 0-119,0 1 1,0-1 10,0 0 1,-10 8 24,-4-1 0,-5 3 99,-2-3 0,0-4-111,-1 4 0,8-5-29,0-1 1,2-1-18,-2 0 0,2-2 45,5-5 1,5-2 11,-5-5-10,14-4 1,12 6-3,9-9 1,7-2 20,-6-5 0,8 2 13,-1-9 1,2 2-29,-3-2 0,-2-5 4,-4 5 0,-13 2 28,5-2-342,-4 9 0,-3-12 284,0 10 0,-9-28 0,4-1 0</inkml:trace>
  <inkml:trace contextRef="#ctx0" brushRef="#br0" timeOffset="2801">4400 149 8160,'-10'-11'-678,"5"-6"444,-9 10 99,10 0 0,-8 7 362,5 0 1,4 2 35,-4 5 0,5 12 50,2 10 1,-7 1-146,0-1 1,-3 1 81,3 6 0,2 2-208,-9-10 1,10 3-81,-4-3 0,-1-2 82,2 9 0,0-9-307,7 3 190,0-6 1,0-2 62,0 1 0,2-10-151,5-5 1,5-5 105,9-2 1,1 0 31,-1 0 0,2 0 45,6 0 0,-6 0 10,6 0 0,-6-2-118,-1-5 0,-1 4-145,0-4 1,0-2-60,1 2 0,-1-8-95,0 8 385,0-9 0,1-15 0,-1-14 0</inkml:trace>
  <inkml:trace contextRef="#ctx0" brushRef="#br0" timeOffset="3202">4782 234 8143,'0'-14'-457,"0"0"-725,0 9 1013,10-14 1,-6 10 354,10-5 0,-2 2 417,2 5 1,5 5-299,-5-5 1,5-3-180,3 3 1,-1 0-55,0 7 0,0 0-109,1 0 1,-1 0 77,0 0 0,-7 0-104,0 0 1,-6 0-278,6 0 234,-10 0 0,6 9-3,-10 6 1,0-4 39,0 4 1,-2-8-31,-6 7 63,-3 0 0,-11 5 2,1-5 1,7 3-11,0-10 1,7 7-33,-7-7 119,9 9 0,-5-11 327,10 9 165,0 0-287,10 8 0,2-1-124,9 0 0,-2-7-2,-5 1-46,5-1 1,-10 7 249,5 0-148,-4 0 0,-10 1-137,0-1 1,-10-7-18,-4 0 1,-5-9-102,-2 2 1,0 3-260,0-3 0,-1 0-754,1-7 466,0 0 624,0 0 0,-1-29 0,1-6 0</inkml:trace>
  <inkml:trace contextRef="#ctx0" brushRef="#br0" timeOffset="6020">5951 256 8052,'12'0'697,"-3"0"-814,-9 0 163,10 0 471,-8 0-298,7 0 1,-9 2-12,0 5 0,0-2-72,0 9 1,0 0 23,0 7 0,-2 1-87,-5-1 0,5 0-178,-5 0 1,4 1-150,3-1 1,0 0 73,0 0 1,0 1-106,0-1 1,10-7 133,4 0 0,-2-2-27,2 2 1,0-4 97,7-10 1,8 0-13,-1 0 1,0-3 44,-7-4 0,8-5 119,-1-9 1,0-7 63,-6 0 1,-1-1 93,0 8 0,-2 0 103,-5-1 0,3 8 21,-10 0 51,9 9-288,-13-13-23,6 15 1,-9-4 84,0 14-150,0 5 1,0 9-76,0 0 0,0-6-16,0-1 1,-2-2-518,-5 2 124,4 5-249,-6-8 284,9 1 102,0 7-70,0-16 252,0 6 0,9-18 107,6-6 1,4-1 64,2 2 0,0-5 285,0 5 1,1-3-92,-1 3 0,0-3 385,0 10-150,1 0-205,-1 7-224,0 0 1,-7 0-9,0 0 0,-9 3-3,2 4 0,-2 2 55,2 5-151,-5 5 1,10-7 5,-5 9 0,3-7-205,4 1 1,5-11-17,-5 3 1,5-4 162,2-3 0,7 0-49,1 0 0,-1-3 152,-7-4 1,1-5-11,-1-9 0,0 0-8,0 0 0,-7-3 13,1-4 0,-11-5-43,3-10 0,-4 3 23,-3 5 1,0-6 72,0 6 0,0 2 164,0-2 1,-3 11 41,-4 3-107,5-1-88,-7 20 0,6-7-24,-4 9 2,5 9 1,-8 10 65,10 9 1,0 3 82,0-3 0,0-2 2,0 10 0,0-8-118,0 8 1,-7-3-70,0 2 1,0 3 121,7-10 1,0 8 19,0-8 0,0 7-80,0-6 0,0 6-92,0-7 1,7 1 38,0-8 1,10-2-45,-3-5-71,5 5 0,4-17 86,6 5 0,-6-4-80,6-3 0,-3-10 34,2-4 0,-2-12 17,9-2 0,-9-8 25,3 8 1,-8-7-4,-7 6 0,5-1 70,-5 1 1,-4 6 9,-3-6 1,-3 8 146,4 7-127,-6-5 9,7 17-95,-18-17 0,4 16 7,-9-4 0,7 12 26,-7 2 0,2 10-8,-2-3 0,-3 5 28,10 2 1,-7 0-10,7 0 1,0 1-14,7-1 1,0 0 7,0 0-50,0 1 0,0-1 44,0 0 0,2-2 3,5-5 1,5 3-16,9-10 0,1 0-5,-1-7 1,7 0-64,1 0 0,6-2-2,-7-5 0,8-5-25,-8-10 0,7 1 71,-6 0 0,-3-3 63,-12-4 1,2 4-28,-8-4 0,6 4 95,-7 3 1,7 7-103,-7 0 1,0 7 11,-7-7 0,2 9 8,6-2 0,-4 4 0,10 3 0,-6 3 79,6 4 1,-2-2-74,2 9 1,-3 0 8,-3 7 1,-4 0-49,10 1 0,-9-1-7,2 0 0,-2 0 19,2 1 1,-5-1 3,6 0 0,-6-7-37,-2 1 7,9-1 1,-4 5-46,9-5 0,0 2 55,8-9 0,-1 0-59,0-7 0,3 0 63,4 0 0,3-2 3,4-5 0,5 2 3,-4-9 1,-3 0-5,2-7 0,-2-8-23,3 1 0,1-7 4,-8 6 0,-1-6-19,-7 7 1,1-10 2,-1 2 1,-9 3 71,-5-2 1,-5 9-24,-2-2 0,0 4 6,0 3 0,-9 9-21,-5 5 12,-5-5 1,-3 10-2,1-5 0,7 4 3,0 3 0,7 7 68,-7 0 0,6 10-68,-6-3 0,10 5 203,-3 2 0,-3 0 18,3 1 0,0 1-100,7 6 0,-7-6-9,0 6 0,0 1 20,7-1 1,0 6-34,0-7 1,0 8 3,0-8 1,0 10-150,0-3 0,2 3 126,5-2 1,-5 4-120,6-5 1,-4-2 2,3 3 1,-4-10 23,4 2 0,-5 3-7,-2-3 1,0 3-82,0-3 0,3-4-19,4 4 44,-5-4 1,7-3-36,-9 0 1,7-7 35,1 0 110,8-9-80,-4 5 0,9-10 48,0 0 0,-6 0 72,-1 0 0,-2-10-40,2-4 1,5-5-20,-5-2 0,-2-3 3,2-4 1,-7-5-108,7-10 1,-9 1 91,2-1 1,-5 1-146,-2-1 1,0-2 46,0-4 1,-9 11-132,-5-5 0,-5 8 163,-3 0 1,-1 4 37,-6 10 0,6 2-3,-5 5 0,4 4 92,3 10 1,-1 0-75,1 0 0,7 3-22,0 4 0,9-3 11,-2 11 1,5-1 35,2 7 1,2-7 6,5 0 0,5-7-18,9 8 1,3-11-2,4 3 1,-2-4-32,10-3 1,-8 0 0,7 0 1,1 0 13,6 0 0,-2-7 10,-4 0 0,2-10 17,-10 3 1,3-3 111,-3 3-54,-4-5 1,4 15-36,-14-11 22,5 11-42,-17-6 8,8 10-84,-10 0 96,0 0-61,0 10 166,0-8-7,0 7 16,0-9 44,0 0-205,-10 0 0,6 0-189,-11 0 166,1 0 1,-7-7 53,0 0 1,-1 0-10,1 7 0,0 3-20,0 4 1,7-5-17,-1 5 0,4 5-9,-4 2 0,-1-2 12,9 2 1,-7 0 29,7 7 0,-1-6 1,8-1-22,0 0 0,10 7 6,4 0 1,7-9-22,8-5 1,-3-4 24,9-3 0,-9 0 1,2 0 0,3 0 51,-3 0 1,1-10 7,-8-4 1,-2-5 59,-5-2-45,5 0 0,-14-1 141,9 1 1,-9 7 3,2 0-558,-5 9 324,-2-14 1,-2 19 71,-5 0 1,4 3-43,-4 11 1,5 0-24,2 7 0,0 0-112,0 1 48,0-1 1,0 0-101,0 0 0,9-6 88,5-1 0,5-7-92,2 7 0,1-9 124,-1 2 1,0-5-18,0-2 1,1-9-9,-1-5 1,7-5 37,1-3 0,-8 8 35,-7 0 0,0 0 302,7-7-244,1-1 0,-8 4 185,0 3 1,-9 4-122,2 4-130,-5 4 32,-2-6 80,0 9-100,0 0-42,0 9 147,0-6 113,0 6 1,-2-9-167,-5 0 7,4 0-50,-6 0-35,0 0 0,4 0-14,-9 0 0,7 0-6,-8 0 4,1 0 0,-7 0-18,0 0 0,9 9 4,5 6 1,-3-4 32,3 4 46,-9-1 0,13 7 5,-4 0 0,7 0-11,7 1 1,5-3 5,9-5 0,3 5-12,4-5 1,8-5 7,13-2 1,-4-4-30,5-3 1,2 0-8,-3 0 1,1-3-26,-7-4 0,-10-5 41,-5-9 1,-4 0-40,-3 0 1,-7-1-86,0 1 62,-9 0 0,2 2 8,-14 5 0,2 4-5,-9 10 1,0 0 50,-7 0 1,2 10-4,4 4 0,-3 7 31,3 8 0,6-6 131,2 6 0,5 1-15,2-1 1,0-1-68,0-7 1,9 0-32,5 1 0,7-8-63,8 0 1,4-9-181,9 2 1,-2-5 42,-4-2 1,4-7-598,-5 0 763,-4-19 0,-29-54 0,-9 23 0,0 0 0</inkml:trace>
  <inkml:trace contextRef="#ctx0" brushRef="#br0" timeOffset="6252">7099 319 8097,'-50'0'-43,"0"0"0,3-2-208,12-5 655,-5 5 625,25-8-781,-3 10 1,27-2-276,5-5 1,5 2-256,2-9 1,3 7-51,4-7 0,-2 2-669,10-2 1001,-10-5 0,-5-21 0,-12-17 0</inkml:trace>
  <inkml:trace contextRef="#ctx0" brushRef="#br0" timeOffset="6383">5866 107 8097,'-14'0'-351,"0"0"351,9 0 0,24 0 0,16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0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43 128 8081,'-12'-21'1003,"3"-1"-809,9 1 1,0 7 192,0 0-296,0 9 1,0-7-411,0 5 367,0 5-149,0-8 0,0 13 143,0 4 1,0 5-45,0 9 0,-3 2 13,-4 6 1,5-3-12,-5 9 0,5-7-114,2 8 0,0-3 54,0 2 1,0 3 37,0-10 1,0 3-78,0-2 1,0-6-488,0 5 312,0-4 1,7-3-675,0 1 599,0-11 0,-5-1 349,5-10 0,-4 0 0,15-38 0,-6-9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0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1 276 8090,'0'-11'694,"0"1"1,0 8-573,0-5-466,0 4 407,0-6 87,0 9-274,9-10 0,5 8 130,14-5 1,-4-3-99,4 3 0,3-7-8,-3 7 1,8-7-120,-8 7 1,8-7 144,-8 7 0,0-8-19,-6 8 1,-4-9 60,-3 2 0,1 2 0,-9-2 0,7 7 10,-7-8 231,1 11-83,-8-15-118,-10 16 25,-2-6 34,-9 9 0,2 9 112,5 6 1,5 4-74,9 2 0,-8 9 134,1 6 1,0-3-15,7 2 0,0-2-125,0 3 0,0 4-61,0-5 1,0-2 61,0 3 0,0-10 135,0 2-211,0 5 0,0-9-275,0 4 177,0-14-262,0-4-27,0-10-89,0 0 0,0-10 450,0-4 0,19-80 0,-7 36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1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83 8109,'-12'12'260,"-7"-3"1,14-2-173,-9 0 1,7 10 209,-7-3 1,9 5-202,-2 2 0,-2 0-62,2 1 1,0-8 9,7 0 0,-8 0-85,1 7 0,0 1 5,7-1 0,3-7-200,4 0 1,-3-9-14,11 2 1,-1-5 143,7-2 0,7 0-77,1 0 0,1-9 151,-1-5 1,-6-8 25,6-6 0,-6 2-21,-1-9 0,-8 6 15,0-6 0,-9 7 24,2-8 0,-5 10 106,-2-2 0,-2 11-67,-5 3 0,-5 7-42,-9-7 1,-3 9 63,-4-2 0,4 12-52,-4 2 0,6 9-1,8-1 1,-2 4-72,9 2-7,-10 0-10,15 0 0,2-2-136,14-5 1,7-4-102,8-10 1,-4 0 90,11 0 1,-1 0 43,8 0 1,-1-3 83,1-4 1,-1 3 101,1-11 0,-10 11-43,-5-3 354,-4 4-192,-3 3 23,-9 0 0,-3 3 166,-9 4 0,0-3 167,0 11-475,0-1 25,0 7 0,-2-2-283,-5-5 280,5 5-260,-8-17 179,20 8 1,1-10-31,11 0 0,-8-3 21,0-4-22,0 5 347,7-7-134,1 9 0,-8 0 352,0 0-159,-9 0-191,4 9 0,-9 3-80,0 9 1,7-7 71,0 0-240,0-9 0,-4 12 125,4-10 0,-2 0-160,9-7 1,-7 0 31,7 0 1,0 0 40,7 0 1,-6-10 45,-1-4 1,0-5 7,7-2 1,-7 0 29,0 0 0,-9-1 103,2 1 0,3 0-59,-3 0 0,0-1-36,-7 1 127,0 0 1,-2 2-90,-6 5-113,6 4-161,-17 10-147,7 0 0,-2 0-199,0 0-397,9 0 954,-4 10 0,-1 11 0,-1 12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2.2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0 128 8162,'0'-21'221,"0"0"163,0-1 1,0 8-231,0 0 1,0 7 107,0-7-260,0 9-269,0-4 0,0 18 440,0 5 1,0 12-90,0 2 1,0 10 50,0-2 0,0 4-87,0 2 0,0 1-16,0-1 1,0 1-34,0-1 1,0 1-152,0-1 0,0-6 36,0-1 1,0-9-261,0 2 1,3-11-41,4-3 0,5-2 107,9 2 1,0-4 149,0-10 0,1-3 72,-1-4 0,0 2-94,0-9 150,1 0 1,-3 0 451,-5 0-180,-5 9 328,1-4 389,-8 9-653,17 0 0,-14 0-172,9 0 0,-7 0-14,7 0 0,-7 7 6,7 0 0,0 0-12,8-7 0,-6 0-101,6 0 1,-13 0 75,12 0 0,-4-7-15,4 0 1,-7-10 327,0 3-314,-9-5 0,4-2-260,-9 0 0,0-1-109,0 1 1,-9 0-148,-5 0 0,-7 6 123,-8 1 1,3 9-17,-9-2 0,2 5 322,-3 2 0,-32 19 0,-1 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2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86 8198,'-19'-14'0,"5"-1"0,-3 8 215,10-7 553,-10 9-446,15-13-258,-7 15 0,18-6-264,5 9 1,15 0 154,6 0 1,3 0-160,-3 0 0,12 0-136,-4 0 0,-3 0-135,-4 0 0,-1 7 475,7 0 0,48 0 0,-39-7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4.3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276 468 7996,'0'-14'-78,"0"0"1,0 7 1300,0-7-1189,0 9-14,0-14 0,-9 17-107,-5-5 185,-5 4 1,-2 3 68,-1 0 0,1 10-94,0 4 1,-5 0-101,5 7 1,-5-4 74,11 11 0,-3-2-29,-4 2 1,10-4-149,5 4 1,5-4 55,2-3 1,0 1-63,0-1 0,9-2-18,6-5 0,11-5 44,2-9 0,10 0 15,-3 0 1,5-2 3,3-5 1,-10-5 86,-5-9 1,3 0 8,-3-1 0,-9-6 6,-12 0 1,-4-8-6,-3 8 1,0-8 7,0 8 0,-10-7-84,-4 6 1,-7 3-2,-8 12 0,3-2 49,-9 9 1,9 0-2,-2 7 0,4 0-72,3 0 0,7 7-7,-1 0 1,11 9 48,-3-2 1,4 5-54,3 3 1,12-1-90,9 0 1,1-7 71,6 0 0,5-7-128,2 8 1,6-11 173,1 3 1,1-4 75,-1-3 0,1-10 0,-1-4 0,1-12 0,-1-2 0,-9-10 0,-5 3 0,-11 2 0,-3-3 0,-9 1 19,2-8 0,-5 3 162,-2 5 1,-2 4 193,-5 10 1,2 0-35,-9-1 0,7 3 530,-7 5-392,9 5-427,-4 9 1,1 16 111,1 6 1,0 6 36,7 0 1,0 8-6,0 13 0,0-4-80,0 5 0,0-5-109,0-3 0,0 8 38,0-1 1,0-6-144,0-8 1,0-7-12,0 8-340,0-10 36,0 5 281,0-20 0,0-4-134,0-14 0,0-4 164,0-11 0,7-6-29,0 0 0,10-8 70,-3 8 0,3-3 4,-3 3 1,5 4 13,-5-4 0,12 11 155,2 3 1,1 9 118,-8-2 1,0 5-22,0 2 0,1 2-117,-1 5 0,0 5-22,0 10 1,-6 1 16,-1 5 1,-10-4-89,3 4 1,-4-4-6,-3-3 1,-3 5 12,-4-4 1,-4 4-150,-11-12 1,-6-5-177,0-2 0,-8 3 16,8-3 1,-10 0 158,3-7 0,2 0 87,-3 0 1,10 0-30,-2 0 1,7-3-8,7-4 17,-5 5 72,16-7 205,-6 9 1,18 0 138,5 0 1,5 0-136,3 0 1,6 0-118,0 0 1,8 0-84,-8 0 1,10 0 24,-3 0 1,3-3-104,-3-4 0,6-5-225,-6-9 1,5-3 130,3-4 0,-3 2-80,-5-9 1,3 6 110,-10-6 1,1 0 42,-8-8 1,-2 1 130,-5-1 1,-5 3-57,-9 4 0,0 3 16,0 5 172,0 4 85,0-6 0,-2 18-168,-5 5 1,5 7-56,-6 7 1,-1 5 219,2 9 1,-7 3 4,7 4 0,-3 5 5,3 10 0,5-1-85,-5 1 1,4 1 12,3 6 1,-7-12-134,0 4 1,0-13-167,7-1 1,2 3 124,6-3 1,-4-2-257,10-12 1,1-4-97,6-10 1,7 0 67,1 0 1,6-3-86,-7-4 0,3-12 162,-3-9 0,-2-8 31,10 8 1,-10-7 67,2 6 0,-2-6 156,2 7 0,-4-1-79,4 8 1,-4 7 428,-3 0-174,0 9 1,1-4-2,-1 9-135,-9 0-74,-3 0-30,-9 0 182,0 0-246,0 9-6,-9-7-74,-3 8 1,-9-13 135,-1-4 0,1 5 51,0-5 1,7 5-7,0 2 0,-1 2 114,-6 5 0,0-2-121,0 9 1,-1-2 10,1 2 0,7 5 76,0-5 0,2 5 30,-2 2 1,4-7-226,10 0 1,0 1-6,0 6 1,3-7-141,4 0 0,5-9 39,9 2 0,10-5-160,4-2 0,5 0 206,3 0 1,-3-7 46,-5 0 1,3-9 2,-10 1 0,1 4-50,-8-4 585,0 1 42,0-7 42,-9 0-211,-2 9 85,-10-7-210,0 17-7,-10 2-26,-2 12-23,1 9-310,1 0-65,10 0-8,0-9 0,3 5 83,4-10 1,-3 0-106,11-7 1,-1 0 131,7 0 1,0-7 22,0 0 1,1-10 86,-1 3 1,-7 2-46,0-2 610,-9 9-82,14-14-321,-17 17 87,8-7 204,-10 9-365,0 0 21,0 9-117,0 3-135,9 9 1,-4-7 2,9 0 1,0-9 28,7 2 1,1 3-114,-1-3 1,0 0 154,0-7 1,8 0 16,-1 0 1,0-7 76,-6 0 151,-1 0 1,0 4 28,0-4 296,-9 5-52,7-8-142,-16 10 152,6 0-292,-9 0-1974,0 0 1738,0-9 1,9 6 24,6-4 0,-4 5 51,4 2 1,-1-7 182,7 0 1,-7 0-45,0 7 0,0 2 173,8 5 1,-8-2-49,0 9 0,-2-7 111,2 7 0,3-7-224,-10 8 0,2-4-65,-2 4 1,-2 1-175,9-9 18,-9 10-215,14-15 0,-8 8-116,11-10 1,-1 0-345,0 0 1,1-12 759,-1-10 0,7-20 0,3-12 0,3-9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4.5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86 8194,'-12'0'919,"-7"0"-1393,17 0 0,-8-3 159,10-4 315,0 5 0,10-36 0,1 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4.7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65 8161,'-12'0'2479,"-7"0"-2512,17 0 0,-3 0-717,20 0 0,8 0 491,20 0 1,9 0-992,4 0 1250,6-10 0,-1 1 0,8-3 0,4-5 0,0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5.6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43 7480,'12'0'1468,"-2"0"-1283,-10 0 1,0 9 148,0 5 1,0 5-237,0 3 1,-3 1-132,-4 5 1,5-2 137,-5 10 0,4-8-94,3 8 1,0-10-21,0 2 1,-7-4-349,0-3-198,0 0 383,7 0 177,0-9 0,0-5-48,0-14 0,0 0 30,0-14 0,0 2 9,0-17 0,0 1 11,0-7 0,7 6 79,0 1 0,0 6 153,-7-6 1,7 9-113,0-2 0,3 4-178,-3 3 11,-5 0-2,8 9 5,-1 2 0,-4 13 78,9 4 0,-9 5-20,2 9 1,2 0-30,-2 0 1,1 8-42,-8-1 1,2-2-98,5-12 1,-5 5 46,5-5 1,-4-2-389,-3 2 348,9-9 0,-4 4 12,9-9 1,0 0-53,8 0 0,-1-7 62,0 0 0,0-12 117,1-2 0,8 0-38,6-8 1,-3 6 147,2 2 0,-9-1-36,2 1 0,-4 9 141,-3 5 0,1-2-77,-1 2 0,-7 0 131,0 7 1,-9 9-2,2 5 0,-5 5-118,-2 2 1,0 3 21,0 4 0,0-2-42,0 10 0,-7-10 6,0 2 0,-7-2-77,7 2 1,-7-11-145,7 4 0,-3-4-18,3 4-448,5-9-209,-8 6 246,10-15 285,0 6 1,3-9-205,4 0-158,-5 0 500,17 0 0,-14-2-15,9-5 0,-9 2-340,2-9 446,5 0 0,28-74 0,-12 36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6.5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62 8131,'11'0'-366,"8"0"535,-16 0 348,6 0-226,-9 0 1,0 10 246,0 4 0,0 5-87,0 2 1,-2 0-135,-5 1 0,2 1-443,-9 5 1,2-2 71,-2 10 0,-3-10 32,10 2 1,-7-4 40,7-3 0,0 0-241,7 1 0,-2-1-93,-6 0-98,6-9 619,-7 7-198,9-17 0,0 5-72,0-14 0,2-5-9,5-9 0,-2-7 12,9-1 0,-7-8 15,7 1 0,-7-4-107,7-2 1,-2-1 127,2 1 0,5 6-21,-5 1 1,-2 9-19,2-3 0,1 13 45,6 2 0,-7 9 186,0-2 0,0 14 3,8 7 0,-1 14 103,0 8 0,-7 4-191,0 3 0,-6-1-13,6 1 1,-10-3-24,4-5 1,-6 5-13,-2-4 1,0-6-161,0-1 0,0-6-2,0-1-335,0-11-6,0-1 389,0-10 0,0-3-89,0-4 0,0-4-144,0-11 1,0 1 63,0 0 0,-2-8-105,-6 1 1,4-3 336,-10 3 0,6 4-92,-6-4 0,7 12 210,-7 1 0,0 4 70,-7-4 0,6 4 127,1 4 0,7 4-180,-7-4 1,7 5 103,-7 2 146,9 0-198,-4 9 0,11 1-120,5 4 0,5 2 48,9-9 0,0 1-406,1-8 1,1 0 68,6 0 0,-6 0-83,6 0 1,1 0 205,-1 0 0,1 0 53,-1 0 0,-6-8-3,6 1 0,-6-7-5,-2 7 1,1-9 200,-1 1 1,0 4-117,0-4 0,1 8 188,-1-7 0,-7 9 47,0-2 1,0-2 200,8 2-336,-11 0 1,1 7 33,-5 0-63,-4 0 1,6 2 102,-9 5-253,0-4 1,0 8 212,0-4-139,0-4 32,-9 6 1,4-2-4,-9 0 0,7 1-38,-7-8 1,7 0 1,-8 0 99,1 9-45,-7-7 0,0 10-10,-1-5 0,8-4-5,0 4 0,7-3-89,-7 3 0,7-2 119,-7 9 1,9-7 82,-2 8-71,-5-1 1,10 7 3,-5 0 1,4 1-46,3-1 1,0 2 3,0 6 1,0-6-67,0 6 1,10-6 72,4-1 1,12-4-215,2-3 1,7 1-103,-6-9 0,6 0-118,-6-7 1,8-2-29,-1-5 1,2-5-566,-3-9 974,-4-10 0,-42-18 0,-14-11 0,0-8 0,1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9.0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341 225 8086,'-14'-7'75,"0"-1"0,2-1 256,-2 2-291,-5 5 1,7-10 121,-9 5 1,-1 4-162,1-4 0,0 5 103,0 2 0,4 9 20,-4 5 0,11 5-202,-11 3 0,5-1 89,-6 0 0,8 3-136,0 4 1,9-4-22,-2 4 1,5-4 15,2-3 0,2 0 33,5 0 1,0-9-192,15-5 0,-3-4 74,16-3 1,-7 0-53,8 0 0,-10-7 297,2-1 0,0-8-98,-6 2 0,4-5 229,-12-2 1,2-1 98,-2 1-172,5-10 1,-14 8 144,9-6 84,-9 6 0,4 9 3,-9 0-176,0 9 108,0-5 0,0 20-178,0 4 0,0 5-1,0 2 1,0 0-30,0 1 0,3-8-2,4 0 1,-5 0-95,5 7 0,3-6-216,-3-1 0,9-10 38,-2 3 0,-2 3-127,2-3 0,1 0 74,6-7 1,-7 0 144,0 0 1,0-7 84,8 0 0,-1-10 3,0 3 0,0-2-15,1 2 0,6-5 98,0 4 0,1 4 164,-8-3 1,0 6 5,0-6 0,1 10 271,-1-4-187,0-3-182,0 8-71,1-6 0,-8 9 31,0 0-8,-9 0-111,4 0-298,-9 9 270,0-6-13,0 6 441,0-9-354,0 0 13,-9 0-3,-3 0 1,-9 0 59,-1 0-32,1 0 1,0 7 5,0 0 1,2 3-7,5-3 0,-3-2-20,10 9 0,-7-7-9,7 7 0,-7-7 3,6 7 1,1-7 4,7 7 0,0-6-7,0 6 1,0-7 0,0 7 0,10-9-8,4 2 1,5-5-49,2-2 0,7 0-101,1 0 1,-1 0 78,-7 0 1,1-9 65,-1-6 1,0-3 4,0-4 0,-6-1-15,-1-6 1,-10 3 1,4-9 0,-6 7 37,-2-8 1,0 3 113,0-2 0,0 4-78,0 10 0,0 0 91,0-1-333,0 1 259,0 9 1,0 12 80,0 14 0,0 8-60,0 6 0,0-2 115,0 9 1,0-2-172,0 3 0,0 2 7,0-10 0,0 7-18,0-6 1,0-1-1,0-7 0,0 1-474,0-1 62,0 0 185,9 0 0,3-9 36,9-5 0,1-11 28,-1-4 1,7-8 80,1 2 1,1-5 15,-1-2 0,-3-3 3,9-4 1,-2 6 24,2 1 0,-1 0 161,-6 7 0,-5 2-104,6-2 1,-6 9 163,-1-2-163,-10 5-19,6 2-12,-15 0-11,6 0 74,-9 0 67,0 0-224,-9 0 27,6 0-76,-15 0 1,13 0 154,-9 0 1,2 2-15,-2 5 1,-5-2 36,5 9-24,-5 0 0,-3 7-20,1 1 0,7-1 58,0 0-17,0 0 0,2 1-28,5-1 5,4 0-44,3 0 1,3-6-13,4-1 1,12-10-20,9 4 0,3-8-125,-3-8 0,3 4 112,4-10 0,3-1 34,-10-6 1,1 0-11,-8 0 1,0-8 30,0 1 1,-6-3 5,-1 3 0,-9-3-12,2-4 0,-5 2 9,-2 4 1,0 6 117,0-6 271,0 6-276,-9 2 0,4 9-88,-9 5 1,9 7 6,-2 7 1,-3 5 87,3 9 0,0 2 7,7 6 1,-2-3-19,-5 9 0,4-6 114,-4 6 0,5-7-173,2 8 0,0-10 0,0 2 1,0-4-164,0-3 1,7 0 54,0 0 1,3-2 36,-3-5 4,4-4 1,11-10-176,-1 0 0,0 0 107,0 0 1,1-10-27,-1-4 1,0-5 34,0-2 0,-6-7-6,-1-1 1,0 1 183,7 7 0,-2 0-37,-5-1 0,5 3-39,-5 5 1,-2-2 12,2 9 229,0 0-193,8 7 0,-3 9 138,-5 5 1,2 5-155,-9 2 1,8 1 5,-8-1 1,2 2-84,-2 6 1,-2-6 6,9 6 1,-9-6-10,2-1 1,2-8-76,-2 0-127,10 0 1,-5-2 107,9-5 1,0-5 14,1-2 1,-1 0 41,0 0 1,0-2-6,1-5 0,-1-5 161,0-9 1,0-3-81,1-4 0,-4 4-37,-3-4 1,-4-3 14,-4 3 1,-4-7 17,4 6 0,-5 1 39,-2 7 0,0 6 108,0 1 0,0 7-178,0-7 1,-9 9 2,-5-2 1,2 7 82,-2 7 1,0 5-11,-8 9 1,3 1 9,5-1 0,-2 2-41,9 6 1,-3-6-12,3 6 0,5-6-26,-5-1 0,4-8-98,3 0 1,3-2-41,4 2-77,5 5 1,11-17-23,5 5 1,-2-4 127,10-3 1,-8-7 8,8-1 0,-1-8-5,8 2 1,-8-5 170,0-2 1,-2-1-63,3 1 0,4 7 155,-5 0 0,-2 9-2,3-2 1,-10 5 149,2 2 1,-4 0-50,-3 0 0,-2 9-174,-5 5 0,3-2-2,-10 2 0,0 0 46,-7 8-69,0-1 0,-3-2-13,-4-5 1,3 2-182,-11-8 62,1 8 0,-7-14-159,0 6 1,-8-6-130,1-2 1,0 0 141,7 0 1,-1-7 158,1 0 1,0-7 19,0 6 1,6-1 7,1 2 0,7 5-6,-7-6 0,9 4 281,-2-3-93,5 4 191,2-6-49,0 9 1,2 0-45,5 0 1,-2 0-159,9 0 1,0 0-78,8 0 0,1 0-143,5 0 1,-2 0 107,10 0 0,-8-7-93,8 0 1,-8-7 78,7 6 0,-6-8-166,6 2 0,-7 2 156,8-2 1,-8 7 32,8-7 1,-10 9 127,2-2 0,3 4-60,-3 3 0,7 0 158,-6 0 0,-1 10-50,-7 4 0,-2 5-16,-5 2 1,5 0-50,-5 1 1,-4-1-1,-3 0 0,-5-7-173,-2 0 107,0 1 0,0-1-15,0 0 1,-2-9-10,-5 2 0,-5-5-91,-9-2 1,0 0 13,-1 0 1,-8 0-152,-6 0 0,6-7 147,1 0 0,-1-10 29,1 3 0,1 2 75,7-2 1,6 7-189,1-7 82,0 9 0,0-11-351,0 9-482,9 0 614,-4-3 306,18 8 0,88-17 0,-33 13 0,-1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9.2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64 8148,'10'-12'66,"-8"-7"0,7 14 95,-9-9 1,3 10-271,4-4 67,-5 6 140,17 2 0,-14 0-36,9 0 0,-7 0-8,7 0 0,-9 2 61,2 6-194,5 3 1,-10 11 81,5-1 1,-4 0-140,-3 0 0,0 1-148,0-1-34,0 0 0,-7 0 318,-1 1 0,-27 37 0,0 9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4:57:49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 8369,'0'12'-631,"10"-2"631,-8-10 0,8-19 0,-10-5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2:01:22.2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404 22 11030,'-14'0'519,"0"0"0,7 0-293,-8 0 1,8 0 136,-7 0-123,0 9 1,-7 3-83,0 9 1,-1-7 31,1 0 0,0 1-112,0 6 1,-3 0 66,-4 0 0,9 3-92,-10 4 0,18-4-77,-11 4 0,8-4 39,0-3 1,-3 0-82,10 1 0,0-1 36,7 0 95,0 0 1,0 1-5,0-1 0,3 0-12,4 0 0,-3-2-17,11-5 1,-8 5 15,7-5 1,-7-2-25,7 2 0,-7 1 31,7 6 0,-7-2-5,8-5 1,-8 5 6,7-5 0,-7 2-37,7-1 0,-7 4 48,7-5 0,-2-2 71,2 2-146,5 0 1,-7 0 0,9 0 0,-7-7-194,1 7 229,-1-9 0,5 7-188,-5-5 1,5-5 94,-5 5 0,5-4 34,2-3 1,0 0 2,1 0 1,-1 0-7,0 0 1,0 0 24,1 0 1,-1 0-27,0 0 1,0-7 127,1 0 0,-1-10-63,0 3 1,3 2-23,4-2 1,-4 0-4,4-7 1,-4-1 20,-3 1 1,7 0-21,1 0 1,-1-1 1,-7 1 1,0 0 94,1 0 1,-1 6-88,0 1 1,-7 0 81,0-7 0,-2 0-73,2-1 1,-2 1 56,-5 0 1,-4 0-46,4-1 1,-3 1-57,4 0 1,-6 0 74,5-1 1,-5 1-9,-2 0 0,0 0 95,0-1 0,0 1-96,0 0 1,0-8-69,0 1 0,-9 2 65,-5 12 1,-5-5-96,-2 5 1,-8-3 85,1 3 1,-7-2-95,6 9 1,-9 0 57,3 7 1,-5-8-19,-3 1 1,1 0-21,-1 7 1,3 0-126,5 0 0,-5 0-100,4 0 0,-2 0 75,3 0 1,2 0-306,5 0 1,4 0 168,-4 0 1,11 7-1821,3 0 566,9 1 896,-4 1 0,9-4 682,0 9 0,19 0 0,4 7 0</inkml:trace>
  <inkml:trace contextRef="#ctx0" brushRef="#br0" timeOffset="383">298 22 8007,'-3'-12'1695,"-4"5"-756,5 4-194,-7 3 366,9 0-704,9 0 0,-4 3-109,9 4 1,-2-3-98,2 11 0,5-1-95,-5 7 0,5 3 121,2 4 0,0-2-1,1 9 1,6 1-109,0 6 1,8 1 122,-8-1 1,10 3-96,-3 5 0,3-5 28,-3 4 0,3-11 22,-9-3 0,-1-6-194,-7 6 1,0-16-198,1 2 0,-8-11 45,0 4-101,-9-9-311,4 4 256,-9-9 54,0-9 0,-7 4-145,0-9-1589,0 9 1036,7-14 0,0 14-1268,0-9 451,0 10 1767,0-15 0,0-12 0,0-14 0</inkml:trace>
  <inkml:trace contextRef="#ctx0" brushRef="#br0" timeOffset="709">999 149 7990,'0'-14'633,"0"0"1,7 7 281,0-8 519,0 11-431,-7-15-126,0 16-476,0-6 0,-7 11-145,0 5 1,-9 5 33,2 10 0,-12 6-42,-3 0 1,-9 10 57,3-3 0,-5 8-76,-3 7 0,1-6-191,-1 6 1,-6-3 72,-1 3 0,-6-5-79,6 4 0,-7-4-16,8-2 0,-1-8 94,8 0 1,-1-9-30,1 3 0,9-13 56,4-2 0,6-9-320,1 2 218,10-4-861,3-3 540,9 0 0,2 0-272,5 0 1,-2 0-79,9 0 1,1-7-462,6-1 1,0 1-593,0 7 1688,1-9 0,37-41 0,9-18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2:01:20.2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616 43 7986,'12'0'-458,"-2"-3"354,-10-4 556,0 5-113,0-8 49,0 10 73,0 0-109,0-9-144,0 6-139,-10-6 0,5 9 12,-9 0 1,7 0-67,-7 0 0,7 0 192,-7 0-228,0 0 0,-8 7 65,1 0 1,0 0-78,0-7 0,-1 3 95,1 4 0,-3-5-55,-4 5 1,12 3-8,-6-3 1,6 2 6,-5-2 0,6-2 58,1 9 1,2-7-25,-2 7 0,-5-7 19,5 8 0,2-4-16,-2 4 1,7 3-51,-7-3 1,9-4 41,-2 4 0,-2-1 17,2 7 1,-8-7 51,8 0 0,0 1 10,7 6 1,-7 0 6,0 0 1,-2 1-10,2-1-52,4 0 0,-13 0 10,9 1 0,0-1 74,7 0-58,-10 0 0,8 1-105,-5-1 0,2-7 77,-2 0-45,5 0 1,-8 8-39,10-1 0,0-7 105,0 0-109,0 0 52,0 8 1,0-1-4,0 0 0,2-7-7,6 0 0,-6-7-106,5 8 86,-5-11-13,8 15 6,-8-7 0,15 2 22,-10 0-11,9-9 0,-11 12 1,9-10 1,-7 2-5,7-2 0,-7-4 5,8 4 0,-8-3-2,7 4 1,-7-6-5,7 5 0,-7-5-1,7-2 1,-2 3 207,2 4-195,5-5 0,-7 8 55,9-10 0,-6 0-27,-1 0 81,0 0 1,7 7-76,0 0 1,-6 0-93,-1-7 37,0 0 1,0 0-25,0 0-39,-9 0 96,14 0 26,-17 0-50,17 0 0,-14 0 83,9 0 1,-7 0-70,7 0 0,-7 0 80,7 0 0,-6 0-85,6 0 1,-7 0 17,7 0-48,0 0 0,7 0 48,1 0 0,-8 0-28,0 0 1,0 0 14,7 0 1,-6 0 63,-1 0 0,-7 0 9,7 0 0,-2-3 101,2-4-157,5 5 1,-7-7 12,9 9 0,-7-7 139,0-1 1,-7 1-126,7 7 0,-6-7 51,6 0 1,-7-2-42,7 2 0,-7 4 123,7-4-122,-9-5 0,11 1-7,-8-11 0,1 8-24,-2 0 0,-5 7 4,6-7 0,-6 0 14,-2-8 1,7 8 50,0 0 12,0 0 0,-4-7-59,4-1 1,-5 8 29,5 0 0,-5 7-65,-2-7 1,3 2 16,4-2-13,-5-5 0,8 7-87,-10-9 1,0 7-3,0-1 1,0 8 87,0-7 0,0 7-111,0-7 90,0 0 0,0-7 57,0-1 0,0 8 10,0 0-23,0 0 1,0-7-91,0-1 0,-7 8-1,-1 0 0,-6 0-92,7-7 1,-9 6 81,2 1 0,-3 0 49,3-7 0,-5 2-22,5 5 1,-5-5-125,-2 5 0,-1-3 45,1 3 0,-2-5 33,-6 5 0,6 2-41,-6-2 1,3 7-129,-2-7 1,2 7-125,-9-8 0,9 11 70,-3-3 0,-1 4-944,1 3 814,1 0 0,7 3-599,-1 4 1,8-3-109,0 11 1135,9-1 0,-23 35 0,4 8 0</inkml:trace>
  <inkml:trace contextRef="#ctx0" brushRef="#br0" timeOffset="391">234 191 8208,'0'-12'2144,"0"3"-1565,0 9 241,0 0-846,9 0 133,3 9 0,7 3 95,-5 10 0,5-1-162,-5 0 0,5 3 105,2 4 1,8-2-187,-1 9 1,7 1 47,-6 6 0,6 1 65,-6-1 1,6-2-20,-7-4 0,8 2-27,-8-10 0,0 0-137,-6-6 1,-1-1 89,0 0-151,0 0 1,-2-7 40,-5 1-511,-4-11 49,-10 6-192,0-10-554,0 0 1339,0-10 0,0-30 0,0-16 0</inkml:trace>
  <inkml:trace contextRef="#ctx0" brushRef="#br0" timeOffset="691">978 213 8049,'0'-12'2082,"-10"-7"-1653,8 16 0,-10-6 98,5 9 0,2 0-90,-9 0 1,-2 2-69,-13 5 1,6 5-79,-6 10 1,-4 1-50,-2 5 1,2-2-77,-3 10 1,1-1 14,-8 8 1,1-1 10,-1 1 1,1 6-15,-1 1 0,-2 0-192,-4-8 0,4 1 30,-5-1 1,6-7-230,1 1 0,3-10 137,5 2 0,4-11-755,10-3-129,9-9-514,2 4 834,10-9 0,10-2-352,4-5 1,7-3 991,8-4 0,51-33 0,-29 23 0,-1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8:28.133"/>
    </inkml:context>
    <inkml:brush xml:id="br0">
      <inkml:brushProperty name="height" value="0.053" units="cm"/>
      <inkml:brushProperty name="color" value="#FF0000"/>
    </inkml:brush>
  </inkml:definitions>
  <inkml:trace contextRef="#ctx0" brushRef="#br0">4465 9667 7924,'0'-14'-218,"0"0"1,5 0 1289,-1-1 1,1 1 594,-5 0-1496,0 6 0,0 3 1,0 10-1,0 4 1,0 4 625,0 1-612,0 1 1,0 3-1,0 3 1,0 1-1,0 2 422,0-2-556,0 5 0,0-7 0,0 6 0,0-4 0,0-2-242,0-2 193,0-3 1,0 0 0,0-1-86,0 0 397,0-6 0,0-3-370,0-10 0,0-5-24,0-8 1,0-6 0,0-8-1,-2-3-132,-2-1 0,2-2 0,-3-3 0,2 2-123,-2 1 299,4 6 0,-5-1 1,4 9-1,-3 7-531,-4 6 655,2 5 0,-5 7 0,2 5 138,-2 9 1,-2 0-70,-1 9 1,-4-5 0,0 3 0,4-1-550,4-4 0,-2-1-420,3-2 637,4-6 1,1-2 0,10-7 0,6-4 0,8-6-758,10-6 878,5-5 0,7-5 0,-1 1-135,-2 3 1,-2 5 424,2-1 1,-8 10 0,-8 4-98,-1 4 0,-4 2 1,-9 4-1,-8 6-31,-8 6-219,-5-1 0,-6 9 1,-1-4 77,-2 1 33,4-5 0,-2 4 0,6-7 0</inkml:trace>
  <inkml:trace contextRef="#ctx0" brushRef="#br0" timeOffset="1">3199 8828 7529,'0'-14'734,"0"6"0,0-4 0,2 4-186,3 0 0,3-3 0,7 6 0,6 0 0,7 1 1,10-1 681,8 2-1189,11-5 0,0 5 0,0-5 1,-8 1-1,-7 4 67,-4 2 1,-11-1-1078,-13-3 101,-6 4 1,-16-4 102,-6 10 0,-2 1 1,-7 5-1,-3-1-1698,0 1 2308,-3 1 0,5 1 0,1-2 155,-3-2 0,-13 1 0,-5 4 0</inkml:trace>
  <inkml:trace contextRef="#ctx0" brushRef="#br0" timeOffset="2">3413 8800 7906,'14'-14'-107,"-5"4"1,1 2 1961,1 2-682,-5 1 1,7 1 574,-4-1-1308,-2 0 1,-1 11-1,-6 4 261,0 3 0,0 1-439,0 0 0,0 0 0,0 0 0,0 1-148,0-1 0,-5 0 1,1 0-1,0 0-41,3 1-365,1-7 0,0-1-1211,0-2 240,0-3-101,0 4 1,0-7-1625,0-4 2988,0 3 0,0-23 0,0 1 0</inkml:trace>
  <inkml:trace contextRef="#ctx0" brushRef="#br0" timeOffset="3">20161 5772 7933,'0'-14'242,"0"-1"0,0 1 1,0 0-1,0 0 1,0 0 2201,0-1-1839,0 1 0,0 5 0,0 2-338,0 6 1,0 4 0,0 11-1,0 0 1,0 1 192,0-1 0,0 5 1,0 1-1,0 2 219,0 4-369,0-6 0,0 7 0,0-3 3,0 3 0,0 1-193,0 0 0,-5 1 1,1 1-1,1 1 168,1 3-157,2 5 0,0-7 0,0 7 0,0 4 0,0 1 96,0-3-155,0 2 0,5-7 0,-1 8-85,0 4 1,-3-9 0,-1 4 0,0-2 184,0 0-94,0 2 1,5-2-1,0-2-41,-2-1 1,-2 0 0,-1 5 0,0-1-112,0 1 17,0 0 1,0-5 0,0 0 10,0 1 1,0 2-1,0 2 1,0-1-62,0 1 85,0-7 1,0 4-1,0-4-18,0 5 0,0-8 0,2 7 0,1-4 71,2 2-30,0-3 1,-5 9 0,0-4 25,0-1 1,0-4-1,0 3 1,1 1-5,4 2-13,-3-4 1,4-3 0,-6-5 28,0-1 1,0 1 0,1-2 0,3-4 196,0-4-224,1-9 0,-3-2-653,2-4 31,-2-2 26,4-2 0,-6-10-442,0-9 1,-6 2 0,-4-5 0,-2-2 1025,-2-3 0,-10-24 0,-4-11 0,-3-11 0,0 0 0</inkml:trace>
  <inkml:trace contextRef="#ctx0" brushRef="#br0" timeOffset="4">20247 5729 7826,'-8'-6'60,"0"4"0,5-4 0,-4 1 0,1-1 477,0-2 0,-4 3 1,4-3-1,-1 1 1120,1-1-1174,1 4 0,5-3 477,0 2-970,0 3-62,0-4 1,2 6 0,4 0-1,9 0-289,7 0 556,11 0 0,3 0 0,8 0-27,4 0 0,-2 0-52,6 0 0,-5-5 0,4 0 0,-1 2 83,1 2-132,1 1 0,0 0 1,0 0-1,3-2 0,5-1 321,7-2-335,-4 0 0,7 5 0,-4-1-66,3-4 1,-1 4-1,2-4 1,3 3-159,-1 2 112,-5-6 1,0 4-1,-5-2-207,-2 2 0,-8 2 151,-4 0 0,-4 5 0,-1 0 0,-1-2-174,1-2 267,-1 6 0,3-6 0,1 4 1,1-4-1,0-1-54,2 0 247,-4 0 0,8 0 1,-5 0-77,-3 0 0,6-1 0,0-2 0,-1-2 68,-3 2-140,4 1 1,1-2-1,10-1-60,4 2 1,-1 1 0,3 0 0,4-1-51,7-1 28,-37 1 0,0 1 0,1 2 0,-1 0 1,1 0-1,-2 0 38,40 0 1,-40 0-1,0 0 16,35 0 0,1 0 0,-3 0 0,2 1-171,-2 4 138,-1-3 0,-6 9 0,0-5 0,3 0 0,1 2-6,-1 0 55,-9-5 0,7 8 0,-5-4-21,2 1 0,-5-5 23,2 2 0,-9-2 0,0 0 0,2 2 6,5-2 0,-2-2 0,4-1 0,-2 0 146,2 0-109,-4 0 0,12 0 1,-6 0-1,3 0 1,-1 0 233,2 0-266,1 0 1,7 0-1,-2 0 5,-4 0 0,0 0 10,-9 0 0,5 0 0,-2 2 1,-1 1-65,0 2 0,10 0 0,-1-5 0,4 1 32,2 4-15,-38-4 1,2-1-1,0 4 1,1 0 0,4-2-1,1 0 1,1 0-1,1 2 1,2-1 0,-1 0 105,1 0 0,0 0-63,0 3 0,1 0 0,-1-5 0,0-1 0,0 3 0,0 0 73,0 1 1,-1-1 0,-2-2 0,0 1-18,-4 3 0,0-1 0,-3-2 1,-2 0-1,25 2 0,-8-2-255,-8-2 104,1 0 1,-7 0-1,1 0 1,-6-2-1,-3-2-105,-4-6 152,-1 4 0,-1-1 1,-2 6-61,-4-4 1,-2 4-315,-7-4 0,-1 5 1,-5 5-2072,-8 4 1596,-13 4 0,-23 1 862,-17 0 0,-5-4 0,-8 1 0,-9 0 0,0 0 0</inkml:trace>
  <inkml:trace contextRef="#ctx0" brushRef="#br0" timeOffset="5">23232 5729 7935,'0'-14'247,"2"1"0,1 2 0,2 2 2041,-2-2-924,-2 4-1088,-1 1 1,2 8 0,1 2 204,2 6-392,6 3 1,-9 1-1,4 0 1,-1 0-1,1 0 138,2 1-111,-5 5 1,3-2-1,-4 4 1,1 0-1,2 0 654,-2 3-608,-1-4 0,-2 6 1,0-4 85,0 4 1,0 6-89,0 0 1,0 1-1,0-6 1,0 2 794,0 3-847,0-3 0,1 10 0,2-7 0,2 0 1,-2 0 220,-1 0-304,4 7 0,-4-8 0,2 4 4,-2-1 0,-2 3 23,0-5 1,0 5 0,0-5 0,0-2-9,0-1-85,0-1 1,0 1 0,0 1 0,0 3 0,0-3 48,0-1-27,0-1 0,0-1 0,0 0-17,0 1 0,0-2 0,0-2 0,0-1 37,0 1-7,0 2 1,0 1 0,0-1-5,0-3 1,0 3 0,0-4-1,0 4-28,0 2 104,0-1 1,0 5 0,0 0 59,0-1 1,0 4-1,-2 1 1,-1 1 339,-2 0-416,1-7 0,2 10 1,-1-4 27,-2-1 1,-1 3 0,3-4 0,-2 0 147,2 0-189,1-2 1,-2-5 0,-1 1-170,2-1 0,1 0 103,2 1 1,0-2 0,0-4 77,0-4-114,0-3 26,0-2-303,0-6-76,0-1-415,0-7 1,0-2-2000,0-3 1391,0 4-1801,0-6 3242,0 1 0,-13-33 0,-2-15 0</inkml:trace>
  <inkml:trace contextRef="#ctx0" brushRef="#br0" timeOffset="6">20232 6412 7790,'0'-15'100,"0"6"1,-1-1 3819,-4-1-2814,3 5-1040,-4-7 1,8 12-1,2-4 1,7 4-1,7 2 609,6 4-600,2-4 1,8 7-1,0-5 1,4 4-1,5-1 194,3 0-178,1-1 1,-4 0 0,1 1 0,3 1 0,4-1 231,-1-3-249,6-1 0,-6-2 0,7 0 33,0 0 0,3 0-56,-3 0 1,3 0-1,-9 0 1,1 0 177,0 0-283,0 0 1,-2 0 0,-1 0 0,-1 0 0,1 0-95,1 0 115,2 0 0,1 0 1,-3 0 1,-1 0 1,-1 0 70,-6 0 1,6 4 0,-1 1 0,0-2 264,2-1-229,-4 4 0,10-4 0,-3 2 1,3-2-1,2-2 679,0 0-575,6 0 1,-3 0 0,7 0 146,1 0 1,1 5-248,2 0 0,-5-1 0,-1-4 1,-2 2 183,-3 3-370,-1-4 0,-2 5 1,1-4-1,4 1 1,3 2-210,-1-2 257,6 5 1,-5-6 0,7 4 61,4 0 0,-3-4 0,3 3 0,-4-4 264,-1-1-108,1 0 1,-3 0-1,-4 0-50,-8 0 1,-7 0-75,-7 0 0,1 0 0,3 0 0,4 0 6,0 0-52,4-6 1,0 3 0,8-5 0,2 1 0,1 4-106,-1 2 155,11-6 0,-10 6 0,12-4 0,-4 3 0,-3 2 182,-6 0-228,-11 0 0,-5 0 0,-7 0 0,1 0 0,0 0-559,-1 0 422,1 0 0,6 0 1,5 0 54,6 0 0,4 0 126,7 0 1,1 0 0,-1 0 0,1 2 75,4 3 0,-5-4 1,2 4-1,-7-2 128,-3 2-215,-1-3 0,1 4 0,2-6 0,0 0 0,-2 0 31,0 0-20,2 0 0,6 0 1,-1 0-65,-4 0 0,-3 0-29,-6 0 1,0-2-1,-3-1 1,-7-2-263,-9 2 0,-8 0-111,-6-2-224,-10 4 0,-10-6 1,-8 7-1,-9 0-3300,-9 0 3288,-8 0 0,-21 5 1,-7 2 663,-12 0 0,21-7 0,-12-3 0,-9-1 0,-3 0 0,3 0 0,-9 0 0,0 1 0,1-1 0,-1 1 0,0-1 0</inkml:trace>
  <inkml:trace contextRef="#ctx0" brushRef="#br0" timeOffset="7">21242 5914 7918,'-8'-6'595,"-3"3"1,4-5 0,1 0 2153,0 0-2497,1 5 0,7-4 1,2 7-1,9 0 0,8 0 1,10 0 914,9 0-1024,-1 0 1,16 0 0,-2 0-1,0 0 1,-1 0-99,-4 0 1,-7 0 0,-6 0-660,-7 0 434,-15 0 0,-2 0 0,-16 0-483,-4 0-198,-10 0 0,-5 2 0,-9 1 30,-5 2 0,3 4 0,2-2 1,3-1-159,1 0 922,1-1 1,1 0-1,3 0 359,6-2 0,6-2 1362,3-1-358,6 0-163,-4 0 1,9-4 0,3-3 1652,4-1-2593,-2 5 1,1-2-8,-4 10 1,-2 3-1,3 8 1,-4 3 420,-1 4-680,6-2 1,-2 6-1,4-3 96,-2 2 0,0 3 0,-3-2 1,2-2-960,-2-1 700,-1-7 1,-2 4-1,0-7-357,0 0 1,-2-5 357,-3 1 1,-2-7 0,-8 2-1,1-4-244,0-1 443,0-6 0,-4 3 0,3-5 0,2 0 566,0 0-247,7 5-171,0-10 0,7 7 0,6-3 0,5 4 5,6 3-66,7 2 1,-3 0 0,5 0-468,-4 0 0,4 0 1,-3 0-1,3 0-1049,1 0 401,1 0 0,-2 0 1,-2 0-45,-1 0 0,-5 0 642,4 0 1,-5 0 465,1 0 0,9-25 0,2-7 0</inkml:trace>
  <inkml:trace contextRef="#ctx0" brushRef="#br0" timeOffset="8">21853 6070 7918,'0'-7'0,"0"-6"0,0 3 1718,0-2-917,0-2 1,0 4 0,0 1 879,0-2 284,0 4-1460,0 1 1,0 7 0,0 6 63,0 7-195,6 0 1,-4 8 0,3-3 42,-4 5 1,4 1-330,0-1 1,0 3-1,-4-5 1,2 2 287,2-1-639,0-5 1,-5 2 0,0-6-1,0 1-818,0-1 858,0-6 0,-2-3-39,-3-10 0,2-5-129,-6-9 1,1-3 0,-2-8 0,4-5-690,0-7 908,4-7 1,-3-2 0,10 5 0,5 5 0,4 7-906,5 4 1223,3-2 1,2 23-1,-2-1 284,-2 7 0,4 5-212,-5 2 1,0 6-1,-6 7 1,-4 2 992,-4-2-814,-4 6 0,-2-6 1,-6 5-1,-7-1 0,-9-2 957,-9 1-1446,2-4 0,-11 1 0,5-6-805,-1 0 1,-1 4-1,8-9 1,5 0 896,3 1 0,22-3 0,9-4 0</inkml:trace>
  <inkml:trace contextRef="#ctx0" brushRef="#br0" timeOffset="9">23716 6014 7804,'0'-8'144,"-2"-8"1,-1 5-1,-2 0 1,2-2-1,0 2 1,0 0 1767,-2 2 462,0 5-1449,-1-8 1,4 12-689,-2 0 1,2 6-1,2 8 1,2 0 296,2 1 1,-2 0-366,3 4 0,1-3 1,-1 3-1,-2-3-8,-2-2 1,-1 0 0,0 1-219,0-1-43,0 0 0,0-4-125,0-1-81,0-6 1,0 2-1,-1-11-492,-4-9 599,4 1 1,-6-13 0,7 4 0,0-4 0,2 0-326,3 3 519,-4-3 1,12 12-1,-4-4-9,4 3 1,3 3 159,3 4 0,-4-2 0,6 6 0,-2 3 572,0 5-444,0 5 1,-5 11 0,0 2 0,-1-1 0,-4 3 1102,-4-1-1141,-3-5 1,-2 8-1,0-4 305,0 1-645,0-5 0,0 4-164,0-7-526,-7-6 0,6-5-601,-4-12 1065,3-1 0,4-12 1,3 3-339,4-5 1,4-2 480,1-3 0,5 5 0,2 2 0,-1 2 178,1 2 147,4 3 1,-3 2-1,5 3 1,-2 6-1,-3 2 913,-1 2-717,-2 6 1,-7 4 0,0 7 0,-5 4 0,1-1 1384,0 1-1226,-5 4 0,4-9 1,-7 5 36,0-1 0,0-4-296,0 3 1,0-3 0,-2-2-767,-3 0-328,4-6-2249,-12-2 459,12-6 631,-6 0 1,7-1-573,0-4 2591,7-3 0,25-15 0,13-6 0,6-2 0,-1 0 0</inkml:trace>
  <inkml:trace contextRef="#ctx0" brushRef="#br0" timeOffset="10">24498 5985 8785,'0'-14'3818,"0"4"-2374,0 1 65,0 6 1,0-5 538,0 3-1750,0 4 1,0-4 6,0 10 1,0 2-1,0 9 1,-2 2-326,-3 1-34,4 0 1,-7-1-1,5 1-58,-2-1 0,0-2 1,4-2-1,-3 0-960,0 0 376,-1 0 0,5-4 308,0-1 0,-2-5 0,-1-1-236,-2-6 242,1-5 1,4-8 0,1-3-81,4-5 0,-2-7 332,7-2 1,1-1-1,6 7 1,2 2-139,-2 2 380,-1 5 1,3-1 0,2 10 0,-1 4 0,1 3 839,-4 2-846,5 13 1,-6-2 0,3 13 85,-3 1 0,-2 2 588,0 1 0,-6-1 1,-1-2-1,-3-1 555,1 1-1328,0-4 1,-5-1-1,0-5-400,0-1-2511,0-6 1618,0-2 0,-2-6 0,-1-1-3259,-2-4 3709,-6 3 0,3-10 836,-6 2 0,-44-34 0,23 17 0,0 0 0</inkml:trace>
  <inkml:trace contextRef="#ctx0" brushRef="#br0" timeOffset="11">24526 6056 7853,'-8'0'2025,"-3"-1"292,6-4-784,1 3-932,4-4 0,1 4 1,6-1-1,5-1 385,6 0-1066,7 3 0,-3 1 1,8 0-1,2 0 0,1 0-478,-2 0-539,-1 0 1,-6 1-1,-2 3-275,-1 0 1,-2 1 1371,-5-5 0,13-6 0,3-2 0</inkml:trace>
  <inkml:trace contextRef="#ctx0" brushRef="#br0" timeOffset="12">25180 5999 8137,'0'-14'2847,"0"5"-328,0-1-1411,0 1 1,0-1 429,0 1-1259,-6 6 1,3-4-187,-7 7 0,-4 2 110,-5 3 1,-2 2 0,4 8 0,-4 0-65,-1 4 0,5-1 0,0 4 1,4 0-24,3 0-34,7-4 1,-1 2 0,8-6-98,6 0 1,6-1 0,6-2-1,6-3-654,2-2 400,7-1 0,-7-5 0,3 0-823,-3 0 0,-2 0 1,1-1-1,-1-3-2191,0 0 3283,-5-7 0,-3-16 0,-6-11 0</inkml:trace>
  <inkml:trace contextRef="#ctx0" brushRef="#br0" timeOffset="13">26502 5886 7844,'0'-15'-164,"0"6"1,0-1 0,0-1 0,0-1 0,0-2 1953,0-1-1378,0 7 0,7-3 1210,2 7 490,-3-1-307,1 5-1410,-7 6 0,0-3 0,0 7 813,0 1-881,0-5 1,0 7 65,0-4 1,0 4-93,0 1 1,0 0 0,0 1-1,0-1 336,0 0-489,0 0 1,0 5-1,0 0 1,0 0-1,0 2 229,0 2-288,0-2 0,0 6 1,0-4 74,0 4 0,0 6-76,0 1 0,0 0 1,1-2-1,2 1 40,2-1 1,5 2 0,-4 0-1,0-3-109,1-1 45,-3-1 1,-2-1 0,1 1-136,2-1 1,0 0 0,-5 1 0,0 1-57,0 3 84,0-3 0,0 10 1,1-7-74,4-2 1,-2 4 0,5 0 0,-2 1-235,-3 4 328,-1-6 0,3 6 1,0-5 41,-2 1-1,-2-3 1,-1 3 0,0-1 180,0-3-208,0-2 0,0-2 0,0 1-56,0-1 1,2-1-1,1-2 1,2-1-13,-2 1 51,-2 2 1,4-3-1,0-1-27,-2 3 1,-1-4 0,-1 2 0,2 1-47,2 2 89,0-5 0,-5 5 0,0-4-37,0 4 1,0 0 0,0-2 0,0-1-63,0 1-10,0 2 1,0-2 0,0 1 99,0-1 1,0 5 52,0-6 1,0 2 0,0 3-1,0-1 95,0 1-76,0-1 1,0 1 0,0 1-1,2 1 1,1 2 459,1-1-361,1-2 0,-5-2 0,0-1 133,0-3 0,5 3-186,0-3 0,-1-2 0,-2 0 0,1-2 135,2-2-112,0-9 1,-4 2-541,4-6-122,-4 0 1,6-7-199,-7-3 0,0 2-969,0-6 0,0 4-639,0-4 1226,0-1 1,0 1 1118,0-1 0,-7-50 0,0-17 0</inkml:trace>
  <inkml:trace contextRef="#ctx0" brushRef="#br0" timeOffset="14">27341 6540 7696,'-8'0'1344,"0"0"300,4 0-1397,2 0 0,-4-2 1,7-1-1,4-2 112,5 2 1,-3-3 0,3 1 0,1 2 191,2 1-452,7 2 1,-2 0-1,4 0 1,0 0 0,0 0 305,3 0-304,8 0 1,0 0-1,9 0 1,2 0-1,2 0 249,3 0-285,1 0 0,7 2 0,0 1 0,0 2 0,0-1 254,-1 3-122,1-6 1,-5 6 0,-1-7-43,-2 0 0,-2 4 0,-6 1 0,-3-2 26,-4-1-161,2-2 1,-6 0 0,3 0 182,-3 0 1,0-5-91,3 0 0,-3-1 0,5 3 0,-2-4 161,0 0-134,1 3 0,-3-2 1,-1 6-1,-5 0 0,-1 0 436,-2 0-537,-4 0 1,2 0-428,-6 0-323,1 0-1640,-7 0 1498,-2 0 1,-8 0-1,-2 0-641,-6 0-819,-3 0 2313,-7 0 0,-42-20 0,-18-10 0,20 9 0,1-1 0,-1 1 0</inkml:trace>
  <inkml:trace contextRef="#ctx0" brushRef="#br0" timeOffset="15">27085 5985 7749,'-14'0'388,"5"0"0,-1-1 0,-1-3 1720,-2 0-1593,5-1 1,2 3-1,8-1 1,2-2-1,8 2 161,5 2 1,5-4-540,6 0 1,2 0 0,2 5 0,1 0 0,0 0 0,1 0-79,-1 0-147,-6 0 1,-1 0 0,-3 0 0,-1 0-1217,-3 0-1850,-4 0 2428,-7 0 0,-8 0 0,-11 2 1,-4 1-713,-4 2 1245,-7 6 0,6-9 1,-4 2 192,5-2 0,3 3 0,2-1 0,0 0 322,0-3 1716,6-1 913,1 0-1626,7 0-564,0 0 1,5 2-115,0 2-457,0-2 0,-1 11 0,3-2 149,1 6 0,-4 0-120,6 7 1,-7-5 0,3 5 0,-1-1 236,0 0-385,0 3 1,-5-10 0,1 3 0,2-1-1085,2 1 541,0-4 0,-5 1-374,0-6 0,1-7 0,4 2-2520,5-4 2614,-4-1 752,6 0 0,9-63 0,-6 23 0,0 1 0</inkml:trace>
  <inkml:trace contextRef="#ctx0" brushRef="#br0" timeOffset="16">27583 6099 7761,'-8'0'0,"-3"-6"0,5-4 2523,-2-3-1538,5 6 1,-4-6-1,9 5 697,3 0-1502,9-5 1,9 12 0,9-4 0,3 4 0,0 1 428,-1 0-587,6 0 0,-10 0 0,3 0-848,-3 0 1,-3 0-1,-3 1-2333,-5 4 2008,-10 3 0,-3 1 1,-7-1 1150,-4-2 0,-30-1 0,-14-5 0,-5 0 0,-1 0 0</inkml:trace>
  <inkml:trace contextRef="#ctx0" brushRef="#br0" timeOffset="17">27725 6085 19136,'6'8'222,"-4"4"0,3-2-196,-4 2 0,-1 2 0,0 1 0,0 1-282,0 2 1,5-2-1,0 3 1,-2-3-1585,-2-2 832,-1 0 0,0 1 1,0-1-1953,0 0 42,7-6 2918,-6-2 0,25-18 0,-3-4 0</inkml:trace>
  <inkml:trace contextRef="#ctx0" brushRef="#br0" timeOffset="18">28052 6085 7923,'-6'-15'1097,"4"8"1,-4-6 964,6 3-1445,0 4 0,-2 0 833,-2 6-1192,2 6 0,-3 7 0,8 6 243,2-2 1,0 4-326,-5-2 1,0-1-1,0-2 1,0 2-130,0 1-106,0 0 0,1-5 0,3 0 0,0 0-482,-1 0 233,-1 1 1,4-7-153,4-4 0,7-2-21,2-2 1,5 0 0,-4 0 0,1 0-1136,-1 0 1136,6-6 1,-10 4 0,3-3 0,-4 2-1713,0-2 1665,-8 4 0,1-6 527,-3 7 0,-29-12 0,-1-4 0</inkml:trace>
  <inkml:trace contextRef="#ctx0" brushRef="#br0" timeOffset="19">28535 6170 7773,'-1'-14'554,"-4"-1"-280,4 1-341,-6 6 1,7 0 36,0 4 79,0 2 0,-1-4 48,-4 6 764,3 6 1,-10-4-202,2 2 0,2-2-156,-1-2 0,-2 0 0,-7 0 0,-1 0 2,2 0 0,1 2 1,2 1-14,0 2-853,0-1 195,6-4 0,3 7 0,10 2 0,6 4-462,6 1 601,-1 0 1,11 0-1,-5 2 161,0 3 1,3-3-68,-6 3 0,0-3 0,-5-2 0,-1 0 319,-3 0-184,-4 1 0,-3-1 0,-3-2 1,-6-2 690,-5-5-931,-10-4 0,1 4 1,-6 0-681,3-2 0,5-2-1047,-1-1 1,3 0 0,2 0 1763,0 0 0,0-6 0,0-2 0</inkml:trace>
  <inkml:trace contextRef="#ctx0" brushRef="#br0" timeOffset="20">28379 5772 7806,'-6'-14'-78,"-2"-1"0,-2 1 919,1 0 32,6 6 0,-10-3 1153,4 6-1767,2 1 0,3 4 0,8 0 56,6 0 0,4 0 0,3 0 0,4 0 105,1 0-318,2 0 0,9 1 1,0 2-140,-1 2 1,2 0 6,0-5 0,3 1 0,-3 3 0,-3 0-143,-1-1 0,-8-1 0,-3-2-267,-3 0 279,-8 6 363,-2-4 0,-7 4 57,-4-6-215,3 0 12,-10 0-39,4 0 1,-6 0 272,-1 0-245,8 7 0,-6-6 0,5 5 0,-1-1 101,-1 0-57,7 0 1,-8-4 0,5 2-17,-2 2 12,5 0 1,-10 0 200,3-1 93,4 7 0,0-7 520,6 5-344,0-6 40,0 10-372,6-5 0,-4 1 1,4-1-1,-1 0 363,-1 0-437,1-5 0,-5 10 1,0-4-1,2 4 463,3 1-570,-4 0 1,5 0 0,-6 1 122,0-1 0,5 0 1,0 2-1,-2 1 426,-1 2-460,-2 0 1,0 2 0,0 1-96,0 0 0,0 3-93,0-6 1,-2 6 0,-1-1 0,-3 1-22,-2-1 63,5 3 1,-9-10-1,6 5 1,0 1 0,-1-3-262,4 1 216,2-2 1,1-5 0,0 0 24,0 0 0,0-4 225,0-1 1,0-4-1,0 4 391,0 2-402,0-4 0,0 1 126,0-4-288,0 4 0,0 2 0,0-1 0,0 2-155,0 2 145,0 1 0,0 0 0,0 1 1,0 0-1,0 4-174,0 5 173,-7-3 1,6 5 0,-4-3 6,4-1 0,1 5 4,0-4 1,0 4 0,0 2 0,0-1-23,0 0 0,0 1 0,0-2 0,0-2-160,0-1 107,0-1 0,0 1 1,0 0 8,0 1 1,0 2-1,0 1 1,0 1 88,0-1-52,-7 1 0,6-1 0,-4 0 1,3 1-1,2 1-39,0 3 104,-6-3 1,4 10 0,-2-6-7,2 3 1,2-4 0,0 3 0,0 2-187,0 3 93,0-8 1,0 10 0,0-11 48,0 1 0,2 1 1,1-2-1,2 1-66,-2-1 50,5-2 0,-7-2 0,6 1-5,-1-1 1,-3-1 0,5-2 0,-2-1 29,-3 1 54,5-4 1,-6 6 0,3-5-65,-4 0 1,-1 3-1,0-4 1,0 1 9,0 3 90,0-4 1,0 4 0,0-5-65,0 3 1,0-5 0,0 5-1,0-1 46,0 0-122,0 2 0,0-1 0,0 1-22,0 1 1,0 0 13,0-1 0,0 3 0,-1-3 0,-3 1-96,0-1 160,-1 2 1,5-10-1,0 3 1,0-3 35,0-2-12,0 0 79,0-6 343,0-1-158,0-7-707,0 0 1,0-7 0,0-2-1241,0-4-315,0-1 0,0 0 0,0 0-2156,0-1 4112,0-5 0,-26-24 0,-20-17 0,-2-2 0,10 11 0,1-1 0,-1 1 0,1-1 0</inkml:trace>
  <inkml:trace contextRef="#ctx0" brushRef="#br0" timeOffset="21">20232 8160 7771,'-6'-14'168,"4"6"0,-6-5 0,5 4 0,-1-4 1733,0-1-1600,3 6 0,1 4 0,0 8 0,1 6 0,3 2 1,0 3 341,-1-1 1,4 5 0,-2 1-1,-1 2 227,3 4-753,-6 1 1,6-4 0,-7 1 0,1 1-1,2 0 496,2-1-496,0 3 1,-5-6 0,0 4-5,0-1 1,1-1-67,4 6 1,-3-6-1,4-1 1,-1 1-102,-1-1 1,1-5 0,-3 2 0,1-3-2,2-2 53,-1 0 1,1-4 0,0-1 171,-2 2 1,-1-3 229,-2 2-328,6-7 1,-5 5 114,4-4-161,-3-2 1,-1 4 44,4-6-100,-3 0 1,4 2-1,-4 1-169,2 2 192,-2 0 1,6-5 0,-5 1-24,2 4 0,1-4 136,-1 4 0,-2-3 1,6-1 166,2 4-214,-4-3 1,5 4 0,-1-6 0,5 0 0,5 0 288,1 0-233,-5 0 1,10 0 0,-3-2-86,3-2 0,1 2-39,1-3 1,-1 4 0,0 1 0,1 0 18,-1 0-83,1 0 1,1 0-1,1 0 1,3 0-1,-3 0-14,-1 0 90,-1 0 1,-1 0-1,0 0 48,1 0 1,-1 0 82,1 0 1,4 0 0,0 0-1,-1 0-28,-2 0 0,-2 0 1,1 0-1,-1 0 157,0 0-240,1 0 1,-5 0-1,-1 0 1,3 0-1,-1 0 60,-1 0-139,2 0 1,-3 0-1,5 1 12,0 4 0,6-3 1,-1 2-1,0-2 14,2-2 30,1 0 1,5 5 0,-1-1 7,-2 0 1,-2-3-5,2-1 0,4 0 0,-2 2 0,3 1 15,-2 2-68,-2-1 1,2-4 0,-1 0 0,-2 0 0,0 2-95,-2 3 131,5-4 1,-11 6 0,5-7-1,-4 0 1,-1 1-8,-3 4 17,-2-3 1,5 4 0,2-6 0,3 1 0,0 3 1,-1 0 41,6 1 1,-4-5 0,7 2-33,-1 2 1,1-2-1,0 3 1,-1-2-91,1 2 80,0-4 1,-2 7 0,-3-5-9,-5 2 0,2 4 0,-1-2 0,1-1-81,0 0 104,4-1 1,-9 0 0,5 0 48,0-2 1,-3 0-18,5 2 1,-5-4-1,1 4 1,-3-3-149,-1-2 87,-1 0 0,1 0 0,-1 1 1,-1 2-1,-2 2-19,-1-2 3,-1-1 0,6-2 1,-1 1-1,1 3 1,1 0-391,3-1 424,3 5 0,5-6 0,-1 3 1,-2-4 1,-5 4 0,5 0-1,1-2 125,2-2-93,-4-1 0,2 0 0,-6 0-34,-1 0 0,0 0 0,1 0 1,-3 0-1,3 0 1,-3 0-121,-2 0 98,1 0 1,6 0-1,1 0 1,2 0-1,0 0 19,1 0-7,2 0 1,7 0-1,1 0-5,1 0 0,-2 0 0,5 0 0,4 0-75,3 0 62,2 0 0,-5 0 1,0 0-24,0 0 1,-1 0 0,1 2-1,0 1-22,0 2 55,0 0 1,0-5-1,0 0 22,-1 0 1,1 0 5,0 0 1,-5-5 0,0 0 0,1 2 38,-3 1-41,5 2 1,-10 0 0,2 0 0,-1 0 0,0 0 184,1 0-184,0 0 0,-9 0 0,0 0 0,2 0 0,1 0 69,2 0-129,-1 0 0,-4 0 0,0 0 41,2 0 1,1 0-7,1 0 0,6 0 0,-1 0 0,-1 2 22,-2 3 1,5-4-1,2 4 1,-1-3 50,-2-2-45,2 6 0,-4-4 1,4 2 37,-1-2 1,-1-2-31,-6 0 0,1 0 1,0 0-1,-1 0-54,1 0 18,0 0 1,-1-5-1,1 0 1,1 2 0,2 2-40,1 1 20,7 0 0,-5 0 0,5 0 74,-2 0 1,-3 0 26,-2 0 0,-1 0 0,-13 0 1,-1 0 49,-2 0 1,-2 0 0,-1 0 0,-3 0 132,-5 0-1,-3 0 0,-2-2-178,0-3 1,-1 2-165,-4-6 0,-2 4 1,-9-5-1,-3-1-963,-4-1 2,2-2 0,-5 6 0,2 1 0,-4 3 0,-3-1-4639,-2 2 5691,-6 7 0,-36 11 0,-14 7 0</inkml:trace>
  <inkml:trace contextRef="#ctx0" brushRef="#br0" timeOffset="22">26588 8516 7865,'8'-15'385,"-2"6"1,-5 1 0,3 0 0,0 0 1933,-1-3-1490,-1 5 1,0-2-106,2 3-650,-2 4 0,4 1 1,-6 9-1,0 4 0,0 3 844,0 3-629,0 3 1,0 6-1,0 2 1,0 2-1,0 1 612,0-2-757,0-1 1,0-1 0,0-1-14,0 1 1,0-1 0,0-1 0,0-3 143,0-5-308,0 3 1,2-8 0,1 2-115,2-5 0,1-8-271,-1 2-695,-4-4 358,6-1 1,-7-1-1936,0-4 1091,0 3 1599,0-10 0,-51-15 0,-25-5 0,24 7 0,-1-1 0,0 0 0</inkml:trace>
  <inkml:trace contextRef="#ctx0" brushRef="#br0" timeOffset="23">23318 7961 7862,'-8'0'511,"1"-1"1,6-3 1841,-4 0-857,3-1 1,-4 7 1435,6 2-2715,-6-2 1,4 11 0,-4-4 0,1 4 0,0 1 598,2 0-578,2 7 0,-4-4 1,0 7-1,2 1 1,0 3 719,-2 6-718,4-4 1,-6 11-1,7-5 92,0 0 0,0 4 1,0-5-1,0 1 380,0 3-678,0-4 0,0 0 0,0-7 193,0 1 1,5-1-51,0 1 1,-1-3 0,-4 0 0,0-4 439,0-2-500,0-1 1,5-4-667,0-1 391,0-6-406,-5-2-238,0-19 282,0 4 1,0-7 0,-2 8-4552,-3 2 3885,4-5 1186,-6 3 0,45-32 0,10-5 0</inkml:trace>
  <inkml:trace contextRef="#ctx0" brushRef="#br0" timeOffset="24">27483 5630 8128,'-14'0'-138,"0"0"1,0 0-1,-1 0 1,1 0-1,0 0 1,-2 0-725,-3 0 904,3 0 1,-4 0 0,6 1 0,-2 2 0,-1 2 0,-2-2 0,1 0 0,2 1-1,2 2 414,0 2-415,-7-5 0,6 10 0,-4-4 0,3 4 0,2 1 206,-1 0-213,1 0 0,0 1 0,0-1 0,0 0 0,1 0 224,3 1-260,-2-1 0,6 0 1,-6 2-1,5 1 1,-1 4-139,0 1 155,5-5 0,-4 8 1,7-4-5,0 1 1,-4-3 0,-1 3 0,2 0 84,1 0-96,2-4 0,0 2 0,0-4 5,0 3 0,0-3 0,0 3 0,0-2 51,0 2 1,6-3 1,-2 6 0,5-5-3,2 2 1,-3 0 0,1-4 0,1-1 55,-2 0-80,4 6 0,-4-4 0,7 3 0,-1-3 0,0-2 1,0 0-144,0 1 128,-6-1 1,7-5 0,-3 1 20,6 1 0,5-3 0,-2 0 1,1 0 4,3 0-34,2-5 0,5 8 0,-2-5-5,-3 2 1,-2-3 0,3 3 0,1-2 20,-1-3-32,1-1 0,-1-2 0,2 0 62,3 0 0,4 0 1,7-2-1,2-3 349,1-4-282,7-4 1,-5-6 0,4-1-1,-1-2 1,-6-1 0,0-2-1,-6 2 252,-7-3-264,-3-1 1,-3-1-1,-4 0 42,-4-1 1,-3 1-100,-2-1 1,-1 1 0,-2 1 0,-3 2 55,-2 1 1,-1 0 0,0 1 1,1-1-1,0-1 0,1-2-213,-4-2 141,-2 1 1,-1-5 0,-1-2-87,-4-1 1,-4-2 0,-10-5-1,-7 0-98,-5 1-69,-6-1 0,-7-3 0,-3 4 17,-5 5 0,-4 7 1,0 7-1,-3 5-372,-3 7 246,4 5 0,-10 12 0,8 5-321,5 7 1,4 5 645,9 11 0,24 27 0,7 13 0</inkml:trace>
  <inkml:trace contextRef="#ctx0" brushRef="#br0" timeOffset="25">5275 11970 8022,'-8'0'265,"-4"0"1,2 0 1023,-2 0 1,2 0-102,1 0-825,5 0 1,-2-1-76,6-4-214,6 3 1,-2-4 0,5 6 0,4 0 0,3 0 645,2 0-596,8 0 0,-9 0 0,7 0 1,1 0-1,2 0 867,1 0-960,1 0 1,4 0 0,0 0 111,-1 0 0,3 0 1,-2 0-1,-2 0 214,-1 0-471,-8 0 1,-1 0 0,-7 0-410,0 0 408,-6 0 2,-1 0 117,-7 0 0,-2 0 1,-3 0 258,-4 0-337,3 0 0,-2-5-16,3 1 1,-3-3 0,-5 2-39,4-4-42,-4 3 1,10-2 121,-6 3 1,5 2 0,-2-5-99,0 2 238,4 1 0,-4 3-358,6-2-204,0 2 363,0-4 1,0 7 397,0 4 1,5-2-1,1 7 546,2 1-583,1 1 0,6 3 107,-1-1 0,-5-2 0,-1-1 149,-2-1-459,-1-7 0,0 5-163,0-3-304,-1-4 1,-4 7 0,-1-5 0,-4 4-3180,-4 1 3000,-4-5 1,-6 9 594,0-2 0,-18 10 0,-8 4 0,-2 3 0,1 0 0</inkml:trace>
  <inkml:trace contextRef="#ctx0" brushRef="#br0" timeOffset="26">18412 10293 7864,'0'-8'497,"0"-5"0,0 4 2137,0-4-2382,0 5 1,0 3 0,0 10 0,0 5 255,0 2 0,-1 9-420,-4 2 1,4 4 0,-6 3 0,2 2 0,1 1 0,-1-1 64,-1-2-118,4-2 1,-4-4 0,4-2-24,-3-2 1,4-5-1,-4-6 88,4 2 194,1-4 1,0-3-369,0-8 1,0-4 0,0-7 0,0 0 130,0-4-334,0-3 1,0-7 0,0-1 34,0-3 1,1-2 0,4-3-1,3 5-55,0 3 243,4 2 0,-4 1 0,6 3 140,1 5 0,0 10 1,3 4-1,1 3 366,-2 2-261,5 0 1,-6 11 0,3 5 77,-3 5 1,-2 4 0,-1 7 0,-4 1 696,-4-2-606,3-1 1,-5-1 0,5-1-102,-2 1 1,-1-1 0,-5-1-1,0-3 296,0-5-708,0-4 0,-2 0-212,-2-1 0,-4-6-2221,-7-3 1364,8-4 1,-1-1-769,3 0 1,-1-6 1989,-4-4 0,-21-47 0,-1-12 0</inkml:trace>
  <inkml:trace contextRef="#ctx0" brushRef="#br0" timeOffset="27">18356 10478 13808,'6'-8'278,"2"1"1,8 7 0,3-1 247,4-4-767,4 3 1,-3-4 0,-2 6 0,0 0 0,-1 0-773,-1 0-58,-1 0 0,-9 0 0,-3 2 1071,0 2 0,-15 4 0,-8 7 0</inkml:trace>
  <inkml:trace contextRef="#ctx0" brushRef="#br0" timeOffset="28">18811 10293 8806,'0'-8'3588,"-5"0"-1382,0 3-1934,0 4 0,5-4 0,0 10 0,2 4 0,1 5 0,3 4 0,1 2 1680,-1 2-1846,5 2 1,-5 0-1,4-1 1,-5 1 0,-2-2 485,1-3-680,-2 3 0,4-6 0,-6 3 86,0-3 1,0-7-17,0 1 1,0-6 0,-1 4-230,-4-1-2,-3-3 1,-1-10-1,1-3 1,0-6 0,2-4-1268,-1-4 1279,-4-4 0,10-3 1,-4-3-1,3-5 1,4-2-887,3 2 1012,-4-3 0,12 11 1,-4-3-1,4 5 0,1 4-329,0 5 558,1 10 1,4 2 0,0 7-208,-2 0 363,-1 7 0,-2 2 0,0 8 1,-1 4-1,-4 0 877,-4-1-920,-3-1 0,-2 0 1,0 0-1,0-2 0,-2-1 629,-3-2-819,-3-6 0,-6 5 1,0-5-223,0 0 0,-5 3-108,0-7 0,-2 1 0,4-5 1,-2 0-671,2 0-1030,1 0 429,2 0 1583,12 0 0,10 0 7,16 0 0,-2 0 175,1 0 1,-5 5 0,1 0 0,-4-2 359,0-2-347,-1 6 0,0-4 1,0 6 18,1 2-175,-8 2 0,6 1-22,-3 1 1,-4-6-43,-1 0 0,-4-4 0,1 3 0,1 0 58,2 0-991,-1-5-535,-4 3-1793,0-6 3263,0 0 0,-25-38 0,-6-9 0</inkml:trace>
  <inkml:trace contextRef="#ctx0" brushRef="#br0" timeOffset="29">19280 10264 8303,'8'-6'1061,"-2"3"4500,-6-7-3298,0 7-1635,0-3 1,0 17 0,0 3 0,0 3 1338,0 4-1830,0-5 0,0 11 1,0-4-1,0 3 0,0-1 318,0-1-386,0-7 0,0 4 0,0-7-175,0 0 1,0 0-515,0 0 61,-6-6 259,4-1 1,-9-14 0,6-4-1,2-6-974,1-7 1020,2-3 1,0-9-1,2-5-182,3-5 1,3-1-1,6 4 1,0 0-1125,0 1 1492,7 12 1,-5 3-1,3 14 79,-4 4 0,4 2 0,0 9 0,-1 4-40,-2 9 494,-2-1 0,-5 13 1,-1-4-72,-2 4 0,-1-5 0,-5-1 0,-1-2 1046,-4 0-1142,-3 0 1,-6-5 0,-2 0-540,-3 0 0,-3-1 1,-7-2-1,3-3-3061,2-2 2604,-3-1 0,6-5 1,-2 0-3346,4 0 4043,3 0 0,21-25 0,4-7 0</inkml:trace>
  <inkml:trace contextRef="#ctx0" brushRef="#br0" timeOffset="30">20460 10179 7890,'6'-8'763,"-4"-5"1,4 6 1542,0-1-1952,-4 1 0,4 14 0,-6 2 0,0 4 0,0 3 0,0 2 0,0 5 1895,0-1-2066,0 5 0,0-5 0,0 6 0,0 1 0,-1-3 14,-4-2-226,3 3 1,-4-11 0,4 3 0,-1-3 22,-1-2-765,-1 0 0,3-6 0,-1-5-1480,-2-6 1694,1-5 0,4-8 1,0-3-376,0-5 1,0-7 690,0-2 0,0-7 0,0 2 0,0-1 162,0 1 80,6 3 0,2 7 0,6 1 0,0 3 0,2 5-20,3 3 590,-3 9 1,6 0 0,-5 9 192,2 3 0,2 2 0,-5 8 1,-1 0 820,-2 4-1355,-8-3 0,3 9 1,-5-6-53,2-1 1,-2-2 0,-6-2 0,-4 0 12,-1 0-166,-1 0 0,-7-6 0,-1-1-519,-2-1 1,-5-4 0,5 2-1,2-2-1212,1-2 1410,2 0 0,4 0-478,1 0 404,6 0 900,-4 0 0,9 1 0,3 3-214,4 0 1,4 6 0,1-4 0,0 0 1008,0 1-1050,1 4 1,-1-5 0,0 5-60,0-1 0,0-6 1,1 6-741,-1 1 328,0-5 0,0 1 1,0-7-889,1 0 1,-6 1 344,1 4 0,-1-3 1,5 2 738,1-2 0,-8-15 0,0-3 0</inkml:trace>
  <inkml:trace contextRef="#ctx0" brushRef="#br0" timeOffset="31">20943 10222 8134,'0'-15'944,"-1"3"1,-3 1 393,0 1 0,-3 2 317,3-1-1111,2-4 0,-4 13 0,6 0 287,0 8-331,0 11 0,0-2 0,0 7-15,0 1 0,0-2 0,0 0 0,0 1 772,0-2-979,0 5 0,0-10 0,1 5-143,4-1 1,-3-2 0,4-5 0,0 0-285,4 1-48,2-8 1,3 4-1,-1-6-608,0-2 1,0-1 0,0-2 0,2 0-3166,3 0 3217,-3-6 1,9 2 0,-6-5-984,-1-2 0,-3-2 1736,0-1 0,-14-32 0,-2-7 0</inkml:trace>
  <inkml:trace contextRef="#ctx0" brushRef="#br0" timeOffset="32">21000 10350 8134,'-14'0'0,"4"0"0,1 0 2955,-1 0 1,1 0 1096,-1 0-3578,7 0 1,3-5-351,10 0 0,2-1-357,3 1 0,-1 3 0,0-4 0,0 1-654,0 1 0,5-6 0,0 5 0,-1 2-4437,-2 2 5324,-2-6 0,-19-19 0,-4-12 0</inkml:trace>
  <inkml:trace contextRef="#ctx0" brushRef="#br0" timeOffset="33">20972 10193 8134,'0'-8'3808,"0"-4"-2980,0 4-551,6-6 1,2 6-268,6 3 1,5-1-271,0 1 1,6 0 0,-3 5 0,2 0 259,0 0 0,18 6 0,11 2 0</inkml:trace>
  <inkml:trace contextRef="#ctx0" brushRef="#br0" timeOffset="34">21427 10136 8298,'7'-6'532,"0"-2"1,-7-1 3289,0-1-2093,0 1 1,0-1 1139,0 1-2714,0 6 0,-7-2 0,0 10 1,-3 6 287,1 6-363,-1-1 0,1 11 0,-1-4 175,-1 4 0,5 3-183,1 3 1,-1-4-1,1 1 1,2-5-370,1 0 237,2-4 0,2-1 0,4-5 0,7-3 0,6-2 86,3-6-8,2-2 0,4-2 1,0-2-8,1-2 0,-1-9-16,1-6 1,-2-6 0,-2 3 0,-3-2 49,-1 0-270,-3 1 1,-8-6 0,-2 1 0,-2-1 0,-4 1-1036,-5 0 961,-5 5 0,-13 3 0,-3 7-89,-2 4 1,-3 2-1,1 9 1,-1 3-534,1 4 1015,-7 10 0,11-1 1,1 5 236,5 3 0,6 0 0,2 4 0,6 2 2551,2 1-2334,8-6 0,4 0 1,9-5 279,4 0 0,9 3 0,1-6 0,-1-3 659,-2-5-1338,-8 2 0,3-7 0,-6 5-74,-2-1 1,-1-7 0,-2 3-370,1 0-759,-7-4-1801,-2 4-150,-6-6-1694,0 0 4698,-6 0 0,-53-25 0,20 9 0,1 1 0</inkml:trace>
  <inkml:trace contextRef="#ctx0" brushRef="#br0" timeOffset="35">18213 11075 7794,'-8'-8'712,"1"-5"1156,2 4-1081,3 2 0,-6-4 0,7 6 824,1 2-1297,-3 2 0,15 1 1,-1 0-1,5 0 1,5 0 333,1 0 0,1 1-493,6 4 1,-1-3 0,2 2 0,2-2 21,1-2 1,7 2 0,-2 1 0,3 1 292,1 0-294,1-3 1,6-1 0,3 0 38,3 0 1,2 0 0,0 0 0,0 0 290,0 0-418,6 0 0,-5 0 1,2 0 127,-6 0 1,0 0-296,-7 0 1,1 5-1,-6 0 1,1-2-188,0-2 287,-1-1 0,3 0 0,0 0 1,3 0-1,-2-1-9,-2-4-49,-2 3 0,1-4 0,0 6 44,-1 0 1,-5 0 0,-4 0 0,-3 0-75,-2 0 70,7 0 0,-3 0 1,4 0-23,-1 0 0,4 0 0,-1-1 1,3-3-41,2 0 63,0-1 1,-6 5 0,1 0 1,2 0 0,-1 0 0,1 0 0,-4-2-5,-1-2-8,4 2 0,-7-4 0,4 4-19,-1-3 0,0 4 1,-4-4-1,3 4-12,-3 1-29,6-7 1,-3 6 0,4-4 27,-5 3 1,-3 2 0,0 0 0,2 0-62,1 0 115,0 0 0,-9-4 0,0-1-22,1 2 1,7 1 71,1 2 1,-2 0-1,-5 0 1,-3-2 121,3-2-143,7 2 0,-8-4 1,5 6-1,0 0 1,2 0 167,-1 0-184,-1 0 0,-3-2 0,-2-1 5,-1-2 1,-5 1-29,5 4 0,-7 0 0,2 0-16,-3 0-93,-8 0-17,-2 0-529,-6 0-348,-6 0 0,-2 0 1,-6 0-1479,0 0 1723,-1 0 0,-5 1 1,-4 2 752,-3 2 0,-15 1 0,-7-1 0,-5-1 0,0 0 0</inkml:trace>
  <inkml:trace contextRef="#ctx0" brushRef="#br0" timeOffset="36">19265 12056 7842,'0'-15'390,"0"1"1,-1 1 0,-2 2 1904,-2 2-1838,0 6 0,5-2 696,0 10-1033,0 3 0,0 6 1,0 0-1,0 0 1,0 1 454,0-1-487,0 0 1,-1 2 0,-2 1-58,-2 2 1,0 6 45,5-1 1,0-2-1,0 2 1,-2 1 107,-2 2-175,2 1 0,-4 6 0,6-1 0,0-2 0,0 1-284,0 1 187,0-3 1,0 6 0,0-4-44,0 1 1,5-4 0,-1-6 0,-1 4-309,-1 5 579,-2-9 1,0 11 0,0-11-85,0 4 0,0-3 0,0 0 0,0-1 89,0-1 23,-6 5 1,4-9-1,-3 4 26,4-2 0,1 4 1,0-3-1,0-1 405,0 1-557,0 4 0,0-8 0,-2 5 2,-2-1 1,2-2 0,-3-5 0,4 0-240,1 0 19,-7 1 0,6-6-432,-4 1-312,3-7 263,2 3-28,0-6 0,0-1 0,2-3 0,3-2-1866,4-2 2550,4 5 0,7-54 0,2-6 0</inkml:trace>
  <inkml:trace contextRef="#ctx0" brushRef="#br0" timeOffset="37">19294 11984 8073,'-8'0'205,"0"0"0,3 0 1098,-4 0-466,3 0 1,-1-1 705,7-4-1259,0 4 1,7-6 0,2 7-1,4 0 1,1 0 48,0 0 0,7-5 0,2 1 0,4 1-148,2 1-81,5 2 1,3 0-1,5 0-22,1 0 1,0 0 0,-1 0 0,3 0-235,2 0-22,-3 0 0,10 0 0,-7 0 226,-1 0 1,3 0-1,0 0 1,2 0 301,2 0-150,-4 0 1,2 0 0,-5 0-81,1 0 1,5-2 0,-4-1 0,-3-1 31,0 0-82,-3 3 1,-4 1 0,0 0-123,2 0 0,1 0 0,1 0 0,1 0-279,0 0 290,6 0 0,1 0 0,5 0-2,-2 0 0,7 0 0,-4 0 0,5 0 3,2 0 36,-5 0 1,1 0-1,-9 0-24,-1 0 1,3 0 0,-4 0 0,-4 0-16,-5 0-19,-4 0 1,-6 0 0,-1 0 50,0 0 0,-1 0 0,-1 0 0,-3 0 89,3 0-83,0 0 1,4 0 0,2 0 24,1 0 0,7 0 0,-2 0 0,4 0 170,6 0-156,2 0 1,7 0 0,2 0 35,2 0 0,4 0 0,6 0 0,0 0 124,0 0-198,0 0 0,-3 0 1,0 0-9,0 0 1,-2 0-1,-9 0 1,2 0-58,2 0 145,-2 0 0,4 0 1,-6 0-52,0 0 1,0 0 9,-1 0 1,4 0 0,-1 0-1,-2 0 179,3 0-220,-3 0 0,14-5 0,-3 0 1,3 2-1,-2 0 25,1-2 6,-7 4 1,7-6 0,-4 7 24,3 0 1,-4-4-31,-3-1 1,-4 0 0,1 5-1,-1 0 29,-1 0-3,3 0 0,-8-5 0,8 1 0,5 1 0,1 1 315,2 2-313,5 0 0,-13 0 1,5 0 9,-2 0 1,5 0-36,-2 0 0,-1 0 0,1 0 0,2 0 35,2 0-57,1 0 0,-6 0 0,-5 0 1,-7 0-1,-5 0 173,-4 0-154,-1 0 0,-5 0 0,-2 0 27,-1 0 0,9 0 1,0 0-1,3 0 376,2 0-386,-1 0 1,-6 0-1,3 0 17,2 0 0,-3 0 0,2 0 0,-6 0-399,-7 0-136,-3 0 0,-8 0-682,-3 0 1,-11 2 0,-10 1-2989,-10 1 1223,-15 7 2924,-22-3 0,-24 2 0,-14 1 0,21-4 0,1 1 0,-1-1 0</inkml:trace>
  <inkml:trace contextRef="#ctx0" brushRef="#br0" timeOffset="38">19365 13406 8101,'-8'-8'-455,"2"-4"0,4 4 2113,-3 0-1450,4-5 0,-7 12 501,3-4-335,-3 3 1,-1 2 0,-1 0 956,-1 0-314,5 0-434,0 0-374,6 0 92,0 0 0,6 0 1,3 2 434,4 3-535,8-4 0,-4 5 1,7-6 67,1 0 1,3 0 0,4 0 0,3 2 69,1 3-215,8-4 0,1 6 1,2-7-61,-3 0 1,4 0 0,1 0 0,1 1 44,4 4-133,-5-3 1,5 4-1,-5-5 37,1 4 1,2-3 0,5 3 0,-2-4 151,-3-1-64,10 0 0,-10 0 0,8 0-3,-6 0 0,1 0 1,-4 0-1,3-1-27,2-4-8,-8 3 1,12-4 0,-13 6-12,-1 0 0,5 0 0,-1 0 0,1 0-31,-4 0-74,-3 0 0,1 0 0,2 0 47,5 0 0,-1 0 1,-1 0-1,1 1 122,-1 4-104,2-3 0,8 4 1,-1-6 16,-4 0 0,-1 2 0,1 1 1,0 2 83,2-2-64,-3-2 1,5-1 0,-9 0-72,-1 0 1,0 0-1,-3 0 1,1 2-55,-1 3 19,-8-4 1,3 6-1,-3-7 46,3 0 1,-3 0-1,-2 0 1,1 0-39,-1 0 32,-4 0 1,7 0 0,-4 0 80,1 0 0,-4 0 1,2 0-1,1 0 161,3 0-184,-3 0 0,6 0 0,-3 0 62,3 0 1,3 0-114,4 0 1,-3 4 0,7 1-1,4-2-55,4-1 77,-2-2 0,10 0 0,-6 1 0,-2 2 0,-2 2-7,-1-2-35,-6 5 1,2-6 0,-7 3 8,-5-4 0,0-1 12,-7 0 0,0 5 0,-4 0 1,0-2 6,-3-2 36,-2-1 0,5 0 1,4 0-1,2 0 1,2 0 151,0 0-152,0 0 0,4 0 0,3 0 79,2 0 0,-7 0-105,2 0 0,-7 0 0,1 2 0,1 1 86,-1 2-151,-4 0 0,7-5 1,-3 0-1,5 0 0,7 0-79,1 0 159,12 0 0,-7 0 0,12 0-3,2 0 0,0 0 0,-1 0 1,-6 0-4,-2 0 98,-9 0 1,1 0 0,-7 1-92,-1 4 1,-2-4 0,-10 4-1,4-3-68,1-2 65,2 0 0,5 0 0,1 0 70,4 0 0,2 0 1,9 0-1,2 0 454,6 0-426,-4 0 1,5 0 0,-8 0-15,-5 0 0,-6 5 1,-9-1-1,-4-1-183,-1-1 41,-2 4 1,2-4 0,4 3-8,7-4 0,0-1 0,4 0 0,2 0-104,4 0 143,-3 7 0,15-6 1,-6 4 12,-2-4 1,-3-1 0,-3 0 0,-7 0 32,-8 0 325,-7 0-893,-24 0 0,-3 0 0,-10 0-1543,-5 0 960,4 0 1,-7 0-344,4 0 1,-4 0-1,-2 0 1453,-4 0 0,-20-10 0,-8-5 0,-6-1 0,-1 1 0</inkml:trace>
  <inkml:trace contextRef="#ctx0" brushRef="#br0" timeOffset="39">19735 12425 7874,'0'-14'178,"0"0"1,0 0 0,0-1 873,0 1-894,0 6 1,0-4-2,0 2 1,1 4 216,4 1-1539,-3 3 944,4 2 339,-6 0-877,0 0 0,1 5-237,4 0 323,-3 0 673,4-5 0,-6 25 0,0 7 0</inkml:trace>
  <inkml:trace contextRef="#ctx0" brushRef="#br0" timeOffset="40">2375 13420 7997,'0'-9'11,"-2"1"0,-1 0 471,-2 0-184,1 5 1,5-3-1,4 6 1,6 0 0,5 0 1724,3 0-1921,0 0 0,0 0 0,1 0 0,1 1 0,-1 2-349,-2 2 0,-3 0 1,0-5-288,-1 0-142,-6 6 0,-2-3 26,-6 7 1,-2-5 150,-2 4 1,-6-1 0,-7 3 0,-2-2 498,2 3 0,-6-6 0,6 6 0,-5-4 0,1 2 0,4-1 0,1 2-22,2-4 1,0 4 355,0-6 1,4 4 836,1-4-642,5-1 1,4-4 0,10 0-56,3 0 0,6-6 1,1-2-1,2 0 139,3 4-1000,-4-4 1,0 6-1,-7-4-737,0-1 0,0 6 1124,0-4 0,-63 29 0,-15 7 0</inkml:trace>
  <inkml:trace contextRef="#ctx0" brushRef="#br0" timeOffset="41">1209 13392 7997,'-8'-8'-18,"2"3"1,4 8 1322,-3 2-1053,4 6 0,-5-3 0,6 6 0,0 1 1,0-1-1,0 0 319,0 0 0,-2 0-378,-3 1 1,4-1-109,-4 0 1,-1-4 0,-1-3-361,-1 0 172,5-3 0,-8-10 0,6-3 0,1-4 1,-1-3-326,0-3 363,0-3 1,5-8 0,0-1 21,0-3 0,0 6 124,0 4 1,0 7-1,2-2 129,3 3-148,3 2 1,6 6 0,0 6 0,0 9 0,1 9 733,-1 4-610,0-3 1,0 10-1,-1-3 1,-2 1-1,-2 1 687,2-3-830,-4-5 1,1 2 0,-5-6-261,2 1 0,-1-6 1,-2-1-744,3-2 689,-4-1 1,7-11-1,-5-5-232,2-7 1,6 1 311,-2-7 0,-1 1 0,2-6 0,-1 1 245,-1-1-39,5 7 1,-10-3 0,5 6 0,0 3 172,0 5-65,1 5 1,1 6 0,-2 1 197,-2 4 0,3 3 1,-2 8-1,-1 1 1161,0 2-1262,5 6 1,-9-4-1,4 4 35,1-1 0,-6-5 0,4 3 0,-3-2-277,-2-2-135,0-2 0,0-2-767,0 0 0,0-4-3300,0-1 1440,0-6 2389,6 3 395,-5-6 0,12-31 0,-5-9 0</inkml:trace>
  <inkml:trace contextRef="#ctx0" brushRef="#br0" timeOffset="42">1735 13250 8248,'8'0'3226,"-2"-7"-1755,-6-1-954,0 1 0,0 2 0,0 10 0,0 6 2309,0 6-2470,0-1 0,0 9 0,0-4 0,0 1 0,0 1 597,0 0-1533,0 3 1,0-8 0,0 4-75,0-2 1,2-1-475,3-4 0,-4-6 0,4 1-1717,-4 1 1865,-1-5 1,0 2 979,0-3 0,0-29 0,0-1 0</inkml:trace>
  <inkml:trace contextRef="#ctx0" brushRef="#br0" timeOffset="43">19749 11387 7828,'0'-8'894,"0"-4"1,0 2 1929,0-2-2572,0-3 1,-2 8 0,-1 3 0,-2 8 0,1 7 70,-3 6 1,6 0 0,-4 7-1,3 1 159,2 2-358,-6 2 0,5-1 0,-4 1 0,3-1 0,2 0 46,0 1-178,0-7 0,2-2 0,1-5 0,3-3 0,2-2-225,3-5-446,8-4 1,-1-1-1,4 0-190,-2 0 0,4-6 57,-5-4 0,5-2 1,-5-3-1,-2 1 812,-1 0 0,-53-32 0,-12-7 0</inkml:trace>
  <inkml:trace contextRef="#ctx0" brushRef="#br0" timeOffset="44">19763 11544 13579,'14'0'55,"1"-2"0,-1-1 0,0-2-1140,0 2 678,7-5 0,-5 2 0,2-4 0,-2 4 0,-2 0 407,1-4 0,-26-28 0,-7-7 0</inkml:trace>
  <inkml:trace contextRef="#ctx0" brushRef="#br0" timeOffset="45">19763 11373 7834,'0'-8'0,"-5"-4"0,1 2 960,-1-3 0,5 4 0,0 0 0,1-3 1264,4 0-2183,3 4 1,11-3-1,2 6-316,1 2 1,-5 0-79,2-2 0,2 4 0,-1-4 1,1 3 352,-1 2 0,12 25 0,-2 7 0</inkml:trace>
  <inkml:trace contextRef="#ctx0" brushRef="#br0" timeOffset="46">20133 11330 7834,'0'-14'4011,"0"0"-2695,0 0-1254,6 0 1,2 6-1,8 3 1,1 3-1,4 2-444,1 0 155,2 0 0,-1 0 0,-1 0 0,-1 0 0,-4 2-2483,-1 3 2058,-8-4 1,3 7 651,-6-3 0,-32 3 0,-13 6 0</inkml:trace>
  <inkml:trace contextRef="#ctx0" brushRef="#br0" timeOffset="47">20247 11302 7834,'-7'-8'357,"6"0"1943,-4 4-847,3 2 1,1-4 425,-4 6-1452,3 0 0,-4 6 1,6 5-156,0 6 0,0 1 0,0 5 1,0 3 242,0 1-279,0 1 1,0 0 0,0 1-96,0-1 0,0-1 1,0-2-1,0-2-36,0-3-278,0 5 0,0-14-1089,0 4-950,0-4 420,0-3 1031,0-2 0,0-8 0,0-2 761,0-6 0,13-47 0,3-12 0</inkml:trace>
  <inkml:trace contextRef="#ctx0" brushRef="#br0" timeOffset="48">20460 11316 7834,'-8'-6'1187,"2"4"933,-1-10-1470,6 10 0,-6-3 0,7 10 1037,0 5-1234,0 2 1,0 7-1,-1 2 179,-4 1 1,3 0-417,-2 2 0,2 3 1,2-5-1,-1 1-216,-4 1 1,3-5 0,-4 3 0,1-1-12,0-4-842,1-1 0,4-7-2471,0 1 741,0-1 1747,0-7 0,0 1 0,0-12 360,0-3 0,1-5 0,2-2 0,2 0 476,-2-1 20,-1 4 1,-2-5 0,0 7 97,0 0 1,0 0 481,0-1 1,0 6 0,0-1 2238,0-1-2293,6 5 1,-3 0 0,7 6-1,1 0 984,2 0-1519,1 0 0,2 5 0,1-1-75,2-1 0,0 1-245,-5 0 1,0-2 0,1 3 0,-1-4-1660,0-1 1635,0 0 0,-4-1 0,-2-4 0,-1-5 0,0-2-527,-1-2 860,5-1 0,-9 1 0,2 0 150,-2 0 0,-2-1 0,0 1 1512,0 0-875,0 6-383,0 2 1,0 9 0,0 5 0,0 8 1446,0 4-1289,0 4 0,0 4 0,0 1 33,0-1 0,0 1 0,0-1 0,0-1 332,0-3-925,0 2 0,0-5 0,0 3-85,0-5 0,0-4 0,0 0-2429,0-1 200,0-6-1244,0-2 2878,0-6 0,5-1 1,1-4 677,2-5 0,3-28 0,0-12 0,4-5 0,0 1 0</inkml:trace>
  <inkml:trace contextRef="#ctx0" brushRef="#br0" timeOffset="49">20929 11330 7940,'-8'0'1630,"0"-4"30,3-1 1,-2 2 427,-8 8-1527,1 2 1,5 9-1,1 2 32,1 1 0,1 6-306,1-1 1,4-2 0,-4 1-1,3 1-10,2-2 1,0 3-1,0-6 1,2 0-160,3 2-207,-4-12 0,12 9 0,-4-12-572,4 2 0,6-5-174,0 2 1,2-4-1,-4-1 1,2-1-2923,-2-4 3193,5 4 0,-6-10 0,3 4 564,-3-1 0,-27-45 0,-7-17 0</inkml:trace>
  <inkml:trace contextRef="#ctx0" brushRef="#br0" timeOffset="50">20872 11487 7940,'-14'0'0,"0"0"0,-1 0 2156,1 0 904,0 0-93,6 0-2888,2 0 0,18-2-271,7-2 0,2 2 1,1-4-1,0 1-351,0 0-489,-4-6 1,7 10-1,-6-6-541,-2 1 1,-1 3 219,-2-7 1353,0 7 0,-31-28 0,-8-1 0</inkml:trace>
  <inkml:trace contextRef="#ctx0" brushRef="#br0" timeOffset="51">20872 11345 7940,'-14'0'374,"4"0"0,1 0 626,-2 0 362,5 0 0,-1-7 639,7-2-2098,0 3 1,8-1 0,5 7 0,6 0-1,3 0-832,3 0-1907,2 0 2836,1 0 0,26 7 0,6 0 0</inkml:trace>
  <inkml:trace contextRef="#ctx0" brushRef="#br0" timeOffset="52">21185 11345 9676,'0'-8'4939,"0"1"-4013,0 1 1,0 6 0,0 0 846,0 8-1588,0 5 1,0 2 0,0 3 0,0 1-1,0 0 128,0 1-274,0 2 1,0 2 0,0-2 24,0-1 1,-2-2-366,-2-5 0,2 0 0,-3 0-498,4 1-90,1-8 0,0 3-77,0-10 685,0-3 1,0-16 0,0-2-131,0-1 0,0-8 0,0-8 0,0-3-715,0-1 1015,6 5 0,3-2 1,9 7 46,1 5 0,1 5 0,-2 10 0,1 2-67,-2 5 298,-1 4 1,-2 2 0,-1 4 99,-4 5 1,2 4-118,-6 5 0,0-3 1,-7 4-1,-3-1 472,-4 0-538,-4 0 1,-6 0 0,0 0-1,2-2 1,1-1 0,2-2-2,0 0 1,1 1 0,2-3 123,2-2 1,5 2 0,0-2-1,4 3 435,4 1-260,4 0 0,11-5 1,2-1-395,1-1 1,-3 2 0,3-4 0,-1-2-418,-4-1 58,5-2 0,-6 0 0,3 0-796,-3 0 1,3 0 0,-1-2 0,1-1-2792,2-2 3180,-5-6 778,4 3 0,1-44 0,1-10 0</inkml:trace>
  <inkml:trace contextRef="#ctx0" brushRef="#br0" timeOffset="53">21597 11359 7408,'-8'-8'-335,"2"-5"4463,6 4-2608,0 3 0,0-2 632,0 3-1669,0 10 0,0-4 1,0 13 31,0 1 0,0 4-275,0 0 0,0 6 1,0-3-1,0 2 326,0-1-543,0 1 1,0-2 0,0-3 0,0-3-1,0-2-2033,0 0 1208,0-6 283,0 5 0,0-13 1,0 0-1,0-10-1156,0-7 1305,0 1 1,0-11 0,0 2 106,0-6 0,0 2 1,0-1-1,0 6-22,0 4 292,6 1 1,-3 11 0,7 3 102,1 4 1,2 1 0,1 1 0,0 4 407,0 4 63,0 10 0,1 4 0,-1 5-54,0 0 0,0-4 1,1-2-1,-1-1 664,0-4-788,-6-1 1,5-7-179,-4 1 0,4-9 0,1 1 0,0-7-52,0-3-183,-6-1 0,3-10 0,-6-2-261,-2-1 1,4-1-1,-3-4 1,-1 2-452,-1 1 132,-2 0 1,-2 0 0,-1 2-1007,-1 2 1,-3 7-1357,2 8 2952,4 4 0,-5 39 0,6 9 0</inkml:trace>
  <inkml:trace contextRef="#ctx0" brushRef="#br0" timeOffset="54">22095 11373 7969,'0'-14'1331,"0"0"1,-5 4 915,0 1-579,1-1-1088,4 2 0,0 4 0,0 10 0,0 7 1588,0 4-1899,0 2 0,0 0 1,0 1-1,0 1 1,0 1 82,0 0-404,0-4 1,0 8 0,1-3-37,4-1 0,3 0 0,6-5 0,0 2-1417,0-2 1150,7-7 0,-4 1 0,7-6-453,1-2 1,-3-2 0,2-1 0,0-1-1886,-2-4 1731,-1-3 1,-7-8 961,0-3 0,-25-28 0,-6-13 0</inkml:trace>
  <inkml:trace contextRef="#ctx0" brushRef="#br0" timeOffset="55">22052 11501 7969,'-8'0'4964,"-4"0"-2670,10 0-1839,2 0 1,13 0-1,7 0 413,2 0 0,-3-5-773,5 1 1,-5-3 0,3 4 0,0-2-539,0 2 0,-3-3 1,3 1-1,-1 2-3872,-4 1 3207,-7-4 0,2 5 1108,-2-4 0,-16-16 0,-4-2 0</inkml:trace>
  <inkml:trace contextRef="#ctx0" brushRef="#br0" timeOffset="56">22081 11345 7969,'-15'0'1630,"7"0"1406,-4-7-2643,10-1 1,-2-1-1,8 1 1,7 2 0,7 1 1080,5-1-1588,-2 4 0,6-4 0,-5 6 0,2 0 1,-2 0-2260,-2 0 2004,-1 0 369,-5 0 0,7 12 0,1 4 0</inkml:trace>
  <inkml:trace contextRef="#ctx0" brushRef="#br0" timeOffset="57">22493 11259 7860,'0'-7'3864,"-5"-6"-811,0 3-2937,1-2 1,5 4 0,4 3 0,6 4 0,5 1 0,4 0 0,3 1-253,2 4 0,-3-4-502,2 4 1,-2-3 0,3-2-1,-3 0 1,-1 0-4203,-4 0 3799,-7 6 1041,-4-4 0,-76 4 0,27-6 0,-1 0 0</inkml:trace>
  <inkml:trace contextRef="#ctx0" brushRef="#br0" timeOffset="58">22592 11231 7860,'-7'0'1291,"-1"0"-531,3 0 1032,3 0 0,-4 2 1637,6 2-3160,-6 4 1,4 6 0,-3 2 0,4 2 0,1 1 1897,0-2-1921,0 5 1,0 0 0,0 7-191,0-1 1,0-4-1,-2-1 1,-1 1-603,-2-2 370,1-1 1,4-7 0,0 0-4274,0 0 848,0-6 1610,0-1 1,1-7 1990,4 0 0,34-51 0,-12 19 0,0 1 0</inkml:trace>
  <inkml:trace contextRef="#ctx0" brushRef="#br0" timeOffset="59">23573 11217 7915,'-7'-7'1066,"0"6"1,1-12 1829,-4 4-2402,4 2 1,0 3-1,6 8 1,0 6 0,0 3-1,0 2 1,0 4 1911,0 5-2221,0 3 0,0 0 0,1-2 0,3-1 1,0-1 435,-1-1-649,-1 5 1,-2-11 0,0 3 0,0-3 42,0-2 5,0 0 0,0-7-291,0-7 0,-2-7 0,-1-7 0,-1-2-1393,0-3 1394,-4-9 0,7-4 1,-4-6-316,4-1 0,1-7 1,1-1-1,4 1-560,4 2 965,4 7 1,6 3 0,2 8 101,1 7 0,-3 7 0,3 13 0,-2 4 28,-2 5 31,-3 8 0,-2 3 0,-3 4 166,-6-1 0,-2 0 0,-4 4 0,-2-1 619,-6-3-485,-9-4 0,2-6 0,-7 1-315,-1-1 1,-2-5 0,-2-1-1,3-1-439,2-4-1183,3-2 1,7-1 1655,0 0 0,38-12 0,9-4 0</inkml:trace>
  <inkml:trace contextRef="#ctx0" brushRef="#br0" timeOffset="60">23900 11203 7946,'0'-8'5553,"0"1"-3169,0 7-2011,0 13 1,0-4 0,0 12 0,-1-2 0,-2 1 0,-2 3 0,0 2 1401,-1 2-1802,4-5 0,-9 3 1,5-6-1,0-2 0,-1-1-1057,4-2 626,-5 1-363,7-7 1,-6-4 0,7-10-910,0-8 1462,7 0 1,-4-13-1,6 1-19,2-5 0,-3-4 168,2-3 0,-1-1 0,5 5 0,1 4 709,-1 5-404,0 5 0,-4 7 1,-1 4-1,4 4 1,3 5 515,2 5-5,1 9 1,-6 8 0,-2 6-27,-1 1 0,-6 4 1,4 0-1,-1-1 235,-4-2-800,-2-8 1,-1 5 0,0-5-326,0 0 1,0-2 0,0-5-2459,0-1 1701,0-6 1,-1-2-1159,-4-6 0,2 0 1,-5-1-683,2-4 2816,-5-3 0,-16-44 0,-11-10 0</inkml:trace>
  <inkml:trace contextRef="#ctx0" brushRef="#br0" timeOffset="61">23900 11316 7955,'-9'0'0,"1"-1"1236,2-4-642,-5 3 0,8-4 0,-5 4 1058,1-2-1126,3 2 0,5-4 1,4 6-1,6 0 108,6 0-664,5 0 0,7 0 0,-1 0-746,1 0 1,-1 1-1165,1 4 1,-1-3 1939,1 2 0,31-15 0,7-4 0</inkml:trace>
  <inkml:trace contextRef="#ctx0" brushRef="#br0" timeOffset="62">24341 11203 7955,'0'-15'65,"0"1"256,0 0 432,0 6 0,-1-3 1,-3 5-1,-2-1 2687,-2 1-3083,-1 1 1,-5 7 0,-2 3 98,-3 4 1,3 5 0,-3 5 0,3 3 598,2 0-915,0 5 0,6-6 0,3 4-35,4-1 0,1-5 0,0 3 0,1-2-90,4-2-672,9-2 0,4-2 1,5 0-171,2 0 1,-2-6 0,0-3 0,3-4-1716,0-1 1478,3 0 1,-1 0-1,-1-1 521,-3-4 0,3-3 1,-5-8-1,2-3 543,-1-4 0,-5-18 0,1-8 0,3-5 0,0 0 0</inkml:trace>
  <inkml:trace contextRef="#ctx0" brushRef="#br0" timeOffset="63">24640 11188 7965,'0'-8'142,"0"-4"-140,0 2 1243,-7 4 1,4-3-1,-5 9 950,2 6-1323,-5 5 0,8 8 0,-5 1 906,2 2 1,-1 2-1103,3 5 0,2-3 0,-3 0 1,4-4-104,1-2-634,-7-1 1,6-3-1,-4 2 1,3 0-412,2 0-223,0-9 1,0-1 0,2-5 145,3 2 0,1-2 0,5-7 0,-1-6-1290,1-3 1518,8-1 0,-4-6 0,6-4-100,0-3 0,-6-1 0,4-1 1,-3 2-212,-2 4 534,1 2 0,-8 7-52,-2 0 1,-5 7-98,-5 7 612,-2 7 0,-8 7 0,1 2-64,0 3 0,1-3 0,2 2 0,3-2 579,2-2-639,-5-6 0,9 5-344,-2-4 0,2 4 1,2 1-685,0 1 510,6-8 0,4 1 1,7-4-387,2 0 0,2 3 19,-2-3 0,-2-2 1,5 3-1,0-4-2420,0-1 2491,-4 0 1,7 0 572,-6 0 0,25-57 0,-21 22 0,0-1 0</inkml:trace>
  <inkml:trace contextRef="#ctx0" brushRef="#br0" timeOffset="64">24981 11245 7971,'0'-8'0,"-5"-4"2523,1 2-1131,-1-2 0,3 4 2255,-3 3-2826,4-3 0,-5 8 39,6 0-377,0 6 1,0 13-1,-2 2 1,-1-1 0,-2 2 904,2 1-1451,1 0 1,2 1-1,0 0 4,0 1 1,5-5-209,0-1 0,6 2 1,-2-2-1,4-3-1719,1-5 1601,0 1 1,2-8-1,3 3 1,3 0-1,2-4-3527,0-1 2997,-1-9 0,1 4 0,-2-8-1199,-1-5 0,2 0 2114,-4-7 0,-50-26 0,-18-11 0</inkml:trace>
  <inkml:trace contextRef="#ctx0" brushRef="#br0" timeOffset="65">25066 11345 7972,'-20'0'261,"4"0"0,-9-5 0,6 0 802,1 2 446,3 1 0,7 1 756,3-4-1576,3 4 0,9-7 0,2 5 0,4-2-42,1 2-790,7 1 1,-6-3-1,4 1 1,-1 0-1,-1 3-2116,2 1 1916,0-6 0,-5 4-2562,0-3 0,-1 2 96,-3-2 2809,-4 4 0,-8-7 0,-2 5-16,-6-2 0,-7-5 0,-2 4 0,1 0-222,3-1 475,-6-4 1,5 8 0,-3-5 1046,3 2 1,7-3 0,1 2 1789,2-1-2480,1-1 1,7-1 0,2 3-364,6 0 1,9-2 0,4 4 0,4 0-32,2-1-1011,-1 4 1,5-4-1,1 6-1005,-3 0 1,-2 0-1,-4 0 1816,-1 0 0,-32 6 0,-3 2 0</inkml:trace>
  <inkml:trace contextRef="#ctx0" brushRef="#br0" timeOffset="66">25265 11117 7999,'-8'-6'338,"-3"3"0,8-5 1268,5 2-1278,4 1 1,13 0 0,3 0 0,4 2-1,4 2 1,0 1 0,-2 0 0,-3 0-1,-3 0 271,-1 0 0,-2 0 0,-5 0 0,0 0-779,1 0 59,-8 0 0,1 0-1217,-3 0-700,-3 0 0,2-2 941,-8-3 1,0 4 0,-5-4 1096,-2 3-44,-2 2 1,4 2 0,-1 3-114,-1 4 1,3-1 783,-1 2 0,4-1 1,-3 5-1,0 0 2557,0 1-2471,5-1 1,-8 2 0,7 1 0,0 2 0,1 0 2509,-2 2-2726,4-6 1,-5 11 0,6-6 0,0 1 0,0 1 1530,0 0-1746,0-5 0,0 4 1,0-7 133,0 0 0,0-4-357,0-1-1000,6 1-546,-5-2 1,7-2-1957,-3-6 840,-3 0 1472,4 0 1131,-6 0 0,-38-44 0,-9-12 0</inkml:trace>
  <inkml:trace contextRef="#ctx0" brushRef="#br0" timeOffset="67">21142 12056 9781,'0'-8'1025,"0"0"1,0 3 71,0-4-668,0 2 0,0 2 0,0 10 0,0 5 162,0 2 1,0 3 0,0 0-1,0 3 444,0 1-810,0 6 1,0-3 0,0 6 0,0 1 0,0 1 664,0 3-724,0-3 1,0 10-1,0-7 1,0 0-1,0 0 611,0 0-627,0 0 0,0-4 1,0-1 119,0 1 0,0-1-219,0 1 1,0 4 0,0-2 0,0-1-64,0 0-26,7-4 0,-6 8 0,4-5 0,-4-1 0,-1 2-284,0 3 234,0-3 0,-1 7 1,-2-6-26,-2 3 0,-1-1-30,1-5 1,3-1-1,-4 0 1,1-2-124,1 0 196,-1 5 0,5-12 1,0 4-1,0 0 1,0-1-243,0-1 288,0-1 1,0 0 0,0 0 141,0-2 0,0 4 7,0-2 0,5 0 1,-1-5-1,-1 0 90,-1 0-181,-2-6 68,0 5-216,0-11-106,0 4 1,0-8 0,0-2-3001,0-6 2453,6-3 1,-3 4 0,5 0-2010,-1-3 2776,-3 0 0,-23-30 0,-12-13 0,-1-3 0,1 0 0</inkml:trace>
  <inkml:trace contextRef="#ctx0" brushRef="#br0" timeOffset="68">19635 12240 7866,'8'-14'-107,"5"0"1,-7 0-1,3-1 1,-2 1 0,-2 0 3336,-1 0-2998,1 6 0,-7 2 1,-2 6-1,-6 0 0,-2 0 1,-3 0-1,3 1 0,1 4 708,1 4-865,1 4 0,-6 1 1,1 0-1,0 1 1,1-1 115,4 0-332,-4 0 0,10 2 0,-5 3 0,2 3 203,3 0 9,1-1 1,4-7-1,3 0 110,4 0 1,4-4 0,1-1-1,0 1 395,0-2-433,7 4 1,-5-5 92,3 2 1,-4-2-96,0-7 524,-8 6-680,0-5 1,-15 6-1,-5-7 1,-6 0 0,-1 0-273,-1 0-378,-4 0 0,9 0 0,-3 1-394,3 4 1,2-3-2326,0 2 2112,6-2 1272,2-2 0,44-13 0,9-2 0</inkml:trace>
  <inkml:trace contextRef="#ctx0" brushRef="#br0" timeOffset="69">19806 12198 7883,'6'-15'1222,"-4"6"-466,2 0-325,-2 5 0,0-2 0,1 8 0,1 2 1220,0 6-1188,-3 9 1,-1 1-1,0 6 333,0-3 0,-1 1-481,-4 4 0,3 1 1,-4-2-1,1-2-174,0-1-86,-6-7 0,8 4 0,-5-7 0,2 0 53,3 0-566,-5-6 185,6-2 1,-9-7 0,7-4 0,0-6-935,3-6 954,1-5 1,0-7 0,0 1-46,0-1 0,1-5 1,4-3-1,5-1-147,2 0 350,3 7 1,0-2 0,3 9 133,1 5 1,1 5 0,-2 4-1,1 6-12,-2 2 134,-1 8 0,-7 2 0,-1 8-20,-2 3 0,-1-2 0,-5 5 0,0 1 228,0-1-143,0-5 0,-6 4 0,-2-7-162,0 0 0,-3 0 0,5-1 0,-2-2-11,-3-2-107,4 1 1,-4-1 61,7 1 1,-1-1 13,5 5 22,6 1 0,-3-7 0,7-2-59,1 0 1,1-4 0,3 3 0,1-4-1431,2-1 637,-2 0 1,5 5 0,-7 0-378,0-2 0,0-2 0,1-1 1185,-1 0 0,13-12 0,3-4 0</inkml:trace>
  <inkml:trace contextRef="#ctx0" brushRef="#br0" timeOffset="70">20247 12240 7883,'0'-14'283,"0"5"815,0-1-120,0 1 1,0-1 1398,0 1-1609,0 6-328,0-4 1,-7 9-250,-2 3 1,1 2-1,0 8 1,0-1-37,0 0 0,3 0 0,-3 1 0,2-1-198,3 0 83,1-6 0,2 5 1,2-4-230,3 4 1,7-5 0,9-2-1,-1-1-1034,1-1 933,4 1 1,-4-5 0,4 0-419,-1 0 0,-5 0 1,3 0-1,-2 0-1040,-2 0 1331,-9 0 417,4 0 0,-62 19 0,-8 5 0</inkml:trace>
  <inkml:trace contextRef="#ctx0" brushRef="#br0" timeOffset="71">19635 12752 7979,'0'-8'357,"0"-4"1,0 2 0,0-3 2622,0-1-1763,0 6 0,0 4 679,0 8-1621,0 4 1,-1 6-1,-3 1 1,0-1-1,1 2 8,1 3-297,-4-4 1,4 6 0,-4-7-1,1 0-567,0 1 431,0-1 1,1-5-250,-1 1 1,-1-7 30,1 2 1,3-5 0,-2-5-512,2-5 789,2-8 1,6-5 0,2-5 0,3 0 0,2-1 386,3 1-153,1-1 1,-3 7-1,1 3 178,-1 3 1,0 4-118,0 2 0,0 4 1,1 8 501,-1 2-509,0 4 1,-4 8-1,-3 1 1,0 4 0,-4-1 808,-1 1-1041,-2-2 1,0 0 0,0 0-1,0-2-839,0-1 267,0-8 296,0-2 1,0-7-1,0-4-263,0-5 270,6-2 1,2-4-1,8-3 91,3-5 0,-2 2 0,5 0 0,0 2 512,0 2-213,-4 2 1,2 2-1,-6 2 203,1 2 1,-1 4-1,-2 7 1,0 4 575,-3 5-665,-6 2 1,3 7 0,-6 2 262,0 1 1,0 1 0,0 4 0,-1-1 644,-4-3-1211,4-5 0,-7 2 0,5-6-409,-2 1-1689,0-1 1,5 0-1242,0 0 2470,0-6 971,0-1 0,25-58 0,7-12 0</inkml:trace>
  <inkml:trace contextRef="#ctx0" brushRef="#br0" timeOffset="72">20232 12681 7979,'0'-14'2636,"-1"6"51,-4 3-2032,3 4 1,-10 2 0,4 4 0,-2 6 1888,1 6-2242,6-1 0,-8 6 1,6-4-71,2 1 0,-4 0 1,3-4 231,1 4-867,-5-3 0,6 5-743,-3-7 284,4-6 622,1-8 0,5-8 1,1-8-115,2-3 1,1-3-1,5-6 1,1-1-323,-1 1 637,0-1 1,0 7 0,2 2 256,3-1 0,-8 10 0,3-2 0,-1 4 585,0 1-545,1 5 1,-5 3 0,-1 11 98,-1 6 0,-3 5 1,-4 7-1,0-1 666,0 1-1125,0-1 1,0-4-1,0-2-69,0-2 0,0 4 0,0-5-2813,0-2 880,0-1-252,0-8 1,-1-3-409,-4-10 2628,-9-3 1,-2-1 0,-5-1 135,1-1 0,4-1 0,-3-1 0,3 2 0,2 1 61,0 7 1,4-9 831,1 2 0,6 2 2015,-2-1-1795,10 6 1,3-4 0,6 7-297,0 0 0,5-1-732,0-4 1,2 3 0,-4-2-1,2 2-1862,-2 2 1415,5 0 1,-4 0 0,4 0 0,-2 0 0,-2-1 361,-2-4 0,17-9 0,5-9 0</inkml:trace>
  <inkml:trace contextRef="#ctx0" brushRef="#br0" timeOffset="73">20701 12638 7979,'8'-6'626,"-1"4"1,-7-10 972,0 2-903,0 4 0,-2 0 0,-3 6 0,-4 0 0,-4 0 1324,-1 0-1774,0 6 0,-5 2 0,-2 8 0,1 1 0,-1 4 445,4 1-634,1 1 0,7 1 1,1-2 1,1-1 0,3-2 0,5-5 0,4 0-274,4 0 21,4-6 0,3-1 1,3-7-462,5 0 1,1 0 0,0-2-1,-3-1-2320,-1-2 2020,4 0 1,-9 1-1,3-1 955,-3 2 0,-27 1 0,-7 2 0</inkml:trace>
  <inkml:trace contextRef="#ctx0" brushRef="#br0" timeOffset="74">19635 13179 7979,'0'-8'4765,"0"-5"-2035,0 4-2630,0 2 0,6-4 0,4 6 1,4 2-1,4 0 0,2 0-235,2-2 1,-3 1-551,5 4 0,-7 0 0,4 1-3732,-1 4 4417,-4 3 0,-59 25 0,-21 5 0</inkml:trace>
  <inkml:trace contextRef="#ctx0" brushRef="#br0" timeOffset="75">19664 13235 12185,'0'-7'3671,"1"-1"-3107,4 3-559,-4 3 0,12-4 0,-2 4 0,5-1-266,3-1-1384,6-1 1,-7 5 1644,5 0 0,45 6 0,-26-2 0,0 0 0</inkml:trace>
  <inkml:trace contextRef="#ctx0" brushRef="#br0" timeOffset="76">20175 13065 7994,'0'-14'1726,"0"-1"0,-1 3-919,-4 2 81,4 4 0,-6 3 0,7 3 561,0 6-1099,0 5 1,0 8-1,0 2 1,0-1-1,0 2 1776,0 0-1980,0-4 1,0 7 0,0-6-1,0-2 1,0-1 190,0-2-788,-6-6 1,4 5-90,-2-4-408,2-2 700,2-7 0,0-8 0,0-6-223,0-1 1,2-3 0,1-3 0,3 0-349,2 1 665,-5 1 0,10 0 256,-4 0 1,-1 2 0,0 6 0,0 3 200,0 1-236,1 3 1,1 4 0,-1 1 198,2 4 0,-3 3 0,0 8 512,-2 3-484,5-10 1,-9 10-1,3-9-182,-4 2 1,1-2 0,1-1-643,2 2 274,0-4-252,-5-1 1,6-8-1,3-2-400,4-6 707,1-3 1,0-1 0,1 0-13,-1 0 1,0-5 0,0 0 0,1 1 727,-1 3-338,-6 7 1,4-3 502,-2 6 0,-2 0 1,0 7 955,-2 3-1230,-1 2 1,-5 12 0,0 2 149,0 1 1,0-3-1,0 3 1,0 0 764,0 0-1229,0-4 0,0 2-657,0-6 1,0 1-3461,0-1 502,0-6 920,0-2 0,6-7 2603,3-4 0,23-41 0,6-16 0</inkml:trace>
  <inkml:trace contextRef="#ctx0" brushRef="#br0" timeOffset="77">20716 13093 9330,'8'0'4957,"-2"0"-2189,-6 0-1921,0 0 1,0 7 0,0 2 0,0 4 1395,0 1-2014,0 7 1,0-10-1,0 3-6,0-2 0,0 1-221,0 1 0,5-4 0,-1-1-1588,0 2 1,-3-3-1991,-1 2 883,0-7 1,0 5 2692,0-4 0,0-21 0,0 0 0</inkml:trace>
  <inkml:trace contextRef="#ctx0" brushRef="#br0" timeOffset="78">23175 11999 7943,'15'-7'169,"-8"6"1,6-10-1,-3 6 1,1 0 0,0 0-1,-2 1 1,2 1 2384,2 1-2087,-5 2 1,0-5 0,-4 1 0,4 2 0,2 4 1311,-1 2-1420,-6 7 1,5-1-1,-5 7 1,4 4 0,-1 1 989,0 3-1142,-1 2 0,-5 8 1,0 3-1,0 3 1,0 1 1288,0 1-1294,-6 0 1,0 6 0,-6 1 0,3 2 0,0-1 385,1-2-418,1-2 0,7-3 1,0 2 37,0 2 0,0-3-153,0-7 0,0 2 1,0-5-1,0-1 432,0 1-472,0-2 0,0-4 1,-1-1-1,-2 1 0,-2-1-85,2 0 8,-5-5 1,6-1 0,-4-5-101,0 2 1,4 0 0,-3-5 0,2 0-319,-2 1 432,4-1 0,-6 0-190,7 0 1,0-4 223,0-1 89,0 1 726,0-2 391,0-2-423,0-6-1925,0 0-2810,0-6 2928,0 4 1,0-6 0,0 3 1037,0-4 0,-12-67 0,4 29 0,0 1 0</inkml:trace>
  <inkml:trace contextRef="#ctx0" brushRef="#br0" timeOffset="79">21313 12198 7244,'0'-15'164,"0"8"1,1-6 0,3 3 3074,0-2-2455,1 4-718,-5 2 1,0 7 0,0 4 0,0 6 0,0 5-1,0 3 590,0-2-607,0-1 0,0 3 0,0 0 0,0-2 0,0-1-278,0-2 183,0 0 1,0 1 0,-2-1 0,-1 0-364,-1 0 98,-1-6 0,5 0-826,0-3 0,-2-4-744,-2 4 1267,2-10 0,-9 2 614,6-6 0,-4-2 0,4-7 0,2-1 0,1 2 0,-4 1 0,4-3 0,-2 0 13,2 2 0,2-4 0,0 2 1,0 2 608,0 1-209,0 2 1,2 0 154,2 0 0,4 6 0,8 1 0,1 3 537,2-1-872,7 0 1,-6 11 0,5 4-53,-1 3 1,-5 1 0,3 2 0,-1 1 350,-4 2-415,-1 0 0,-8-3 0,-3 1 143,-4 2 0,-1 0 1,0-5-1,-1 0 435,-4 1-663,-3-1 0,-8-5 1,-3 1-149,-5 1 0,-2-3 1,-3 0-1,2-2-1219,4-3 1154,-4-1 1,6 2 0,-2 1-702,4-2 0,7-1-1553,3-2 2054,6 0 1,-2-5 380,10 0 0,60-25 0,-23 15 0,1-1 0</inkml:trace>
  <inkml:trace contextRef="#ctx0" brushRef="#br0" timeOffset="80">21768 12183 7747,'-14'-6'368,"-1"5"0,1-10 1,0 6 268,0 2-290,-1 1 1,1 2 0,0 0 0,0 0 1171,0 0-1365,-1 0 1,8 6-1,2 4 1,3 2 161,2 3-205,0-7 1,2 4 0,1-2 0,3 2 0,2 1 512,3-4-589,2 4 1,1-5 0,0 6 74,0 0 1,-4-4 0,-1-1-85,3 2 146,-6 2 1,0-3 80,-6-1 0,-1-1 0,-4 1-300,-5-4-61,-2 3 1,-4-6-1,-1 2-333,-2-2 0,0-2 0,4 0 1,1 0-896,0 0-670,0 0-149,0 0 2155,6 0 0,27-25 0,12-7 0</inkml:trace>
  <inkml:trace contextRef="#ctx0" brushRef="#br0" timeOffset="81">21839 12212 7747,'14'-8'899,"0"-3"0,1 5-394,-1-2 1,2 5-1,3-2 1,4 2 682,4-2-1095,2 3 1,-1-4 0,0 6-433,1 0 1,-7 0-1557,-3 0 571,-3 0 857,-8 0 1,-10 0 0,-12 0-1,-7 0 1,-2 0 466,-1 0 0,6 0 0,-7 0 0,6 0 0,0 0 0,5 0 1044,6 0-62,-4 0 1,10 2 409,-3 2 0,4 0 886,1 5-1894,0 0 1,0 1 0,0-1 0,0 2-1,0 2 1080,0 1-1345,0 1 1,0 4 0,0-1-28,0 0 0,0-2 0,0-2 0,0 0-361,0 0-152,0 1 0,0-6-2381,0 0 1087,0-5 892,0 2 0,1-6-505,4 0 0,3 0 1328,6 0 0,19-13 0,5-2 0</inkml:trace>
  <inkml:trace contextRef="#ctx0" brushRef="#br0" timeOffset="82">22393 12269 7747,'0'-14'301,"0"6"0,0-5 619,0 4 0,-1 2 22,-4 2-591,3 4 0,-4 2 0,6 4 0,0 5 0,0 4 1028,0 5-1146,0-3 0,0 4 1,0-6-1,0 2 64,0 3-290,0-3 1,0 5-1,0-7-124,0 0 0,0-5 168,0 1 1,0-5-176,0 4 143,0-6 0,0 2 0,0-10 1,0-4-434,0-4 253,0-1 1,2-7 0,1-1-153,2 0 0,1-5 1,-1 4-1,3-3-443,0 3 634,4-4 0,-6 11 0,6-1-10,-3 6 0,0 0 1,6 6 733,-1 2-458,-6 7 0,4 9 1,-4 8 100,0 1 0,-1-3 0,-6 3 0,2-2 816,2-2-797,0-3 1,-5 0 13,0-1-196,0 0-299,0-6 12,0-2 0,6-17 1,4-3-271,2-2 248,-4 0 0,9-3 0,-2 1 112,1 0 1,-1-2 0,0 1 0,-3 1-100,-2 2 224,2 9 0,-4 0 82,6 7 1,-1 2 0,-3 3-1,-6 6 827,-2 6-749,-2-1 1,0 11-1,0-5 400,0 0 0,0 3 0,-2-4 0,-1-1 683,-2 1-1133,-6-2 0,8-5-1525,-6 0-1556,5 0 170,-2-6 126,6-1 2026,0-7 1,6 0 0,4-2 638,3-3 0,20-66 0,-14 25 0,0-1 0</inkml:trace>
  <inkml:trace contextRef="#ctx0" brushRef="#br0" timeOffset="83">22834 12255 7747,'0'-15'37,"0"6"1050,0-1-420,0 7 0,0-5 183,0 4 0,0 4 43,0 0 1,0 6 0,0 10 932,0 3-1329,0-4 1,0 6 0,0-7-1,0 0 1,0 1 748,0-1-1228,0 0 1,-5-4-1,1-1-139,0 2 0,3-3 0,1 1 103,0 3-813,-6-6 279,4 0 0,-4-7 1,7-4-1031,4-5 1295,-3-9 1,10 2 0,-2-7 94,2-1 1,3-2 0,0-1-1,3 1-212,1 3 310,0 4 0,-5 5 1,0 3 154,0 2 71,1 4 0,-1 8 1,-2 4-1,-2 8 1212,-5 8-1084,-4-1 0,-1 6 1,0-4-1,0 3 0,0-1 1168,0-1-1588,0-7 1,0 4 0,-1-9-174,-4-2 0,3 2-145,-2-2-3496,-4-4 2662,6 0 1,-6-6-1,3 0-464,-4 0 1526,3-6 1,-7 0 0,4-5 238,-4 1 1,0 1 0,2-4-1,3 2-162,2 2 390,-5-1 0,9 1 712,-2-1 0,2 5 0,4-3 1360,2 2-1982,4 1 1,6 4 0,1-2-459,-1-2 0,0 0 0,0 5 0,1 0-489,-1 0-801,0 0 1,0 0 219,0 0 1221,1 0 0,5 13 0,2 3 0</inkml:trace>
  <inkml:trace contextRef="#ctx0" brushRef="#br0" timeOffset="84">23261 12240 7758,'14'-6'259,"-6"3"751,-3-7-135,2 1-126,-5 1 1,-2 2-235,-9 6 1,-4 0 0,-3 1 0,-1 4 850,-2 4-1177,-7 4 0,11 1 0,-6 1 0,2-1 0,2 0 534,4 0-730,-1 0 0,8 1 0,-4-1 118,5 0 1,4 0-1,2 1-369,4-1 160,3-6 1,11-2-1,2-6-217,1 0 1,0 0 0,3 0 0,-3 0-4832,-1 0 4001,-2 6 1145,-5-4 0,-31 17 0,-9-3 0</inkml:trace>
  <inkml:trace contextRef="#ctx0" brushRef="#br0" timeOffset="85">21512 12752 7759,'6'-8'-345,"-3"2"1,5 4 0,0-1 1799,0-2-1197,-5 1 0,10 4 0,-4-2 0,4-1 0,1-2 0,0 2 1,2 1 1396,3 2-1650,-3 0 1,4 0-1,-5 0 1,-1 0-651,0 0 169,0 0 1,-4 0-2282,-1 0 1875,-6 7 882,-3-6 0,-58 31 0,19-16 0,1 0 0</inkml:trace>
  <inkml:trace contextRef="#ctx0" brushRef="#br0" timeOffset="86">21555 12837 7759,'0'8'-68,"1"-1"780,4-7-294,-4 0 1,12 0 0,-3 0-1,2-2 1069,2-3-1355,1 4 1,-1-7 0,0 5-168,0-2 1,0 0-711,1 5 0,-6-1 1,1-3 744,1 0 0,-11 18 0,-2 10 0</inkml:trace>
  <inkml:trace contextRef="#ctx0" brushRef="#br0" timeOffset="87">21384 13093 7759,'0'-14'-232,"0"5"0,0-1 0,0-1 0,0-2 1856,0-1-1068,0 0 0,0 5 0,0-1 248,0-1 0,-5 3-634,0-1 1,-6 5 0,2 0-1,-4 4 321,-1 4-383,6 4 0,-3 2 0,5-1-44,-2 2 0,3 4-51,-4 4 1,6-4-1,-4 6 1,2-2 119,1 0 0,-1 4 1,5-4-1,0-1-5,0-2-101,0 4 1,0-4 0,0 3 0,0-3-19,0-2-140,0 0 1,0-4 0,0-1-477,0 2 0,0-3-2389,0 2 1985,0-7 1,-2 3 1010,-2-6 0,-17-25 0,-9-7 0</inkml:trace>
  <inkml:trace contextRef="#ctx0" brushRef="#br0" timeOffset="88">21156 13207 7759,'8'0'789,"0"-2"-257,-3-2 206,3-4 0,6-2-224,0 1 1,1 6-306,-1-2 0,0-1 1,0 1-1,0 2-36,1 1-450,5 2 0,-4 0 1,3 0-1,-3 0 0,-2 0-2936,0 0 2700,0 0 513,1 0 0,30-6 0,9-2 0</inkml:trace>
  <inkml:trace contextRef="#ctx0" brushRef="#br0" timeOffset="89">21668 13051 7759,'0'-15'255,"0"6"787,0 0-711,-6-1 1,3 1 0,-7 1 0,-1 1 1410,-1 4-1501,-3 2 1,6 2 0,-1 2-77,-1 2 0,3 6 0,-1-1 0,0 2 322,1 2-373,1 1 0,3 4 0,-1 0 30,2-2 1,1-1 0,2-2-1,0 0-24,0 0-33,0 1 0,0 4-50,0 0 1,0-1-1,0-3 106,0-1-381,0 0 0,2-1-1432,2-4 371,-2 4-1811,4-12 1933,-6 6 1,-1-7 1176,-4 0 0,3-7 0,-9 4 0,5-6 0,-2-2 0,5 3 0,-3 0 0,1 0 0,0 0-109,0-1 1,5-1 338,0 1 0,0 4 0,0-4 1878,0-3-731,0 6-1058,0-6 1,2 8-1,3-4 1,4 2 222,4 3-685,1 1 0,5 2 0,2 0-474,1 0 1,-5 0 0,4 0 0,-2 0-1572,0 0 2188,-1 0 0,9 0 0,3 0 0</inkml:trace>
  <inkml:trace contextRef="#ctx0" brushRef="#br0" timeOffset="90">21953 13036 7759,'0'-7'362,"0"-6"677,0 3 1,-2 4 489,-3 1-1256,4 4 1,-12 1 0,4 0-1,-2 1 602,1 4-737,-3 3 0,7 6 0,-5 0 9,2 1 0,1-1 20,-2 0 0,-1 0 0,6 1 0,1 0 343,-3 4-391,6-3 1,-6 5 0,7-7 0,-1 0 183,-4 0-673,4 0 1,-6 1-594,7-1 0,0 0-508,0 0 461,0-6 0,0 0-2393,0-3 3403,0-4 0,-12-26 0,-4-14 0</inkml:trace>
  <inkml:trace contextRef="#ctx0" brushRef="#br0" timeOffset="91">21782 13193 7759,'8'0'0,"-2"-2"700,-6-2-223,0 2 0,0-6 0,0 3 646,0-4-1057,0 3 1,7-1 45,2 7 0,4-5 0,1 1 0,0 1-623,0 1 429,1 2 0,4-5 0,-1 0-984,0 2 0,-2 2 1,-2 1 1065,0 0 0,7-7 0,1 0 0</inkml:trace>
  <inkml:trace contextRef="#ctx0" brushRef="#br0" timeOffset="92">22152 13036 7605,'0'-14'141,"0"5"2080,0-1-1691,0 1 1,-5-1 0,-1 2 804,-2 2-1078,5 1 1,-10 5-197,3 0 1,3 2 2,-3 3 1,2 3 0,-3 6 0,2 0 32,-2 0 1,0 2-1,-1 1 1,5 2 51,0-1-156,-4 4 1,10-6-1,-4 4 36,3 1 1,2-5 0,0 2-1,0-2-240,0-2 227,0 1 1,0-1-185,0 0 1,0 0-194,0 1 1,2-8-1375,3-2-89,-4-3 157,6 4 423,-7-4 1244,-7 4 0,-13-25 0,-10-5 0</inkml:trace>
  <inkml:trace contextRef="#ctx0" brushRef="#br0" timeOffset="93">21953 13235 7759,'8'-7'-180,"-1"-4"1,-3 4 1456,0-1-937,7 5 0,-7-8 1,3 5-1,1-1 1,0 0 1309,3-1-1572,2 5 1,1-4 0,0 6-241,1-4 1,-1 3 0,0-2 0,0 2-2665,0 2 1414,1 0 1412,-1 0 0,0 6 0,0 2 0</inkml:trace>
  <inkml:trace contextRef="#ctx0" brushRef="#br0" timeOffset="94">22393 13051 7759,'0'-15'227,"-4"6"312,-1 0 1,-1 1 0,2-3 1125,0 1-1214,-7 7 1,7-3-1,-5 6 24,-2 0-355,-2 0 0,4 4 0,1 3 47,2 1 1,-4 1-106,5 5 1,-1 0 0,3 2 0,-2 2-85,2 1 1,1 0 0,2-5 1,0 0-1,0 0 1,0 0-49,0 1-10,0-1 1,0 0 0,2 0-18,3 0 1,-4 1-216,4-1 0,-3-5 1,-2 1-1598,0 1 912,0-5 1,0 2 995,0-3 0,-19-29 0,-5-1 0</inkml:trace>
  <inkml:trace contextRef="#ctx0" brushRef="#br0" timeOffset="95">22237 13207 7759,'0'-14'405,"5"4"253,-1 1-210,1 6 0,2-10 0,2 5 0,4 0 283,1 4-752,0-4 1,0 6-1,1-3-240,-1 4 0,0 1 0,0 0 0,0 0-1407,1 0 1668,-1 0 0,0 12 0,0 4 0</inkml:trace>
  <inkml:trace contextRef="#ctx0" brushRef="#br0" timeOffset="96">22607 13051 7547,'-7'-8'14,"6"-5"0,-6 10 2496,7-6-1871,-6-1 1,3 2-1,-5 2 739,2-1-1243,-5 6 1,8-5 0,-5 7-115,1 4 0,-4-2-40,2 7 0,1-1 0,0 5 0,0 0 205,0 1-268,5-1 0,-5 2 0,5 1 0,-2 2 0,2-2-185,1-1 245,2-2 1,0 1 0,0-1 69,0 0-160,0 0 0,0 0 0,0 1-603,0-1 297,0-6 0,2 3 0,1-5-2118,2 2 1898,0-5 1,-5 5-154,0-3 791,0-4 0,-13-19 0,-3-14 0</inkml:trace>
  <inkml:trace contextRef="#ctx0" brushRef="#br0" timeOffset="97">22450 13207 7769,'0'-8'0,"0"-4"0,0 2 573,7-3 1,-6 4 0,5 1 672,1 2-993,1-5 1,6 9 0,0-3 0,0 2-149,1-2-98,-1 4 1,0-5 0,0 6 0,0 0-9,1 0-43,-1 0 0,-5 1 0,1 2-848,1 2 0,-3 0-715,1-5 1607,1 0 0,10 0 0,2 0 0</inkml:trace>
  <inkml:trace contextRef="#ctx0" brushRef="#br0" timeOffset="98">22820 13051 7771,'0'-15'-722,"0"6"1,0 0 721,0-3 1959,0 6 0,0-7 520,0 4-1316,0 3 10,0-7-632,0 11-615,-6-4 1,-1 8-1,-4 1 1,2 2 0,1 6 0,-3-2 0,1 4-409,-1 1 334,5 0 0,-5 5 1,5 0 57,-2-1 1,4-1 0,0 0 0,2 2 101,2-1-10,0-3 1,0 0-1,0-1 70,0 0 1,0 0-260,0 0-157,0 1 1,0-6-921,0 1 1,0-6-458,0 6 577,0-7 0,-6 3 1144,-4-6 0,-21-19 0,-7-4 0</inkml:trace>
  <inkml:trace contextRef="#ctx0" brushRef="#br0" timeOffset="99">22635 13193 7771,'8'0'-176,"5"-6"-437,-4-4 1053,-3 4 1,7-5 0,-5 4 0,1 1-1,1 0 1171,1 3-1629,2-5 0,1 6 0,0-3-643,0 4 1,2 1 117,3 0 0,-3 0 0,3 0 543,-3 0 0,4 0 0,2 0 0</inkml:trace>
  <inkml:trace contextRef="#ctx0" brushRef="#br0" timeOffset="100">23062 13036 7780,'0'-14'-734,"0"5"432,0-1 1510,-7 1 1,6-1 0,-6 2 898,1 2-1403,5 1-617,-12-1 1,7 6-103,-4 0 0,-3 2 0,6 7 0,-1 2 178,3 2-132,-3 1 0,5 2 0,-5 1 0,2 4 1,1-1 59,-1 1-195,4-2 0,-6-5 0,5 2-26,-2 3 1,0-3 0,4 1 0,-2-4-2101,-2-4 1461,0 0 0,5 6-1251,0-1 2020,0-6 0,7-15 0,0-8 0</inkml:trace>
  <inkml:trace contextRef="#ctx0" brushRef="#br0" timeOffset="101">22891 13164 8173,'6'-7'1023,"-3"0"0,7 6 1064,1-4-1720,2 3 0,1-6 0,2 5 1,1-3-1,4 0-329,1-1-223,-5 3 0,8-1 0,-4 0-872,1 2 0,-5-3 179,2 1 1,-3 0 877,-2 5 0,-37-6 0,-11-2 0</inkml:trace>
  <inkml:trace contextRef="#ctx0" brushRef="#br0" timeOffset="102">6996 11330 7691,'-8'-7'47,"0"0"1,5 6 0,-4-2 571,-1-2-338,5-6 1,-2 9 292,10-3-521,3 4 0,6 1 1,1 0-1,-1 0 0,2 0-9,3 0 1,-2-5-1,7 0 1,1 1-77,2-3 83,7 6 0,-2-10 0,4 4 10,-1-1 0,5 1-58,-2-3 0,7-3 1,3 4-1,-2-4-10,-2-1 32,-2 0 0,1 3 1,0-2-1,-1-3 1,0 1 90,-5-1-174,5 2 0,-6-7 0,7-1 75,-1 0 1,-1-5 25,-3 3 0,3 2 0,-4-2 0,-1 1 216,-3 1-157,-9 1 1,-5 7 0,-10 0-1,-2-1 1,-3 1 315,1 0-372,0 0 0,-5 0 0,-2-1-4,-3 1 1,2 0-104,-6 0 279,6 6-171,-4 2 0,6 6 1,-4 0 5,-5 0-170,4 0 0,-6 0 0,2 0 62,-3 0 0,-1 4 0,0 1 1,0-2-54,0-1-64,6 4 1,-5-4 128,4 2-5,2-2-21,1-2 54,6 0 1,6 0 0,4 0 0,2 0 30,3 0 7,-1-6 1,0 4 0,0-3 6,0 4 1,1 1 0,-1 1-1,0 2 166,0 2-302,1 0 1,-1 1-196,0 4 1,-1-2-248,-4 1 0,2-4 0,-5 4 548,2 2 0,-36 53 0,11-26 0,1 1 0</inkml:trace>
  <inkml:trace contextRef="#ctx0" brushRef="#br0" timeOffset="103">7337 12340 7852,'0'-8'316,"5"0"1,1 3 1170,2-4-857,-5 3 1,3-2-155,-6 3 0,7 3-242,2-2-220,4 2 0,1 7 0,0-1 0,0 1 0,1 2-175,-1 2 117,0 4 0,5-2 0,1 1 57,3 4 1,-6 2 18,2-4 1,1 5 0,1 1 0,0 2 178,-1 4-150,5 0 1,-7-2 0,4 0 0,-2 1-1,-1 2 194,2 1-194,-5-5 0,4 3 1,-4-4 32,3 1 1,1 2 0,6-5 0,-4 1 209,-2-1-259,6 6 0,-6-9 1,6 5-60,-3-1 1,-5 2 0,2-4-1,-1-1 43,0-2-40,0 4 1,-5-2 0,0 4 50,1-2 0,-6 5 0,1-1 0,-1 1 50,-1-1-163,5-3 0,-7-2 1,5 1 57,-2 2 1,-4-4-1,3 1 1,-2-4-200,-2 0 129,3-1 0,-5-5 1,4-1-104,1-2 352,-6-1-90,6-5 707,-7 0-149,0 0-522,0-6-160,0 4-235,0-10 0,0 4 28,0-6 4,0-1 0,0 6 152,0-1 0,0 6-21,0-6-7,0 7 1,0-5-495,0 3 1057,0 4-317,0-6 1,0 9 69,0 3 0,0 3 1,-2 6-21,-3 0-223,-3 0 1,-6-1 0,-2 0-591,-3 1 0,-4-3-224,-10 8 0,1-3 1,-6-4 869,-1-2 0,-28-17 0,-7-8 0</inkml:trace>
  <inkml:trace contextRef="#ctx0" brushRef="#br0" timeOffset="104">8360 11572 7761,'-7'-6'219,"-6"4"0,10-6 0,-7 4 928,-1-6-40,5 4-707,0 0 1,7 6-212,4 0 0,3 0 0,6 0 0,0 0 0,2 0 385,3 0-521,-3 0 1,11-2 0,-4-1 0,4-2 0,3 2-9,3 1-54,-3 2 0,13 0 1,-2 0-27,5 0 0,1 0 63,-4 0 1,4 0-1,2 0 1,0 0 38,0 0 53,-8 0 0,0 0 0,-4 0 0,1 0 0,-2 0 439,-1 0-543,-8 0 0,-2 0 0,-5 0-1,3 0 1,-6 0-1,2 0 35,-3 0-122,-8 0 0,-2-1 87,-6-4 86,0 3-117,0-4 1,-2 6-23,-2 0 1,0 0 0,-3-1-391,0-4 276,2 3 1,-1-9-169,-3 6 1,1-6-95,-2 2 317,1-4 1,1 4 0,2 1 9,-1 2 0,6-1 0,-6 4 103,1-2-249,5 1-223,-6-3 180,7 6 454,7 1 0,-4 3 0,6 6-35,2 2 0,-3-3 1,0 2-1,-2 1 469,-3 1-448,5 3 1,-6-6 0,3 1-110,-4 1 0,-1 1 0,-1 3-1381,-4-1 862,-3 0 1,-8 0 0,-3 2 463,-4 3 0,-36 9 0,-9 9 0</inkml:trace>
  <inkml:trace contextRef="#ctx0" brushRef="#br0" timeOffset="105">24085 12212 7713,'0'-8'316,"0"-5"0,0 4 1344,0-4-1171,0 5 1,0 0 0,2 5-1,1 0-187,2 5 0,4-1 0,-2 9 1,-1 1 96,0 1-394,5 3 0,-4-1 1,4 0-1,-3 0 1,-1-1-647,1-4 526,-4 4 0,8-5-171,-2 6 0,-2-4 1,1-2-181,2-2 366,2-1 0,-4-5 0,1 0 0,-1-5 1,4-1-1,-2-1-141,-2 1 263,-6-5 1,9 3-1,-8-6 1,6 0 90,-6-1 53,1 7 1,-3-3 579,3 7-108,-4-7-554,5 3-357,-6 0 0,0 0-734,0 3 463,0 4-288,0-6 367,0 1 582,0 4 1328,0-4-518,0 6 4109,0 0-4835,0 6-123,0-4-809,0 4-225,0-6-1130,0 0 0,-12 26 0,-4 5 1</inkml:trace>
  <inkml:trace contextRef="#ctx0" brushRef="#br0" timeOffset="106">24199 12098 7748,'0'-14'363,"0"4"1,0 1 0,0-2 2638,0-2-2094,0 5 1,0 1 292,0 2-1081,0 3 1,5-1-1,0 11 588,-2 6-551,-2 10 0,-1-2 0,0 6 0,0 1 0,0 1 618,0 3-737,0-3 1,0 5 0,-1-7 0,-2 1 0,-2-3 300,2-2-351,1 3 0,2-11 0,0 3-1123,0-3 768,6-9 0,-2 0 0,5-7-443,2 0 0,2-5 0,1-1 0,2-2-2128,3-3 2510,-4 4 0,11-5 1,-7 4-1084,-2 0 1511,-1-5 0,-27-13 0,-7-12 0</inkml:trace>
  <inkml:trace contextRef="#ctx0" brushRef="#br0" timeOffset="107">24085 12240 12048,'15'-4'532,"0"-1"0,3 2-901,1 1 1,6 2-1,-1 0 1,2 0-607,3 0-199,-1 0 0,1 0 0,-2 0 1174,-4 0 0,42 6 0,5 2 0</inkml:trace>
  <inkml:trace contextRef="#ctx0" brushRef="#br0" timeOffset="108">24569 12226 7748,'1'-13'444,"2"2"285,2 2 247,0-1 1,-5-4 49,0 0 1,-2 6 0,-2 3 234,-6 4-1063,-3 1 1,-5 1 0,-1 3-100,1 0 0,-2 7 0,-1 0 0,1 5 257,-1 3-326,2 0 1,5-5 0,0 2-100,-1 3 0,8-3 1,2 3-1,3-3-457,2-2 81,0 0 0,2-4 0,3-3-31,4 0 0,10-2 139,5-5 1,-2 0 0,1-2 0,3-3-703,1-4 1026,-5 2 1,3-5 0,-6 2 0,-2-2 0,-1-3-68,-2 1 134,1 0 0,-6 0 0,-1 0 552,-2-1 0,-1 1 854,-5 0-1095,0 6-205,0 2 0,-5 12 0,-1 3 0,0 6 306,-1 4-284,3-4 1,4 6-1,0-7 97,0 0 0,0 5 0,0 0 279,0-1-712,0-2 1,1-7 0,4-1-164,4-2 1,4-1 0,3-5 0,1 0-776,2 0 833,6-6 1,-4-2 0,4-6-31,-1-1 1,-5 1-1,3 0 1,0-2-245,0-3 500,-11 3 0,7-4 0,-12 6 697,2-1 1,-5 1 389,2 0-914,-4 6 1,-2 2 0,-4 6-99,-4 0 0,1 4 0,0 3 0,1 1 48,4 3-135,2-5 0,1 7 1,0-4-23,0 4 0,1-4 21,4 1 0,-2-1 1,7 4-1,1-2 177,1-2 26,3-5 0,-6 8 0,1-2 0,1 1 0,0 0 843,-2-2-732,4-6 0,-5 10 14,6-3 0,-5-4-137,1-1 0,-5-4 1,4-1-475,2 0 111,2 0 1,-4 0 0,1 0 0,1 0-1,1-1-833,3-4 759,-7-3 0,4-2 0,-2 1-29,2-2 1,1-2 220,-4-1 0,4-5 0,-3 0 0,2 2-269,2 1 368,-6 2 0,5 0 0,-4 1 1,2 2-1,0 3 200,-1 2-105,-1 1 1,1 5 79,-1 0 0,1 1-71,4 4-74,-6-3 1,-2 6 143,-6-4 108,0-2 403,0 4-574,0-6 0,-1 0 1,-4 0-55,-4 0-56,-4 0 1,-1 2 0,-1 1-27,1 2 1,0 4 0,0-2 0,0 1-115,-1 3 117,-5 1 1,9 2-1,-3-1-164,1-3 0,5 2 71,-1-2 0,5 2 0,0 3-108,2-1 0,8-6 1,4-4-1,2-2-15,3-2 180,5 0 0,-4 0 1,3-2 41,-3-2 1,-2 0 104,0-5 0,0 1 0,1-3 0,-3 2 279,-2-3 0,1 0 0,-6-2 683,-2-1-400,5 8-838,-7-6 200,6 11 1,-7-2 0,0 8 0,0 6 232,0 2-109,0 9 0,0-4 1,0 5-1,0 1 1,0-1 605,0 3-674,0-5 0,0 7 0,-2-5-52,-3 1 0,4-3 0,-6-6 0,3 1-70,-1-1-190,-6 0 0,3-5 2,-6 1 96,-1-7 0,1 3 0,2-7-361,2-4 252,4 3 1,6-10 0,0 2-1,1-2-1015,4-2 1058,3-1 0,11 1 1,0-2-13,-2-3 0,4 4 150,-2-4 0,6-2 0,-3 1 0,2-3-27,0-2 0,-2 3 1,3-2-1,-3 1 51,-1 1 67,-2-5 0,-7 11 0,-1-2 201,-1 7 0,-7-1 1,0 4 146,-6 0-327,-5 2 0,-6 7 1,-2 4-22,-3 4 1,3 4-1,-4 3 1,2 1 171,4 2-56,-3 0 1,10-3 0,-4 1 154,2 2 0,6 0-174,-2-5 0,3 1 0,4-3 0,3-1-146,4-1-10,4-7 1,7 8 0,4-6 0,1-2-1,1-1-432,-3-2 333,1 0 1,4-5-1,1-1 1,-2-2-1,-4-3-297,-4-2 448,4-8 0,-9 6 1,2-6-1,-7 1 0,-3-4 264,-3-3-314,-1-1 0,-2-1 0,0 1-40,0-1 0,-2 2 110,-2 4 0,1 7 0,-7 8-202,-1 2 215,-2 7 1,1 9 0,1 9 0,3 4 0,0 4 683,0 2-35,5 5 0,-5-4 0,5 4-13,-2-4 1,0-4-327,5-2 0,0 1 0,0-6 1,0-1-6,0-2-593,7-2 0,-4-2 1,6-2-1,2-5-1312,2-4 666,1-1 0,0 0 0,1-1 1,-1-4-2655,0-5 2193,-6-2 1,-2-9 1351,-6-2 0,-13-18 0,-5-8 0,-2-5 0,0 0 0</inkml:trace>
  <inkml:trace contextRef="#ctx0" brushRef="#br0" timeOffset="109">25706 12212 7549,'0'8'941,"0"-2"0,2-6-335,2 0-187,4 6 1,7-4 0,-1 3-274,0-4 1,5-1-422,0 0 0,1 0 1,-1 0-1,4 0-943,-1 0 1218,-2 0 0,20-6 0,5-2 0</inkml:trace>
  <inkml:trace contextRef="#ctx0" brushRef="#br0" timeOffset="110">26175 12169 10815,'15'0'783,"0"0"1,3-1-1,2-2-98,2-2-783,2 0 0,3 5 0,-2 0 0,-3 0 1,-1 0-899,-4 0 0,-1 0-371,-2 0-1361,0 0 2084,-6 0 1,-3-5 643,-10 1 0,-3-7 0,-6 3 0,0 0 48,0 1 0,0 6 0,-1-2 2000,1-2-1340,0 0 1,4 5 2128,1 0-2121,6 6 0,-8 2 0,6 7 0,2-1 842,1 0-1329,2 0 1,0 5 0,0 2 0,0-1 0,0 2 474,0 1-667,0 0 0,0 1 0,0-2-21,0-1 0,0 2 0,0-4 0,0-1 9,0-3-849,0-7 0,-6 3-148,-4-6 0,-2 5 0,-2-6-1003,-1-1 1721,1-1 1,2-4 0,0-1 24,3-1 0,6-3 247,-2 2 208,10 4 0,3-5 0,6 4 141,0-3 1,2 4-108,3-4 1,-3 2 0,4 0 0,-1-2-853,0 2 380,0 1 1,0 1 0,0-3 0,-2 0 0,-1 1-1040,-2 1 93,1-4 0,-1 2 0,2-3 1158,3 0 0,3-23 0,6-1 0</inkml:trace>
  <inkml:trace contextRef="#ctx0" brushRef="#br0" timeOffset="111">26588 12269 7797,'0'-14'89,"-2"4"0,-1 1 610,-2-2 4,0-2 1,1 3 823,-1 1-336,0 6 1,5-2-491,0 10 1,0 3-1,0 6 1,0 2 855,0 3-1288,0 3 1,0 1 0,2 1 6,3 1 1,-4-2 0,4-1 0,-4-2 267,-1-2-516,0 4 0,5-7 0,0 4-68,-2-3 1,-1-2-150,-2 1 412,0-7-266,0-2 1,0-8 0,0-4 0,-2-7-160,-3-4-216,4-8 1,-6 3-1,7-7 54,0 1 1,2-7 0,3-3 0,4-3-1190,4-2 1142,1 7 0,0 1 0,0 8 121,1 4 0,-1 7 1,0 8-1,0 2 212,1 3 116,-1 14 1,-5 0-1,-1 11 257,-2-2 1,-1 4 0,-5-3 0,0-1 480,0 1-368,0-2 1,-6-10 0,-4 1-8,-2 1 1,2-5 0,1 0 0,-2-1 203,-2 0-1732,-1-1 1,-2-4 106,-3 0 1,3 0 0,-3 0-1,4 0-3296,0 0 4316,8 0 0,-44-12 0,-4-4 0</inkml:trace>
  <inkml:trace contextRef="#ctx0" brushRef="#br0" timeOffset="112">25351 12923 8138,'-15'-7'1025,"8"6"0,-1-5 0,5 4 1790,-2-3-2700,0 4 0,7-7 0,2 5 0,6-2 0,4 2 1,3 1-1,2 2-225,-1 0 1,2 0-242,-1 0 1,0 0 0,-5 0-827,1 0 0,-3 2 1,-1 2 1176,-1 6 0,-40 5 0,-19 1 0,1 3 0,-1 0 0</inkml:trace>
  <inkml:trace contextRef="#ctx0" brushRef="#br0" timeOffset="113">25265 13036 7742,'8'0'0,"5"0"2679,-4 0-1828,-2 0 0,5 0 0,-2 0 0,2 0 2112,3 0-2983,-7 0 1,4-4 0,-2-1-1,2 2-1218,3 1 1041,-1 2 1,0 0-871,0 0-3472,0 0 4539,1 0 0,-45 19 0,-11 5 0</inkml:trace>
  <inkml:trace contextRef="#ctx0" brushRef="#br0" timeOffset="114">25834 12994 7816,'0'-14'601,"0"-1"1,0 1 2292,0 0-2690,0 0 0,0 7 0,0 7 0,0 8 0,0 5 0,0 3 1096,0 3-1118,0-4 0,0 11 0,-2-6 0,-1 1 1,-1 1 512,0 0-668,3-5 0,1 4 1,0-7-1,0 0 234,0 1 224,0-1-220,0-6 1,-2-4 0,-1-8-135,-2-6-499,1-2 0,2-4 0,-1-3 201,-2-5 1,0-1-1,5 0 1,0 1-77,0-1 306,0-2 1,0 3 0,0 2 44,0 1 1,0 3-100,0 3 9,0 7 0,0 4-25,0 8 1,0 4 0,0 8-1,0 1 124,0 2-155,0 7 1,0-11 0,0 4-209,0-3 1,0-2-174,0 1 0,0-1 0,0 0 0,0 0-1970,0 1 1555,0-8 1,0 6 0,2-5 833,3 0 0,15-14 0,10-10 0</inkml:trace>
  <inkml:trace contextRef="#ctx0" brushRef="#br0" timeOffset="115">26019 12937 7816,'0'-8'471,"0"-5"1282,0 4-654,0 3 1,1-5 1891,4 6-2582,-3 6 0,4 9 0,-6 7 1,0 4-1,0 1 1018,0 3-985,0 2 1,5 1-1,0-1-211,-2-3 0,-2 1 1,-1-4-1,0-1 227,0 1-495,0-2 1,0-5-1501,0 0 1213,0-6 163,7-2 1,-6-12-1,4-3-251,-3-4 1,2-6-1,1-1 1,-2-4-725,-1-6 954,-2 1 0,5-10 0,-1 4 33,-1-1 1,-1 6 0,-2 0-1,0 6-353,0 4-842,0 1 613,0 11 0,0 9 0,0 14 0,0 7 731,0 5 0,0 12 0,0 7 0,0 4 0,0-1 0</inkml:trace>
  <inkml:trace contextRef="#ctx0" brushRef="#br0" timeOffset="116">26275 13122 7874,'8'-14'922,"-2"-1"0,-6 1 1278,0 0 728,0 0-4378,0 6 1036,0 1 1,0 9-1,0 3 414,0 4 0,-6 23 0,-2 6 0</inkml:trace>
  <inkml:trace contextRef="#ctx0" brushRef="#br0" timeOffset="117">26531 12994 7897,'0'-8'717,"0"-5"1956,0 4-988,0-4 1,0 4 1676,0-1-2997,0 7 1,0-2 0,0 10-1,0 5 1067,0 2-1218,0 9 0,0-4 0,0 5-123,0-1 1,0 2-1,0-4 1,0 0 159,0 2-336,0-5 1,0 4-639,0-6-228,0 1 885,0-7 38,0-2 0,1-8 0,2-4 0,4-7-71,1-4 111,-5-2 0,3 0 1,-4-2-161,3-1 0,-4 5 83,4-2 1,-4-1-1,-1 1 1,0 1 107,0 2 1,0 2 30,0 0-105,0 6-403,0-5 316,0 12 1,-4 1 36,-1 9 1,-5-1-76,6 2 149,-1-7 1,5 5-182,0-4 322,0-2-199,0 4-130,0-6-980,0 0 961,0 7 389,0-6 0,0 7-72,0-3-93,0-4 0,0 7 59,0-3 1,0-2-7,0 7 0,0-5 164,0 4-364,0-6 0,0 5-1664,0-3 1197,0-4 1,0 7-1321,0-3 0,0-2-284,0 7 1837,0-7 1,2 3 0,1-4-1049,1 2 1419,1-2 0,-5 4 0,0-6 0,0 0 0,-19-19 0,-4-4 0</inkml:trace>
  <inkml:trace contextRef="#ctx0" brushRef="#br0" timeOffset="118">26787 13093 13399,'8'0'9830,"-2"0"-7787,-6 0-6017,0 0-3800,0-6 3333,0 4 4441,0-4 0,6 12 0,2 2 0</inkml:trace>
  <inkml:trace contextRef="#ctx0" brushRef="#br0" timeOffset="119">26971 12937 8018,'0'-14'2117,"0"4"1850,0 1-1084,0-1-1841,0 2 1,0 4 0,0 10 247,0 8-1034,0 0 1,5 12 0,0-6 218,-2 2 1,-1 0-312,-2 2 1,0 3 0,0-5 0,0 0 355,0-3-636,0-3 0,0 3 0,0 0 0,0-2-1526,0-1 259,0-8 0,1-2-875,4-6 0,-2 0-221,7 0 2479,-1 0 0,5-38 0,1-9 0</inkml:trace>
  <inkml:trace contextRef="#ctx0" brushRef="#br0" timeOffset="120">27327 13108 8009,'0'-8'5458,"0"0"-2072,0 3-3089,0 3-1270,0-10-1191,0 10-2748,0-4 4912,0 6 0,6 6 0,2 2 0</inkml:trace>
  <inkml:trace contextRef="#ctx0" brushRef="#br0" timeOffset="121">27426 12994 7934,'8'-22'144,"-1"1"1,-3 7 0,3 0 2950,1 0-2695,1 6 0,5-3 1,2 6-1,2 0 1,0 0 1361,0 1-1580,4-1 1,-6 5-1,1 1 1,-4 3-1,-5 2 424,-2 2-642,-1 1 0,-5 6 0,0-1 91,0 0 1,-7 2 0,-4 1 0,-4 2-79,-4-2-125,0-1 1,4 0 0,1 1-33,0 2 1,6 0 0,3-4 76,4-1 88,1 0 0,3-6 1,5-3 354,6-4 0,10-1 0,-1 0 0,4 0 801,2 0-1084,-1-6 1,-6 0-1,-1-6-1170,-1 3 1,-4 4-869,3-4 1673,-9 6 308,-4-4 0,-57 7 0,-12 0 0</inkml:trace>
  <inkml:trace contextRef="#ctx0" brushRef="#br0" timeOffset="122">26644 11928 8032,'-6'-8'-160,"5"1"0,-7 3 0,5-3 1622,-2-1 1,2 1-217,7-3-996,4 4 0,11 6 1,2 0-1,2 0 1,6 0-1,4 0 1,5 0 687,6 0-862,5 0 0,19 0 0,5 0 0,3 0 1,3 0 221,0 0-365,-39 3 0,0 0 0,38-1 0,-7 4 0,-10-1 0,-9 1-155,-9 2 121,0-5 1,-20 8-60,1-6 201,-13 6 1,-3-10 198,-3 4-42,-4-3 1,12-2 320,-4 0-252,-2 0 0,1 0 10,-4 0 0,-2 1 1,4 3 196,1 0-319,-6 1 0,7-3-33,-3 2 1,-2 3-1,5 4 1,0-2-118,0 2 49,-5-4 1,8 5 0,-5-4-65,2 0 1,-3 5-1,3-4 1,-2 4 208,-3 1-45,5 0 0,-5 2 0,5 1 51,-1 2 0,-3 0 1,-4-5-1,0 1 190,0-1-213,0 0 0,5 5-108,0 0 1,0 0 0,-5-5 0,0 0-61,0 1 10,0-7 0,0 4 0,0-2 96,0 2 1,0 3-1,0-1 81,0 0-101,0 0 0,0 0 15,0 1 0,0-1 0,0 0 137,0 0-126,0-6 1,0 5-20,0-4 0,0-1 0,0 2 124,0 1-90,6 1 0,-5 3 0,4-1 50,-3 0 1,-2 5-53,0 0 1,0 6-1,0-1 1,0 3 154,0 1-177,0 1 0,0 4 1,0 0-1,0-2 1,0 1 247,0 1-282,0-3 1,0 3 0,0-7 56,0-3 1,0 0-156,0 0 0,0-1 1,0-4-1,0 1-82,0-2 14,0-7 0,0 7 0,0-3 1,0 3-345,0 4 359,0-5 1,0 4-1,0-5-22,0-1 1,0 0-55,0 0 0,0 2 1,0 1-304,0 2 342,0 0 0,0-4 1,0-1-1,1 0 1,2 0-301,2 0 345,0-6 0,-5 5 0,0-4-103,0 4 138,0 1 0,0 0 0,0 1 313,0-1-195,0 0 0,0-4 1,0-1-1,0 2 279,0 2-111,0-5-206,0 4 0,0-9 71,0 7-16,0-7 0,-2 3 75,-2-6 1,0 0-1,-5-1-310,-2-4 5,-2 4 1,-7-7 0,-6 4-301,-5 0 1,-7-7 0,-11 1 0,-8-2-3727,-8-3 3350,-4 1 0,-2 5 0,1-1 756,4-1 0,22 5 0,-1-1 0,1 0 0,0 0 0</inkml:trace>
  <inkml:trace contextRef="#ctx0" brushRef="#br0" timeOffset="123">8133 9482 7975,'5'10'47,"1"-1"0,0 2 0,2 2 0,0 1 1,5 0-1,3 1-95,3-1 0,1-5 0,-1 1 0,3-1 0,2 1 0,-2-2-210,-1-2 267,4-1 1,-8-7-1,5-3 1,-3-4-1,-5-4 1,-2-2-1,-3-4 391,-1-5-390,-2 3 0,-6-4 1,-1 6-1,-4 2 0,-5 1 55,-2 2-64,-2-1 0,-1 8 1,0 2-42,-4 3 0,1 10 82,-5 6 0,5 2 1,-2 9-1,1 4 85,0 2 0,4 3 0,6-4 0,-2 1 688,-2 2-640,-1 1 0,5-6 0,1 0-89,1 1 1,-2-5-1,4-2 1,0-2-27,-1-2-67,5-9-1006,-6 4 793,7-12 219,0 6 0,-6-58 1,-2-12-1</inkml:trace>
  <inkml:trace contextRef="#ctx0" brushRef="#br0" timeOffset="124">8574 14614 28475,'-14'0'-303,"4"8"0,1 7 0,-2 8 0,-4 10 0,-2 9 0,-2 5 1005,2 3-687,1-4 1,2-2-1,-1-7 1,1-4-1,1-6 1,2-7-1,4-4 1,-1-3-1836,0-4 1130,-2-2 755,2-7 0,-55-19 0,-8-5 1</inkml:trace>
  <inkml:trace contextRef="#ctx0" brushRef="#br0" timeOffset="125">10820 11856 8253,'10'0'370,"-1"0"-1,-6 0 1,5 0-137,-3 0-186,-4 0 0,12 0 0,-3 0 0,2 0 0,4 0 0,5 0 1,9 0 191,11 0-201,8 0 0,7 0 0,1 0 0,-1 0 0,-4 2-96,-5 3 88,-9-4 0,-5 6 0,-9-7 0,-7 1-118,-6 4 262,-4-3 101,-7 4 0,-7-6 187,-2 0-372,3 0 1,-2 0-1,3 0-342,3 0 166,-4 0 1,4 0-186,-2 0 0,1-2-194,-7-2 430,7 2 1,-5-4 0,5 4 58,-2-3 1,-4 2 0,2-5 81,-1 2-77,5 1 1,-9 1 38,2-1 0,2-5 0,0 4 41,2-2 34,1 5 1,4-3-139,-4 6 1,3-2-472,-2-3 100,2 4 376,2-6 0,5 14 0,1 1 1,2 1 408,3 1-355,-5-1 1,6 5-1,-6-1 48,2-4 1,0 4 0,1-3-178,-4 2-29,3-4 1,-7 0-356,4-3 1,-5 1 0,-5 3-1,-4-4-778,-4-3 90,-1 4 1137,-7-4 0,-14 6 0,-9 3 0,-5-3 0,-1-1 0</inkml:trace>
  <inkml:trace contextRef="#ctx0" brushRef="#br0" timeOffset="126">11275 12368 15685,'0'-8'-1065,"2"2"1,1 4 0,3-1 1957,2-1-278,-5-1 1,5 5 1010,-3 0-652,-4 0-9,6 0-386,-7 0-396,0 0 488,-7 0-638,0 0 1,-8 0-1,1 0-93,0 0 1,-5-2 0,-2-1 0,-1-2-44,-3 2 113,4 2 1,-5 1 0,2 0 0,-3 0 0,-1 0 1,-1 0-1,1-2 15,-1-3-34,1 4 0,-1-6 0,1 7-11,0 0 0,-6 0 0,1 0 0,0 0-51,-2 0 94,5 0 1,-4 0-1,5 0 23,1 0 0,6 0 0,1 0 1,2 0 9,0 0-44,0 0 0,6 2 0,2 1 14,2 2 1,4 0-188,-4-5 254,6 0 0,-5-2-224,3-3 0,3 2-501,-2-6 171,2 6 0,2-10 210,0 3 0,6 3 0,4-3 0,2 1-419,3 1 565,5-5 0,-4 7 0,5-5 182,-1 1 0,-4 5 0,3-2-122,-3 0 132,-2 2 1,-5 1 509,1-1 21,-7 0-398,3 5 0,-7 2 0,-2 3 9,-2 4 1,-6-1 0,1 1-1,-2 2 1,-3 2-74,1 1 1,0 1-1,0-1-32,0 0 1,6 0 0,1 0-1,3 1-149,-1-1-482,0 0 1,7 0 39,2 0 1,4 1 0,7-3 0,0-2-1934,4-5 1796,3 2 656,1-5 1,41 4-1,6-6 1</inkml:trace>
  <inkml:trace contextRef="#ctx0" brushRef="#br0" timeOffset="127">18185 14444 15349,'0'8'456,"0"4"1,-2-1-1,-1 5 1,-3 5-1,0 1 1,-2 3 480,0 2-863,-2 1 1,1-1 0,-1-1 0,1-4 0,-1-2 0,2-2 0,2-3-475,3 0 282,-5-7 0,7-4-2,-4-8 1,5-11 0,3-8 0,3-4-516,2-2 456,8-5 1,0-3 0,3-5 0,-4-1-1,0 2-390,-1 3 517,0 3 1,0 13 0,1 3-47,-1 3 0,-5 8 1,2 4-1,4 5-255,2 9 679,2 6 1,-5 14 0,0 3 39,1 5 1,-3 3 0,-1 0 0,-3-2 750,-2-1-902,6-6 0,-11 7 0,4-6-153,-4-1 1,-1-8 0,0-5-1,0-3-1560,0-2 193,0-6 13,0-2 1,-1-6-1,-2-2 1,-4-1-1875,-1-2 2489,-1-6 677,-12 4 0,-26-33 0,-13-6 0</inkml:trace>
  <inkml:trace contextRef="#ctx0" brushRef="#br0" timeOffset="128">18114 14686 11903,'6'-8'663,"-4"1"1,10 6 0,-1-2-356,7-2 0,-1 0 0,7 4 0,1-3 270,2 0-936,1-1 1,1 0 0,-2 0 0,-4 2 0,-4 0-2410,-3-2 1842,-8 4 1,5-6 924,-4 7 0,-9 0 0,-1 0 0</inkml:trace>
  <inkml:trace contextRef="#ctx0" brushRef="#br0" timeOffset="129">18697 14487 8238,'0'-15'454,"-7"1"1230,-2 0-543,3 0 1,-1 4 1099,7 1-1969,0 6 1,0-2 0,0 10 0,0 4 0,0 5 1065,0 5-1069,7-3 0,-4 11 1,5-3 14,-2 2 1,0 1 0,-2-1 0,0-4 203,-1-2-585,-1 5 0,-2-9 1,0 5 37,0-1 1,0-9-1,0 4-441,0-3 411,-6-5 1,3-1-1,-5-9-312,1-7 0,-2-1 1,2-13-1,1-2-1125,0-6 1303,1-4 1,5-7 0,0 2 25,0 3 0,2-3 0,2 6 0,6 2 131,3 5-51,1 9 0,2-2 0,1 9 244,2 2 1,1 4 0,-2 7 0,1 4 308,-2 5-219,-7 2 0,1 2 0,-7 1-34,0-1 0,-3 0 0,-1 0 1,0 0 201,0 1-203,-6-1 0,3 0 0,-7 0-111,-1 1 1,-1-6 0,-3 0 0,3 3-521,2 0 362,-2-4 1,5 5 0,-2-4-97,4 4 0,3-4 0,2 1 313,0 1-140,0 1 0,2 1 0,4-2 233,9-1 0,-1-6 0,5 4 0,-3-1 755,-2-4-772,0-2 1,0 4-230,0 0 0,-4 0-116,-1-5-1683,-6 0 697,4 0 0,-6 0-1452,4 0 1275,-3 0-785,4 0 797,-6 0 855,0 0 435,-6 6 0,-21-11 0,-11 4 0</inkml:trace>
  <inkml:trace contextRef="#ctx0" brushRef="#br0" timeOffset="130">19152 14415 8231,'6'-14'905,"-4"5"0,2-1 818,-2-1-486,-2 5 1,5 1-114,-1 10 0,1 4-625,-5 10 1,5-1-1,0 5 1,-2 1 279,-2-2-625,-1 5 0,0-6 1,0 4-1,0-3 0,0-1 568,0-4-717,-6-1 1,3-2 25,-7 0 0,1-6 0,-5-3 0,0-4-817,-1-1 642,1 0 1,1-6-1,2-5-132,2-6 0,1-6 0,-1-7 1,4-3-1459,3-5 1421,2-3 1,8 3-1,6 2-115,8 1 0,1 4 1,0 7-1,4 7 197,5 6 316,-9-2 1,11 13 140,-11 0 0,-4 11 1,-5 8-1,-7 0 794,-6 1-762,-1-4 1,-6 6 0,-5-4-93,-6 1 0,-6 0 1,-3-5-1,0-1 317,3-4-1597,-1 4 1,0-7 0,2 5-1311,2-2 0,1-4 2424,4 5 0,14-13 0,2 1 0</inkml:trace>
  <inkml:trace contextRef="#ctx0" brushRef="#br0" timeOffset="131">20076 14444 8137,'-6'-14'542,"4"6"0,-6-5 0,5 4 2025,-2-4-2375,0 5 0,5 3 0,0 10 0,0 5 0,0 2 0,0 4 0,0 1 692,0 2 1,5 7-730,0-3 0,0-1 1,-5 1-1,1-1 1,2-2-1,2 1 167,-2-4-470,-1-1 0,-2-2 212,0 0-170,-6 1 1,-2-9 0,-5-6-268,4-8 180,2-5 0,3-7 0,-1-5 0,2-7 1,3-6-976,4-3 937,4-2 0,8 1 1,1 1 71,2 3 1,7 3-1,-4 8 1,1 5 171,1 8 7,-6 6 1,4 8 0,-5 1 299,2 4 0,-5 5-91,-4 9 1,-7-2 0,2 5 0,-4 0 1038,-1 0-1077,-6-4 1,-2 2-1,-8-6 1,-1 1 0,-2-1 519,1 0-1013,-4 0 1,7-6 0,-4-1 3,3-1 1,2-5 0,-1 4-766,1-3 837,6-2 1,2 1-1,7 2 161,4 2 1,3 5 0,8-4 0,1 2 1163,2 3-896,7-5 1,-6 7 0,5-4 283,-1 4 0,-7 1 0,4-1 0,-2-2 828,0-2-1099,0 1 0,-10-2 0,-1-2-6,-1 0 1,-1-4-445,-1 3-2774,-4-4 410,5-1 782,-6 0 0,2 0 1816,3 0 0,-4-25 0,6-7 0</inkml:trace>
  <inkml:trace contextRef="#ctx0" brushRef="#br0" timeOffset="132">20502 14458 8137,'0'-14'-63,"0"0"0,0-1 1625,0 1-875,0 0 0,0 5 1,0-1 633,0-1-335,0 5-305,0-1 1,0 20 345,0 6-770,0 0 0,0 3 0,0-5 106,0 2 0,0 2 1,-1-4-1,-2 4 155,-2 1-413,0-5 0,5 5 0,0-4-118,0 1 1,0 0-1,2-7 1,3-1-302,4-1 98,4-7 0,1 8 1,2-6-198,3-2 0,-2-1 0,5-2 0,0-2-1175,0-3 1017,-4-3 1,2-1 0,-6-1-424,1-1 1,-7 3-1,-2-1-902,0-2 1896,-4-2 0,-34-7 0,-15-2 0</inkml:trace>
  <inkml:trace contextRef="#ctx0" brushRef="#br0" timeOffset="133">20517 14558 8137,'-15'0'3028,"8"-7"-2076,0-1-426,7 0 1,2-3 0,3 5-134,4-2 0,4 3 0,1-2 0,0 0-443,0 4-652,1 2 1,-1-4 0,0 0 136,0 2 0,-4 1 0,-1 2-2878,2 0 2215,2 0 1228,-5-6 0,-15-8 0,-8-8 0</inkml:trace>
  <inkml:trace contextRef="#ctx0" brushRef="#br0" timeOffset="134">20602 14415 8137,'-14'0'250,"4"-1"745,1-4-424,-1 4 1,1-12 516,-1 3-531,7 4 1,-3-2 0,7 5-283,4-2-484,3 1 1,6-1 0,2 0-1,1 2 1,2 1-742,-1 2-141,-2 0 0,-2 0 1,0 0 1090,0 0 0,0 13 0,1 3 0</inkml:trace>
  <inkml:trace contextRef="#ctx0" brushRef="#br0" timeOffset="135">21028 14387 8949,'-7'-6'1094,"0"4"0,6-4 0,-2 4 985,-2-3-1784,0 4 0,3-5 0,-1 7 0,-1 4 0,0 4 1,3 4-1,1 1 0,0 2 2101,0 3-2272,0-3 1,0 11 0,0-4 0,0 3 0,0-1 96,0-1 1,0-5 0,0 3-620,0-2 133,0-1-66,0-5 269,-6-6 1,4-5 0,-4-10-20,-1-8-231,6-8 1,-10 0 0,6-7-1,2-3 1,1-5-1395,2-3 1422,0-1 0,8-1 1,5 2-1,6 5 0,1 7-378,1 9 638,4 4 0,-4 8 0,4 5-46,-1 6 0,-9 5 166,0 6 0,-3 5 0,-7 2 0,-2-1 1157,-1 1-1063,-2 4 0,-7-9 0,-2 3 0,-4-4 0,-1 0 500,0-1-1340,-7-6 0,1 3 0,-6-5 110,3 2 1,1-5 0,-2 4 0,3-3-1003,1 1 1542,4 0 0,-30 1 0,0 2 0</inkml:trace>
  <inkml:trace contextRef="#ctx0" brushRef="#br0" timeOffset="136">13920 13861 10179,'-8'-6'424,"1"4"1,9-4-1,3 6 1,6 0 0,5-2 837,3-3-1468,-1 4 0,1-5 1,0 6-1,-1 0 1,-2 0-1,-2 0 1,0 0-1,0 0-3685,0 0 2680,-6 0 1211,-1 6 0,-83 14 0,28-5 0,1 0 0</inkml:trace>
  <inkml:trace contextRef="#ctx0" brushRef="#br0" timeOffset="137">13905 13946 8376,'0'10'1604,"0"-1"-513,0-6-809,7 4 1,-4-7 0,6 0-203,2 0 1,2 0 0,1 0-1560,0 0 1257,7 0 222,-12 0 0,42-19 0,-4-5 0</inkml:trace>
  <inkml:trace contextRef="#ctx0" brushRef="#br0" timeOffset="138">14431 13861 9291,'-7'-6'2027,"0"4"0,2-6-920,1 3 0,-1 5-308,5 0-464,0 0 0,2 13 1,2-3-1,4 4 1,2 3 73,-1 2-286,-6 0 0,8-5-640,-6 1 275,6-1 0,-9 0 0,4-1 60,0-4 43,-4-3 1,4-7 0,-6-4-274,0-4 88,0-10 1,2-3 0,1-7 157,2 1 1,4 1 0,-2 2-1,-1 2 109,0 3-74,-1 1 0,1 9 89,4 1 1,1 7 0,0 2 0,-3 8 978,-2 5-712,-1 7 0,-5-2 0,0 4 239,0-2 0,0 4 1,0-5-1,0-1 244,0-3-1006,0 0 1,0-6-598,0 0 227,0-5 0,6-9 0,4-11-363,2-4 614,2 2 0,1-7 0,-1 4 337,0-1 1,0 5 179,1-2 0,-6 5 0,1 3 0,1 3 736,1 1-488,-4 3 1,5 5-1,-4 6 1866,4 7-1831,-5 0 1,-2 7 0,-6-7 54,0 0 1,0 0-1,0 0 1,0 1-941,0-1-403,0 0 0,5 0 0,0 1-1085,-2-1 0,-2-5 0,1 1 1990,3 1 0,3-11 0,6-2 0</inkml:trace>
  <inkml:trace contextRef="#ctx0" brushRef="#br0" timeOffset="139">14943 13875 11043,'0'-8'2362,"2"-3"-1349,3 7-864,-4-1 0,10 3 0,-4-1 0,0-2 1,5 2 383,0 2-469,2 7 0,1-3 1,-3 7-117,-2 1 1,1 3 0,-6 3 0,-2 4-410,-2 1 390,-1-5 1,0 5-1,0-4-137,0 1 1,-6 4 0,-2-2 0,-1-1-677,-1 1 567,1-8 0,1-1 268,3-2 1,5 1 814,5-2-286,9-9 1,6-3 0,6-6-15,-3-2 1,0-2-240,0-1 0,1-1 0,-8 1 0,-4 2-246,1 2-1313,-7-2 1332,1 10 0,-64 52 0,21-14 0,1 0 0</inkml:trace>
  <inkml:trace contextRef="#ctx0" brushRef="#br0" timeOffset="140">18228 17401 9844,'7'-14'3508,"1"4"0,-4 1-376,0-2-695,1 4-477,-5-5-796,0 10-304,0-4-723,0 6-3479,0 0-110,-6 0-2714,4 0 6166,-4 0 0,-13-32 0,-5-7 0</inkml:trace>
  <inkml:trace contextRef="#ctx0" brushRef="#br0" timeOffset="141">20446 6682 10493,'0'-8'1049,"0"3"1,1 10 254,4 4-1142,-4 10 1,6-1 0,-6 5 0,3 3 0,0 0 0,1 3 0,0-2 247,-1-4 0,3 4-340,-2-3 0,-4-3 1,4-3-1,-4-2 1093,-1-2-895,7-6 0,-6-3-199,4-10 0,-3-4-215,-2-10 1,0-3 0,0-7 0,0 1-245,0 0 0,0-2 1,0 0-1,-2-1-408,-3 5 570,4 7 1,-6-2-1,7 7-401,0 0 258,0 6 0,-1 3 206,-4 10 1,4 7 166,-4 7 0,3 0 0,2-3 1,0 2-328,0 0 117,0 1 0,0-4 0,0-1 0,0 0 0,0 0-1980,0 1 1800,0-1 0,0 0 1,2-1 387,3-4 0,9-9 0,8-8 0</inkml:trace>
  <inkml:trace contextRef="#ctx0" brushRef="#br0" timeOffset="142">20730 6739 7844,'-6'-15'159,"4"1"0,-4 5 2105,6-1 106,0 1-1367,0 1-483,0 1 1,0 19-1,1 2 1,2 3-1,4 2 897,1 0-1148,1 6 0,1-3 0,-2 5-71,-2-3 1,3 1-1,-4-4 1,-2-1 332,-1 1-557,-2-2 1,5-5-1,-1 0-93,-1 0 1,-1-4-167,-2-1-678,0-5 0,-2 2-1027,-2-6 1,2-6 1989,-3-4 0,23-28 0,5-8 0</inkml:trace>
  <inkml:trace contextRef="#ctx0" brushRef="#br0" timeOffset="143">20972 7023 7844,'0'-14'415,"1"4"0,2 1-73,2-2 1266,0-2 1,-5 4-1,0-1 764,0-1-2482,0 5 1,0-2-3079,0 3 2605,0 10 583,0-4 0,12 39 0,4 6 0</inkml:trace>
  <inkml:trace contextRef="#ctx0" brushRef="#br0" timeOffset="144">21242 6767 7844,'-7'-14'915,"6"0"1,-7 4 734,3 1 679,4-1-234,-6 2-1712,7 2 0,0 8 1,2 2-1,1 6 1,3 4 1252,2 5-1278,-5-3 0,8 9 0,-4-4-75,1 1 1,-5-5-1,2 4 1,-2-3-158,2 1-130,-4 0 1,5-4 0,-6-1-220,0 0 0,0 0 0,0 0-604,0 1-1950,0-7-495,0-2 3272,0-6 0,0-19 0,0-5 0</inkml:trace>
  <inkml:trace contextRef="#ctx0" brushRef="#br0" timeOffset="145">21441 6767 7831,'-2'-14'1237,"-3"0"1,4 4-571,-4 1 94,4 5 0,1 0 1,0 8 86,0 6 0,0-2 0,0 1 0,0 4 868,0 4-1493,0-1 1,0 6 0,0-4 0,0 2 0,0 1 648,0-1-948,0-1 0,0 0 1,0 0 144,0-2 1,0-1 0,0-2-1,0 1-416,0-1-65,0-6-626,0 4 199,0-10 258,0 4 1,0-7-927,0-4 1,0 2 0,0-7 1506,0-1 0,25-27 0,6-7 0</inkml:trace>
  <inkml:trace contextRef="#ctx0" brushRef="#br0" timeOffset="146">21668 6966 8385,'0'-8'5424,"0"2"-4591,-6 6 1686,4-6-2697,-4 4-1185,6-4 80,0 6 259,0 0 0,44 6 1,12 2-1</inkml:trace>
  <inkml:trace contextRef="#ctx0" brushRef="#br0" timeOffset="147">22066 6810 7831,'8'-7'922,"-1"4"0,-7-6 1,0-2 1313,0-2-1456,0 5 1,0 0 842,0 3-1303,0 4 0,0 7 0,0 12 333,0 2 1,-5 7 0,0-5-1,0 2 1111,-1-1-1491,4-5 1,-4 7-1,6-6-76,0-2 1,0-1 0,0-2-8,0 1-10,-6-1-35,4-6 0,-4-3 1,4-12-1665,-2-7 1134,2 0 1,-4-13-1,4 3-176,-3-3 0,4-1 1,-5 1-1,1 2-471,0 1 809,0 0 0,5 2 0,0 3 82,0 4 0,0 5-25,0 1 59,0 5 0,0 0-60,0 8 0,0 4 0,0 7 0,0-1-627,0 0-191,0 0 0,2 0 1,1 1-6,2-1 1,4 0 989,-4 0 0,44 7 0,6 1 0</inkml:trace>
  <inkml:trace contextRef="#ctx0" brushRef="#br0" timeOffset="148">22294 6895 7833,'-6'-8'2972,"4"-5"1,-6 7-989,3-3 411,4 2-543,-6 7-1844,7 0-8424,0 0 6257,0 7 1713,0-6 1,2 7 445,3-3 0,15 15 0,10 10 0</inkml:trace>
  <inkml:trace contextRef="#ctx0" brushRef="#br0" timeOffset="149">22564 6852 7835,'0'-14'-185,"0"5"1,0-1 0,0-1 0,0-2 828,0-1-315,0 0 1,0 5 0,2 1-1,2 0 1,6 1 0,2 1 653,3 3-822,-1 1 1,0 2 0,0 0-1,1 2 1,-1 1 260,0 2 0,0 6-115,0-2-177,-6 4 0,-1 1 0,-7 0 0,0 1 493,0-1-492,-7 0 0,-1 0 1,-6 1 124,0-1 1,0-2-253,0-2 1,4 2 0,2-2 21,2 3-93,-5-5 0,11 3 1,0-5 549,8 2-306,4-5 1,9 3 0,3-6-8,2 0 0,0-4-60,2-1 0,-7-5 0,5 6 1,-3 0 32,-6 3-559,-8-5 1,4 4-4497,-3-3 3642,-4 4 1,-6 1 1269,-10 0 0,-59 12 0,26-4 0,1 0 0</inkml:trace>
  <inkml:trace contextRef="#ctx0" brushRef="#br0" timeOffset="150">23858 6852 7825,'8'-6'446,"4"-2"1,-10-6 0,3 0 0,-2-1 2286,2 1-2488,-4 0 1,5 8 0,-6 6 0,0 8 0,0 6 0,0 5 0,2 3 1307,3 0-1462,-4 5 0,10-5 0,-4 6 0,-1-1 0,2-3 354,0-5-519,-5-3 0,5-2 0,-5 0 0,2 0-579,-2 1 977,5-8-254,-7 0 1,4-14-1,-10-4 1,-2-4-602,-1-4 496,-5-7 1,10 4 0,-5-5-60,2 4 0,1-4 1,5 3-1,1-3-312,4-1 401,-3 6 0,12 1 0,-1 7 95,4 0 1,8 6 0,-1 3 0,1 4 394,-1 1-307,3 6 0,-10 2 0,5 8 143,-1 3 1,-7-2-1,-6 5 1,-2 0 789,-3 0-838,-1-4 1,-2 7 0,0-6 25,0-2 0,0-1 0,0-2-415,0 0-521,0-6 285,0-1 0,-2-7 0,-1-2-91,-1-3 195,-1 4 1,6-13 0,3 1-179,0-4 1,6-4 0,-4 4 0,2-4-132,3-1 585,2 5 1,1-5 0,0 4 286,0-1 0,1 2 0,-1 6 816,0 1-991,0 1 0,0 1 0,1 3 219,-1 4 1,-5 7 0,1 5 0,-1 5 1042,-1 3-1104,5 0 1,-10 1 0,5 2-134,-2 0 0,-1 1 0,-5-6 0,0 2 0,0-2-746,0-1 0,0-2 0,-2 0-560,-2 1 0,2-6 0,-4 1-2760,-1 1 2380,6-5-186,-5 7 0,7-12 1707,4 4 0,66-29 0,-24 8 0,-1 1 0</inkml:trace>
  <inkml:trace contextRef="#ctx0" brushRef="#br0" timeOffset="151">24711 6938 7825,'0'-8'2142,"0"0"-1114,0 3 535,0 3-1054,0-10 1,1 10-1,4-2 1,5 2 905,2 2-1157,3 0 1,-1 0 0,-2 2 237,-2 2 1,3 3-348,-4 2 1,2 4 0,-1-4-1,-4 4 417,0 1-490,-4 0 0,4 0 1,-6 1-1,0-1 1,-2 0 161,-2 0-354,-4 1 0,-5-1 0,2-2-274,2-2-175,-1 3 620,-4-6 73,12 1 1,6-1 0,15-7-1,6 0 1,5 0 914,3 0-407,6-7 0,-2 4 0,2-5 5,-6 2 1,-1-4 0,-13 6 353,-2 1-470,-1-5-568,-8 6 0,-3-4 0,-10 6 1,-4 0-1263,-4 0 755,5 0 0,-5 1-1174,4 4 1,1-3 0,0 4-1703,2 0 2111,-5-4 1,9 6-1,-4-5-227,0 2 1542,-2-1 0,-32 3 0,-6 1 0</inkml:trace>
  <inkml:trace contextRef="#ctx0" brushRef="#br0" timeOffset="152">27227 6952 7812,'0'-14'-239,"0"4"1,-1 2-1,-2 0 2030,-2 0-1377,0-1 0,5-1 0,0 1 0,0-2 859,0-2-863,0 5 0,0 1 237,0 2-567,0 3 0,-1-4 0,-4 6 0,-5 0 0,-2 0 208,-2 0-393,-7 0 1,4 0-1,-7 1 65,-1 4 1,4 3 0,2 6 0,3 1-286,2-1 273,6 0 1,-3 0 0,6 0-36,2 1 1,3-1-1,5 0 1,5 0-686,2 0 607,9-6 1,-1-1 0,5-7-107,-1 0 1,-6 0-1,2 0 1,-1 0 276,0 0 174,0-7 1,-5 4 0,-1-6 184,-4-2 0,4-2 0,-5-1 193,0 0-28,-2 6 1,-6 0 0,2 5 512,2-2-859,-2 0 0,6 10 0,-5 3 0,2 3 960,-2 5-845,5 1 1,-7 4 0,4 1 0,-3 1 0,-2 1 811,0 1-990,0-4 0,0 4 0,0-6-133,0-2 0,-7-1-924,-2-1-76,3-8-2538,-1 6 1019,1-11 0,4 2 2531,-2-8 0,40-61 0,-12 22 0,-1 1 0</inkml:trace>
  <inkml:trace contextRef="#ctx0" brushRef="#br0" timeOffset="153">27441 6980 7827,'6'-8'699,"-4"-4"1,4 4 1118,-6-6-963,0-1-435,0 7 1,-2 2 0,-1 8 1164,-2 2-1280,-6 4 0,10 7 0,-6-1 0,3 0 0,-1 2 525,2 3-719,1-3 1,2 4 0,0-6-39,0 1 0,2-1 0,3 0-396,4 0 318,-3-6 1,9-2 0,-3-6-136,6 0 0,2 0 0,-2-1 1,0-4-218,0-4 347,-2-4 1,-2-3 0,-2-1-127,-2-2 1,-4-2 0,-7 4 0,-6-2-355,-7 2-168,0 1 1,-13 3-1,5 4-49,0 4 1,-3 3 0,6 2-2154,1 0 1780,2 7 1080,9 1 0,26 31 0,12 7 0</inkml:trace>
  <inkml:trace contextRef="#ctx0" brushRef="#br0" timeOffset="154">27825 7009 7850,'0'-15'241,"6"1"1,-5 0 1605,4 0-1463,-3 0 0,-4 1 0,-1 2 534,-2 1 1,-6 6-646,2-6 1,1 7 0,-3-2 0,-3 5 783,-4 5-823,-1 3 0,5 6 1,0 0-1,0 2 1,-1 2 644,1 1-863,6 6 1,2-9 0,6 4 95,0 1 0,2-10-195,2 3 0,4-5 0,8 2 0,3-3-258,5-1 273,2-3 1,-2-5 0,0-2-1,0-4 1,-2-1-412,-3-3 436,-4-8 1,-2 4 0,-3-4 3,-6 3 0,-2 2-218,-2-1 1,-2 1 0,-2 0-1,-6 1-741,-3 4 231,-1-4 0,0 12 1,0-4-1,1 5 0,2 5 767,2 4 0,5 35 0,-2 10 0</inkml:trace>
  <inkml:trace contextRef="#ctx0" brushRef="#br0" timeOffset="155">28152 6994 7850,'0'-14'251,"-7"0"0,4 5 0,-6 1 2490,-2 1-2204,-2 3 1,-1 4 0,-1 0-1,3 1 1159,2 4-1547,4 3 1,6 8 0,2 1 167,2 2 1,6 1-1,7-2 1,4 2 468,1 3-669,-5-6 1,9 2 0,-9-8-4,-4-2 0,1-4 0,-6 5-13,0 1-169,-2-5 0,-9 0 0,-7-6-375,-9 0 1,-11 0-1,-4 0 1,-3 0-2654,-2 0-472,-2 0 3568,4 0 0,-42 7 0,37-3 0,1 0 0</inkml:trace>
  <inkml:trace contextRef="#ctx0" brushRef="#br0" timeOffset="156">4180 10037 8190,'15'0'-1667,"-1"-2"981,0-3 708,-6 4 1,5-5 0,-5 4 0,1-1 0,0-3-1,3-1 1,0-1 0,2 2 0,1-2-34,-1 0 11,0 5 0,38-10 0,10 5 0</inkml:trace>
  <inkml:trace contextRef="#ctx0" brushRef="#br0" timeOffset="157">4621 9966 8190,'14'0'-853,"1"0"0,-1 0 424,0 0 485,0 0 1,-6 0-61,-1 0 1,-6 0 0,2-2 49,2-3 0,6 4 1,-1-4-78,2 3 46,2-4 1,-4 5 0,-1-4-83,2 3 0,2 2 67,1 0 0,0 19 0,1 5 0</inkml:trace>
  <inkml:trace contextRef="#ctx0" brushRef="#br0" timeOffset="158">7877 7791 7485,'0'-8'501,"-2"0"0,-2 5-105,-6-2 0,4-1 0,0 2 60,-1 0-286,-1-1 1,-1 5 0,-1 0 371,-1 0-223,5 0 1,-2 0 268,3 0-28,4 0 1,-7 0-74,3 0 0,2 0-265,-6 0-143,5 0 0,-8 0 1,2 0-109,-2 0-27,4 0 0,-5 0-149,4 0 0,-4-2-146,-1-2 156,0 2 1,4-4-862,1 6 493,5 0-359,-2 0-13,6 0 338,0 0-86,0 6 1,-1-3-760,-4 7 1442,-3-1 0,-28-1 0,-12-2 0,-2 1 0,-1 1 0</inkml:trace>
  <inkml:trace contextRef="#ctx0" brushRef="#br0" timeOffset="159">7906 7720 8001,'-8'0'-375,"1"-2"-936,7-3 1236,0 4 0,0-7 0,0 3 0,0-4-138,0-4 209,0 5 1,-1 0-20,-4 3 5,3 4 18,-4-6 0,6 26 0,0 5 0</inkml:trace>
  <inkml:trace contextRef="#ctx0" brushRef="#br0" timeOffset="160">7721 7776 8116,'-8'0'-542,"0"-4"1,5-3-1,-2-1 379,2-3 150,-5 5 0,6-7-53,-2 4 97,2 3 442,2-1-281,0 7 780,0 0-292,6 0-83,-4 0-430,4 0 0,-7-1 0,-3-4 1,-2-3-170,-2 0-64,-1-11 0,-5 8 1,-1-13 26,1-1 1,-5-2 0,-1-3-1,-1-1-101,1-2 57,-6-7 1,4 10 0,-5-2 76,4 7 0,2 0 1,7 6 209,0 2-133,-1 7 70,8 4-173,0 6 33,7 0-60,7 6 1,-6-3-299,4 7 308,3-1 1,-7 5 59,4 1 1,-3 0 0,-1 3-1,2 1-34,2-2 155,0-1 0,0-2 1,-1 0-108,0 1 1,-3-1-1,1-2 1,1 0 42,2-3 261,-1-6-28,-4 10 0,0-13-387,0 0 102,0-7 0,0-8 0,0-4-107,0-5 1,2-4 0,1-4 0,2-1 5,-2 1 47,-1 2 0,2 8 1,1 3-125,-2 3 1,0 4 0,2 4-727,5 8 896,-4 6 1,7 8 0,-6 2-287,1 3 0,0 3 1,-5 5 277,2-3 0,-76-23 0,24-5 0,-1-1 0</inkml:trace>
  <inkml:trace contextRef="#ctx0" brushRef="#br0" timeOffset="161">7479 11501 6873,'8'-1'342,"-2"-3"1,1 0 43,2 0-302,-3 3 0,2 1 0,-3 0 0,4 0 0,4 0 1,1 0-1,0 0 416,1 0-432,-1 0 0,0 0 1,0 0-1,1 0 188,-1 0-207,0 0 1,0 0 0,2 0 66,3 0 1,-2 0 0,5 0-1,1 0 155,-1 0-170,1 0 0,6 1 0,-1 3-41,1 0 1,-6 1 0,1-5-1,1 0 57,2 0-72,2 0 0,-2 0 0,-2 0-47,-1 0 0,-6 0 1,5 0-1,-1 0 68,0 0-40,-5 0 0,5 0 1,-4 0-4,1 0 0,4 0 1,-2 0-1,-1 0 75,1 0-90,4 0 1,-7 0 0,5 0-16,3 0 0,-4 0 0,0 0 0,-2 0 49,-2 0-77,4 0 1,-5 0 0,5 0 35,-1 0 0,3 0 0,-4 0 0,2 0-2,3 0-20,2 0 1,2 0 0,-1 0 28,1 0 1,-1 0 0,1 0 0,-3 0-8,-2 0 15,3 6 0,-10-4 0,5 3 21,-1-4 0,-2-1 1,-5 0-1,0 0 314,1 0-321,-1 0 0,0 2 1,2 1-9,3 2 1,-3 0 0,4-5 0,-1 0 17,0 0-74,0 0 1,0 0-1,0 0 51,-2 0 1,4 0 0,-2 0 0,0 0 6,1 0-9,-4 0 1,5 0 0,-7 0 23,0 0 0,0 0 0,0 0 0,1-2 82,-1-3-111,0 4 0,0-6 1,1 7-12,-1 0 1,0 0-1,0 0 1,0 0-32,1 0 14,-1-6 0,0 4 13,0-2 0,1 2 0,-1 2-24,0 0 26,-6 0 1,4 0 3,-2 0 0,3 0 0,1 0 0,0 0-2,0 0 1,0 0 0,1 0-1,-1 0 1,-5 0 0,1 0 0,1 0 0,2 0 10,1 0 0,0 0 0,0 0 22,0 0 1,1 0-1,-1 0 1,0 0 168,0 0-174,1 0 0,0 0 0,3 0-2,1 0 0,0 0 0,-5 0 0,0 0 11,0 0-20,0 0 0,1 0 1,-1 0-5,0 0 0,2 0 1,1 0 8,2 0-28,0 0 0,-9 0 169,-1 0 113,-6 0-265,4 0 1,-6 0-23,4 0 1,-3-1-185,2-4 143,-2 3-215,-2-4-193,0 6-446,0 0 0,-13 0 1,-3 0-1</inkml:trace>
  <inkml:trace contextRef="#ctx0" brushRef="#br0" timeOffset="162">13251 10847 8024,'0'-14'-152,"0"0"1,0-1-1,0 1 1,0 0 0,2 0-1,3 0-262,4-1 509,-3 1 1,2 2-1,-4 0 1,0 3-1,1-2 1,0-2 322,0-1 0,-1 0-271,-4 0 0,-1-1 1,-4 3-1,-5 1 0,-2 1 1,-4 1 238,-3 1-279,-3-5 1,-6 10-1,-3-5 19,-2 2 0,-3 1 1,-7 5-1,-1 0 186,-3 0-256,-4 0 0,-6 0 1,0 0 4,1 0 0,3 5 0,3 1 0,1 2 57,3 3-86,2 2 0,7 1 0,3 2 7,-1 3 0,5-2 0,-3 7 0,3 0 46,1-2-65,1 4 1,6 1 0,3 7-11,3-3 0,2-1 0,1 0 1,2 3 57,2 5-57,5-3 0,-7 1 1,5-4 81,-2 1 1,3 5 0,-4-3 0,-2-1 92,-2 1-142,5-2 0,-4-4 1,4 1 22,0 3 1,0-3-1,5 2 1,-2-6 51,2-2-72,1 0 1,2 3 0,0-2-7,0-1 1,0-1 0,0 4 0,0 0 72,0 2-84,0-11 1,2 16 0,1-11-9,2 4 1,6 2-1,-2-1 1,4 0 69,1 1-115,7-7 1,-4 5-1,5-3 92,-1 2 0,4 1 0,-3-1 0,2-4-36,0-2 5,-1 5 0,6-7 1,-1 4 9,1-1 0,-1 2 1,1-4-1,-1 0-6,0 2-21,1-6 0,-1 6 1,2-7 18,3 0 1,2 1 0,5-1 0,-2 0 225,1 0-230,-4 1 1,8-6 0,-2-1 22,4-2 0,3-1 1,-6-5-1,1 0 119,0 0-74,6 0 1,-10 0 0,2-2 5,-4-2 0,1 0 0,-4-5 1,1-2 161,0-2-271,-2-1 0,2-5 0,3-1-33,3-3 0,6 1 0,1-3 0,-3 1-30,0-1 106,-9-2 0,5-1 0,-3-1 82,3 1 0,-5 0 1,-3-1-1,-3 1 80,-1-1-78,-7-6 1,-1 5 0,-7-4-12,0-1 1,-1 3 0,-2-6-1,-2-1-54,2-2-188,-4 5 0,-1-4 0,-6 5 164,0-1 1,-2 3 0,-2-4 0,-8 1 89,-5 0-213,-5-2 1,-2-6 0,1-2 23,-3-2 0,-1-5 0,-1 1 0,0-5-592,-1-5 546,-6 4 1,4 1 0,-7 9-58,-2 4 0,4 3 0,-3 2 1,-4 2-479,-3 3 361,-1 0 1,-1 12-1,1 3-552,1 4 1,2 2-1,3 3 1,1 7 831,2 6 0,-22 4 0,-12 1 0,18-1 0,0 0 0,1 1 0</inkml:trace>
  <inkml:trace contextRef="#ctx0" brushRef="#br0" timeOffset="163">3910 11615 7460,'-8'0'3594,"2"0"-2902,6 0 1068,0 0-1893,6 0 186,-4 6 1,6-4-1,-3 4 1,4-1 0,2 1 5,-1 2 0,2-5 0,-4 3-155,0 1 56,5-6 1,-10 7-377,6-3 453,-5-3 0,7 5 46,-7-2 490,1-3-112,1 4-110,-4-6-239,4 0-348,-6 0-1534,0 0 1954,0 6-118,0-4 1,2 4 166,3-6 0,-4 2 470,4 3-8,-4-4-695,-1 6-681,0-7 580,0 0 1,-4-2 0,-3-1-246,0-2 1,2-4-291,-5 4 513,7 0 0,-5 0 162,4 1 41,2-1 1,-4 6-1,6 4 1,1 5 306,4 2 0,-2-2 0,7-1 237,1 2-375,1 2 1,-2 0 395,-1-4 211,-6 4-673,10-12-503,-11 6 1,2-9 0,-8-3-208,-6-4 452,4 3-238,-1-7 0,3 10-393,-1-7 714,0 7 64,5-3 1,2 7 0,1 4 408,2 5-412,6-4 0,-8 2 27,6-3 1,-4-2 532,5 6-260,-7-6-149,3 4-414,-6-7 1,0-2-8,0-3-207,0 4-336,0-6 651,0 7 84,0 0 0,5 2 242,0 3 0,1-4 0,-3 6 0,3-3 386,2 1-642,-5 6 1,5-9 0,-4 4 249,0 0-195,1-4-434,1 11 124,-4-12 0,3 1 0,-9-9-386,0 0 597,-1 3 0,0-4-78,1 4 89,-8-4 323,11 0 114,-5 2-22,6-1-134,0 6 0,-2-6 175,-3 7-70,4 0-1034,-6 0-525,7 0 684,0 0-401,0-6-540,0 5 1,0-7 1485,0 3 0,19-3 0,5-6 0</inkml:trace>
  <inkml:trace contextRef="#ctx0" brushRef="#br0" timeOffset="164">4209 11899 7997,'0'8'4885,"0"-2"-3669,0-6-3991,0 0 2775,-6 0 0,-34 7 0,-14 1 0</inkml:trace>
  <inkml:trace contextRef="#ctx0" brushRef="#br0" timeOffset="165">7081 11245 8009,'14'-6'-94,"0"4"0,1-2 1,0 2-1,4 2 0,7-2 1,5-1 470,7-2-188,3 1 1,8 4 0,3 0 0,2 0 0,0 0 0,-2 0 0,0 0 354,-2 0 0,4 0-417,-6 0 1,4 0 0,-3 0 0,1 0 29,4 0 0,8 0 0,2 1 1,3 2 129,-1 2-242,0 0 0,5 0 0,-3-1-17,-6 0 0,0-1-17,-10 2 0,3-4 1,3 4-1,3-4 124,0-1-119,1 0 1,-4 0 0,2 0 0,3 0 0,2 0-46,3 0 1,2 0 0,1 0 0,1 0 0,1 0 0,-2 0 137,-6 0-89,-5 0 1,-3 0 0,0 0 81,0 0 0,-7 0 1,-4 0-1,-7-1 194,-5-4-183,-11 4 0,-2-6 1,-9 6 125,-2-4 1,1 2 317,-6-7-140,-1 7-402,-4-3 1,-6 1-176,-3 0 130,2-6 1,-5 8 0,2-5-115,-2 2 1,-3-4-1,1 4 1,-2-2-503,-3-3 446,4-2 1,-11-1 0,6 0 75,-2 0 1,9 1 0,-1 2 0,3 2 77,3-2 214,-5 4 1,12-1-191,-4 4 0,10 2 0,6-3 0,5 4 36,2 1 99,8 6 0,-6-3 0,6 7-63,-3 1 1,-1 1 0,2 3-1,-5-1 180,-3 0-228,-2 0 0,-1 0 0,-2 1-37,-2-1 1,-6 0 0,2 0 0,-3 1-805,-2-1 648,0 0 1,-2 0-1,-3 0-362,-4 1 1,-7-1 0,-6 0 0,-8 0 552,-5 0 0,-22-13 0,-12-6 0,-8 0 0,1 0 0</inkml:trace>
  <inkml:trace contextRef="#ctx0" brushRef="#br0" timeOffset="166">7280 11146 8090,'-8'-7'82,"0"4"0,5-6 1,-2-2-1,0-2 484,-1-1 794,5 6-625,-6-5 1,1 13-338,-4 0-267,-2 7 1,-4 7 0,-3 0 32,-5 0 1,-9 2-173,-5 3 0,-3-3 1,-1 3-1,-1-2-573,0 2 451,1-3 0,4 4 0,3-4 0,7 2 0,10 1-443,10-2 526,7-1 0,16-1 0,12 3 150,13 1 1,12-5-236,0-4 1,2-1-1,-1 5 132,0 0 0,-8-18 0,4-6 0</inkml:trace>
  <inkml:trace contextRef="#ctx0" brushRef="#br0" timeOffset="167">6413 11814 8032,'0'14'-386,"0"-6"0,0 5 1,0-4-1,1 2 1,2 0 65,2-1 322,6-7 0,-3 5 1,6-5-3,1 2 0,30-7 0,9-6 0</inkml:trace>
  <inkml:trace contextRef="#ctx0" brushRef="#br0" timeOffset="168">6697 11970 6436,'0'-8'-597,"2"0"597,2 4 78,-2 2 0,11-4 0,-4 6 0,4 0 0,1 0 16,0 0 0,0 5 0,1-1 1,-3 1-82,-2 1-8,2-4 1,-4 9 0,6-6-13,1-2 1,-1 3 13,0-1 1,0 4 0,0-2 0,1-1 218,-1 0-185,6 5 1,-4-7-1,5 5 1,-1 1 0,2-1 229,1 0-150,10 1 0,-14-1 0,9 1-33,-1 1 1,5-3 0,1 1-1,-2 2 49,-1 2-97,-1 1 0,-2 0 0,-2 1 5,-1-1 1,-5 2 0,3 1 0,-3 2 177,-7-2-190,3-1 1,-8-2-1,8 1 28,-1-1 1,0 2 0,0 1 0,0 2 199,1-2-230,-1-1 0,3-2 0,1 1 57,-1-1 1,-9 2 0,6 1 0,-1 2 40,-1-2-78,-4-1 1,5-2-1,-5 2-34,0 3 1,4-3 0,-4 4-1,2-1-224,-1 0 230,1 0 1,4 2-1,0 1-5,0 0 0,1-1 0,0-6 0,3 3 126,1 1-117,0 0 1,-5-5 40,0 0 0,-1 0 0,-2-1 98,-2-4-130,-6 4 1,9-10 0,-6 7 90,2 1 1,1 1 0,4 4-1,-2 2 222,-2 1-316,1-1 0,4-3 0,-1-1 31,-4 0 1,4 5 0,-5 0 0,1-2-33,1-1-39,-7-2 1,5-4 0,-5-1-107,2 2 1,-1-3 0,-4 2 0,2-1-70,3-1 168,-4 5 1,6-10-18,-7 6 0,1-4 95,4 5-55,-3-7 1,10 8 0,-4-5 86,0 2 1,5-3 0,-4 4-36,4 2-88,1-4 0,-5 1 70,1-4 1,-5-2 1,4 3 28,-6-4 297,4-1-69,-7 0 136,0 0-291,0-6-247,0 4 1,0-10 38,0 2 0,1-2 1,2-4-1,2-2-641,-2-1 520,5 0 1,-5 1 0,5-3 60,-1-1 1,-3 0-1,-4-2 1,2 5 266,3 3-211,-4-4 0,5 4 176,-6-3 1,0 3 197,0 2-259,0 6-28,0 2-47,0 6-622,0 0 353,0 6 284,0 2 0,0 2 1,-1-1 41,-4 2 1,4 2-1,-4 1 1,3 0-19,2 0 18,0 1 0,0-1 1,0 0 23,0 0 1,-4 0 0,-1 1-1,2-1 56,1 0-4,2 0 0,0 0 1,-2 1-49,-2-1 1,2 0 0,-3 0-121,4 1 98,1-1 1,0-5-35,0 1 1,-2-7 0,-1 3-55,-2 1 95,1-6 1,2 5 48,-3-6 1,1-6 0,-9-3 0,-4-4-46,-4-1-76,-3 0 0,-4-5 0,-1 0 31,1 1 1,0 2 0,-1 2 0,2 0 143,4 0 74,-4 6 1,11-3 297,-3 6-203,3 0 374,8 5-146,-4 0 1,8 0 79,-5 0-479,6 0 1,-5 0 335,3 0-154,4 0-113,-6 0-606,7 0-3270,0 0 583,7 0 2179,-6 0 900,6 0 0,5-31 0,4-9 0</inkml:trace>
  <inkml:trace contextRef="#ctx0" brushRef="#br0" timeOffset="169">8801 14529 7960,'-8'-14'-84,"2"0"1,4 0-1,-1-1 1,-3 1 0,-2 1-1,-3 2-957,-2 2 972,-7-1 1,2 3-1,-5 0 1,-3 2-1,1 1 1,0 1 0,1 1-134,-1 2 207,4 0 0,1 0 0,6 0 1,-1 2-1,1 1-11,0 1 0,0 6 26,0-5 0,-1 6 1,1-2-1,0 4-24,0 1 4,-1 0 0,-16 10 0,-9 4 0,-2 3 0,-1 0 0</inkml:trace>
  <inkml:trace contextRef="#ctx0" brushRef="#br0" timeOffset="170">7792 9340 6424,'-24'76'0,"0"0"0,1 0 0</inkml:trace>
  <inkml:trace contextRef="#ctx0" brushRef="#br0" timeOffset="171">8005 10179 8069,'14'0'86,"0"-6"0,1-4 1,-1-2-1,-1-3 0,-2 3 1,-4 1 1206,0 1-107,-2 7 140,-5-3-528,0 6-2542,0 0 0,0 12 0,0 4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4:25.3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149 426 7851,'0'-22'-1323,"0"8"1360,0 0 1,0 7 1508,0-7-575,0 9-283,0-14-608,0 17 255,0-8-253,0 10-188,0 0 22,0 10-21,0-8 1,3 15 116,4-10 0,-5 9-3,5-1 1,-4-4 147,-3 4 1,0-1-49,0 7 1,2 7 0,5 1 1,-5 1-19,5-1 1,-4-6-114,-3 6 0,0 4 65,0 2 0,0-2-133,0 3 1,0-3 133,0 2 0,0 5-117,0-4 1,0 4-32,0 2 1,0-2 90,0-4 1,0 6 133,0 1 1,0-3-87,0 2 0,0 1 22,0-8 1,0 5-32,0 3 1,0-8 10,0 1 0,7-3-57,0 2 1,0-2 53,-7-4 0,2-6-15,5 6 0,-4-6 0,4-1 0,-5 1 46,-2 5 1,0-11-53,0 4 0,0-11 73,0 4 1,0-7-127,0 7 1,0-9-672,0 4 315,0-9-340,0 0 449,0-9 0,7 4-1486,0-9 1772,1 0 0,10-45 0,6-10 0</inkml:trace>
  <inkml:trace contextRef="#ctx0" brushRef="#br0" timeOffset="1135">64 298 7854,'-14'0'-218,"0"0"324,9 0 1,-7-2 317,5-5-424,5 4 12,-8-6-26,10 9 1,3 0 191,4 0 1,5 0 1,9 0 0,0 0-39,0 0 1,8 0-28,-1 0 1,10 0-14,-3 0 1,6 0 36,1 0 1,8 7-49,-1 0 1,10 0 1,-2-7 1,4 0-153,3 0 1,0 0 110,0 0 0,2 0-79,5 0 1,2 0-152,5 0 1,-3 0 228,-4 0 1,-2-2-85,8-5 1,-1 4 45,2-4 0,-5-2-4,-9 2 1,7-3-107,0 3 0,2 2 113,-2-9 0,-5 7-81,5-7 0,-3 7 64,3-7 1,-3 7 74,10-7 1,-7 9-81,7-2 0,2-3 225,12 3 0,-11-7-43,4 7 1,-12 0-107,5 7 1,0 0-36,7 0 0,-7 0 43,0 0 0,-8 0-117,8 0 1,0 0 71,7 0 1,7 0-73,0 0 0,-41 0 1,0 0-168,48 0 1,-45 0 0,1 0 191,5 0 1,0 0-1,-3 0 1,0 0-194,6 0 1,1 0 0,-6 0 0,0 0 209,2 0 0,0 0 0,0 0 0,1 0-2,2 0 0,1 0 1,-4 0-1,-2 0 3,-1 0 1,0 0-1,-6 0 1,-1 0-141,49 0 0,-48 0 0,0 0 142,5 0 0,1 0 0,-6 0 0,0 0-11,2 0 0,0 0 1,46 0 9,0 0 1,-47 0 0,0 0 13,47 0 0,-4-7-21,-3 0 1,5 0 2,2 7 0,-47-1 0,0-1-1,1-1 1,0-1 0,-1 3 0,0 0 3,47-6 1,-47 4-1,0 1-10,47-5 0,-48 6 1,0 0 9,48-6 0,-7 2-2,-14-2 1,5 4 24,-6-4 1,4 5-4,-3 2 0,-3-2-2,-4-6 1,5 6-3,9-5 0,0 5-18,0 2 1,0 0 8,0 0 0,7 0-8,0 0 1,7 0-3,-7 0 1,0 0-3,-7 0 0,3 2-2,4 5 1,-5-5 7,5 6 1,3-6 22,-3-2 0,0 7 4,-7 0 0,4 0-11,-4-7 0,5 0-12,-12 0 0,-2 7-4,2 0 0,-3 0 35,3-7 1,-5 0-52,-9 0 1,0 0 23,0 0 1,-12 0 250,-10 0 1,-9 0-116,-12 0 850,-9 0-1148,-2 0 0,-13 0 576,-4 0-642,5 0 1,-17 0 197,5 0 0,-8 0-954,-6 0 1,-7 0 971,-15 0 0,-14 4 0,-11 2 0,-10 0 0,0 0 0</inkml:trace>
  <inkml:trace contextRef="#ctx0" brushRef="#br0" timeOffset="2411">171 1956 7300,'0'14'-588,"0"0"2304,-10-9-1035,8 4-447,-8-9 1,8 0-272,-5 0 182,4 0-272,-6 0 0,11-7 90,5 0 0,-2 0 185,9 7 0,1 0-79,6 0 0,7 0-52,0 0 1,3-7 185,-3 0 0,-2 0-117,10 7 0,-1 0 46,8 0 1,6 0-5,1 0 1,2 0-128,-3 0 0,6 0 56,9 0 1,-1 0-140,1 0 0,-3 0 124,-4 0 1,12 0-17,-6 0 0,-1 0-13,-6 0 0,1 0 28,7 0 1,0-7-61,-1 0 1,-1 0 42,-6 7 0,6-8-67,-6 1 1,4 0 16,-4 7 1,6-7-6,-6 0 0,-1 0 21,1 7 1,-1-7-12,1 0 0,-1 0 11,-6 7 1,-4 0-2,5 0 1,4-7 56,3 0 0,2 0-51,-3 7 1,13 0 245,-6 0 1,15 0-44,0 0 0,-2 0-334,2 0 1,0 0 225,7 0 1,7 0-8,0 0 1,0 0-7,-7 0 1,0 2 19,0 5 1,7-5-144,0 5 0,0-2 63,-7 2 0,0-4 15,0 4 0,7-5-6,1-2 1,-1 7-97,-7 0 0,7 0-10,0-7 1,7 0 42,-7 0 0,0 0 117,-7 0 1,7 0-74,0 0 0,-41 0 1,0 0 66,48 0 0,-5-7-54,-1 0 0,-4-2 124,3 2 1,3 4-143,4-4 1,-5-2 8,-9 2 1,10-3-12,4 3 1,-47 6 0,0 0-173,1-3 0,0 1 1,0 0-1,1 1 151,-1-2 0,0 1 0,1 2 0,0-1 29,3-1 1,0-1 0,-4 3 0,0 0-9,0 1 1,0 0-1,0-1 1,-2 0-3,41-6 1,3 4-35,-3-4 0,-5 5 32,5 2 1,-4 0 2,-3 0 0,2-7 32,5 0 0,-5 0 2,6 7 1,-6 0-20,-2 0 1,2-8-7,5 1 1,-4 0-7,4 7 0,-7-2-87,-7-5 0,2 4 75,-9-4 0,-3 3 9,-11-3 0,-5 4-4,-10-4 1,-6 2 12,-1-2 0,-2 5 191,3-5 1,4 2-78,-5-2 1,6 5 249,1-5 1,1 4-173,-1 3 1,1-7 15,-1 0 1,1 0-34,-1 7 0,-2 0-73,-4 0 0,-6-2 19,-8-5 1,-8 4-140,0-4-333,-9 5-413,4 2 379,-9 0-758,0 0 477,9 0 76,-6 0 1,6 2-57,-9 5 638,0-4 0,-47 15 0,-12-6 0</inkml:trace>
  <inkml:trace contextRef="#ctx0" brushRef="#br0" timeOffset="3334">659 596 7791,'12'-10'-61,"-2"6"24,-10-11 354,9 11 120,-7-6-212,8 1 187,-10 6-661,0-6 234,0 9 0,-3 0-58,-4 0 0,5 2 23,-5 5 0,-5-2 6,-2 9 1,2-9 26,-2 2 1,7 3 21,-7-3 0,7 2 15,-8-2 41,1-5-107,-7 17 0,7-16 101,0 4-195,9 5 1,-7-10 40,5 5 75,5 5 67,-8-10 1,20 15 117,4-10 1,5 2-18,2-2 1,0-4-72,1 4 0,-1-5-62,0-2 59,0 10 1,-2-6-166,-5 11 156,-4-11 0,-10 8-10,0-5 1,0-2-66,0 9 1,-3-9-7,-4 2 0,3 2-367,-11-2 262,1 0 0,-7 1-61,0-1 0,7 0-4,-1-7-290,1 0 0,0 0-250,0 0 730,9 0 0,-4 0 0,56-38 0,12-9 0</inkml:trace>
  <inkml:trace contextRef="#ctx0" brushRef="#br0" timeOffset="3926">872 659 7846,'14'-18'44,"0"3"1,-9 4 269,2 3-40,-5 6-374,-2-7 157,0 9 1,0 2-111,0 5 7,0 5 0,0 9 261,0 0-264,0 1 0,3-1 53,4 0 0,-5 0-65,5 1 0,-4-8-1,-3 0 1,2-2-441,5 2 143,-5 5-313,8-7-58,-10 0 730,0 6 0,0-15 0,0-3 0,-10-12 0,1-9 0,-5-1 0,-3 1 0,10 0 0,0 0 0,7-1 0,-2 1 0,-5 0 0,4 0 174,-4-1 1,5 1 45,2 0 0,0 7 34,0 0 0,7-1-103,0-6 1,7 7-75,-7 0 1,7 7 117,-7-7-117,10 9 1,-5-5 3,9 10 0,-7 0-109,0 0 1,1 0-49,6 0 0,-7 0 81,0 0-108,-9 10 71,14 2-11,-17 9 0,5-2 45,-14-5 0,2 3-5,-9-10 0,7 2-44,-7-2 1,7-2 33,-7 9-21,0-9 1,-1 11 26,1-9 1,10 3 36,-4-3 0,4-2-37,-3 9 0,4-7 167,-4 7 0,5-7-46,2 7 0,2-7-40,5 8 1,-2-11-33,9 3 0,-7 3 11,7-3 0,-2 2-226,2-2 223,5-4 1,-9 9-352,4-5 0,-2-5-42,-5 5-527,-5-5 254,17-2 615,-7 0 0,0 0 0,7-18 0,-8-6 0</inkml:trace>
  <inkml:trace contextRef="#ctx0" brushRef="#br0" timeOffset="4226">1424 596 7847,'-9'-12'218,"7"-7"0,-10 14 91,5-9-285,4 9 0,-9-4-291,5 9 251,5 0 0,-14 2 22,8 5 1,1-2 105,7 9 1,-7 0-60,0 8 0,-2-8 35,2 0 0,4 0-57,-4 7 0,5 1 20,2-1-32,0 0 0,0 0-78,0 1 1,0-8 116,0 0 0,0-7-85,0 7 90,9-9-325,3 14 1,9-17 68,1 5 0,-8-4-323,0-3 1,-7 0 138,7 0 0,-2-3 377,2-4 0,-4 5 0,-1-45 0,3-1 0</inkml:trace>
  <inkml:trace contextRef="#ctx0" brushRef="#br0" timeOffset="4544">1764 596 9557,'7'14'-184,"1"0"114,-1-9 109,-7 14 1,0-15 121,0 11-101,0-11 167,9 6-147,-7-1-55,8-7-183,-10 8-409,0-10 182,0 0 0,-10-10 1,-1-1-1</inkml:trace>
  <inkml:trace contextRef="#ctx0" brushRef="#br0" timeOffset="5695">638 1297 7730,'0'-12'1209,"0"3"-737,0-1-681,0 8-101,0-8-91,0 10 227,0 0 156,0 10 1,7-5 42,0 9 1,0-7-11,-7 7 0,0-7 213,0 7-116,0-9 13,0 14 115,0-7-143,0 0-242,0-3 146,0-9-22,0 0 0,0-9 53,0-6 0,0-4-85,0-2 1,0 0 100,0 0 0,0-1 69,0 1 1,0 0-19,0 0 0,0 7-67,0-1 0,3 11-51,4-3 1,-3-3 108,11 3-86,-11 0 45,15 16 0,-9 3-100,4 9 0,2-6 10,-9-1 0,3 0-75,-3 7-154,-5-9 253,8 7 1,-3-14-158,0 9 147,0-9 1,-5 4-207,5-9 225,-4-9 1,13-3-3,-9-10 1,8 8 10,-8 0 0,7 7 12,-7-7 0,7 7-84,-7-7 20,10 9 270,-5-5-182,9 10 1,-7 10 58,0 4 1,-9 5-73,2 2 1,-5 0 4,-2 1 0,7-1-9,0 0 0,1 0 34,-8 1-373,0-1 1,0 0-27,0 0-557,0-9 322,0 7 258,0-16 0,0 4 322,0-14 0,0 4 0,0-63 0,0-5 0</inkml:trace>
  <inkml:trace contextRef="#ctx0" brushRef="#br0" timeOffset="6054">1169 1169 7066,'12'0'1232,"-2"3"-653,-10 4-240,0-5-230,0 17 1,0-7 48,0 9 0,0-7-221,0 1 0,0-8-157,0 7-113,0 0 292,9 7 0,-7-7-13,5 1 371,-4-11-317,-3 6-39,0-10-45,0 0-47,0-10 1,0-4 29,0-14 1,0 4 26,0-4 1,7 4 39,0 3-4,10 0 0,-13 2 122,10 5 1,-6 4-93,6 10 0,-7 0 179,7 0 0,-7 0-47,7 0 0,-7 10 35,7 4 0,-2 5-147,2 2 1,-2 7-122,-5 1 1,-4-1 27,4-7 0,-3 0-247,4 1 1,-6-8 62,5 0 0,-5-7-114,-2 7-284,0-9 242,0 4 421,0-9 0,-28-28 0,-7-7 0</inkml:trace>
  <inkml:trace contextRef="#ctx0" brushRef="#br0" timeOffset="6202">1191 1297 7906,'14'0'131,"0"0"429,-9 0-542,14 0 0,-8 0-265,11 0 1,-1 0-52,0 0 1,0 0 1,1 0 296,-1 0 0,28-28 0,8-8 0</inkml:trace>
  <inkml:trace contextRef="#ctx0" brushRef="#br0" timeOffset="6487">1743 1106 7935,'12'0'616,"-3"0"-438,-9-10-362,0 8 208,0-8-22,0 10 1,-9 3 97,-5 4 0,2 5-99,-2 9 1,7-2 142,-7-5 0,6 5-32,-6-5 1,10 5 4,-4 2-35,6 0 0,-5 1-116,0-1 1,0-7 132,7 0 0,9-9-118,5 2 1,-2 3 95,2-3 0,1 0-343,6-7 1,0 0-98,0 0 0,-6 0-94,-1 0 1,-7 0-374,7 0 6,-9 0 824,4 0 0,-103 0 0,35 0 0,0 0 0</inkml:trace>
  <inkml:trace contextRef="#ctx0" brushRef="#br0" timeOffset="6870">574 1765 8155,'0'11'1015,"0"-1"-712,0-10-749,0 0 394,10 0 1,-6 0-195,11 0 0,-8 0 153,7 0 1,-7 0-63,7 0 0,0 0-5,8 0 1,-4-3-56,-3-4 1,3 5-254,-3-5-135,-6 5 603,10 2 0,-17-10 0,8 8 0,-67 2 0,-14 12 0</inkml:trace>
  <inkml:trace contextRef="#ctx0" brushRef="#br0" timeOffset="7052">596 1828 7862,'0'22'176,"0"-1"1,0-7 302,0 0-259,0-9-144,0 4 1,2-9-202,5 0 0,-2 0 119,9 0 1,0 0-119,7 0 0,1 0-218,-1 0 1,0 0 206,0 0 0,-7 0-578,1 0 206,-1 0 63,7 0 444,-9 0 0,-3-9 0,-37-12 0,-7-12 0</inkml:trace>
  <inkml:trace contextRef="#ctx0" brushRef="#br0" timeOffset="8237">1191 1637 7988,'-12'-2'608,"5"-5"-350,4 4-444,3-6 9,0 9 216,0 0-26,0 9 0,0-4-2,0 9 1,0-7 32,0 7 1,7-7 49,0 8-6,1-1-43,-8 7 1,2-7-34,5 0 83,-5-9 393,8 14-231,-10-17-465,0 8 216,0-10-316,0 0 220,0-10 1,0-1-2,0-11 0,0 8 23,0 0 194,0 0-215,0-7 276,0-1-180,0 10 38,0-6 0,2 15-20,5-4 14,-4 5-61,16 2 1,-15 0 47,10 0-137,-9 9 0,7-6 12,-5 4-91,-5 4 138,8-8 222,-10 16-113,0-17-47,9 8-287,-6-10 171,6 0 16,-9 0 0,2-8 48,6 1 53,-6-9 0,14 11-53,-8-9 1,1 7 110,-2-7 0,-2 9-61,9-2 0,-7-3 134,7 3 0,-7 0-53,7 7 1,-6 0-51,6 0 0,-7 0 17,7 0 1,-9 3-16,2 4 1,-3-3 49,4 11-47,-6-1 0,10 5-214,-5-5 56,-5 5-295,8-7 153,-10 9 0,0-7 23,0 0-790,0-9 661,0 14 1,2-17 359,5 5 0,-5-4 0,17-22 0,-7-5 0</inkml:trace>
  <inkml:trace contextRef="#ctx0" brushRef="#br0" timeOffset="8579">1679 1701 7900,'12'-12'155,"7"3"0,-14 9 217,9 0-325,-9-10 0,6 8 266,-3-5-352,-6 4-49,7 3-62,1 0 78,-8 0 0,15 3 61,-10 4-28,0-5 75,-7 17 1,0-14 109,0 9-92,0-9 81,-10 13 1,6-8-88,-10 4 20,9-4 279,-5-1-224,1-7-125,7 8 67,2-10 0,11 0-125,11 0 1,6 0 61,0 0 1,1-7-164,-8 0 0,0-8-118,0 8 1,1-7-142,-1 7 1,-7 0-341,0 7 1,-9-2 759,2-5 0,-5 4 0,-58 13 0,-15 13 0</inkml:trace>
  <inkml:trace contextRef="#ctx0" brushRef="#br0" timeOffset="9637">2487 192 8404,'0'12'-15,"0"-3"254,0-9-142,0 10 0,0-6-51,0 10 1,0-6-10,0 6 0,0-7-17,0 7 1,0 0 64,0 7 1,0 1-20,0-1 0,0 3 16,0 4 1,7-2 1,0 9 0,0-6-14,-7 6 1,7-2-62,0 2 1,0 6 16,-7-6 1,0 3 7,0-3 0,8 5-30,-1-4 1,0 2 62,-7-3 0,0 3-140,0-10 0,0 8 96,0-8 1,7 7 111,0-6 0,0 6-127,-7-7 0,0 8 4,0-8 0,0 3-11,0-3 0,0-4 5,0 4 1,7-4-37,0-3 1,0 0 53,-7 0 0,0 1-4,0-1 0,0 0-5,0 1 1,3-1 16,4 0-24,-5 0 0,7 8-140,-9-1 0,0 0 139,0-6 0,0-1 151,0 0 1,0 0-168,0 1 0,3-8 20,4 0 1,-5 0-57,5 7 1,-4 1 48,-3-1 1,0 0-25,0 0 1,0-7 26,0 1 0,0-1-94,0 7 0,7-7 117,0 0 0,0-7 10,-7 8 241,0-11-170,0 15 47,0-16-88,0 6-95,0-9 1,2 0-128,5 0-383,-4 0 156,6 0-302,-9 0-1545,0 0 1434,0-9 792,0-3 0,0-85 0,0 39 0,0 0 0</inkml:trace>
  <inkml:trace contextRef="#ctx0" brushRef="#br0" timeOffset="10395">2827 468 7764,'0'-12'380,"0"3"-178,0-1 188,0 8-491,0-7 0,0 6 76,0-4-13,0 5 125,0-8-1,9 10 0,-6 3-79,4 4 0,-5-2 24,-2 9 0,0 0 3,0 7 1,0 0 34,0 1 1,7-1-111,0 0 1,0 0 63,-7 1 0,0-1-168,0 0 0,0 0-326,0 1 169,0-1 1,0 0 23,0 0 0,0-6-468,0-1 311,0-9 435,0 4 0,0-9 0,0-2 0,0-5 0,-9-90 0,3 33 0,0 0 0</inkml:trace>
  <inkml:trace contextRef="#ctx0" brushRef="#br0" timeOffset="10663">2848 468 7764,'-9'-12'-1855,"6"-7"2476,-6 8 0,2-3 156,0-1-594,0 11 1,7-8 41,0 5-355,0 4 101,9-6 0,3 9 108,9 0 1,0 2-24,1 5 1,-1-2 4,0 9 1,0-7-144,1 8 0,-1-4 87,0 3 1,-7 5-9,1-4 1,-11 3 58,3 4 0,-4-1-8,-3 0 0,0 0-47,0 1 1,0-1 34,0 0 0,-10 0-70,-4 1 1,-5-3 67,-2-5 0,2 5-170,5-5 0,-5-5-49,5-2 1,2-4-96,-2-3 1,7 7-232,-7 0 511,9 0 0,14-45 0,15-9 0</inkml:trace>
  <inkml:trace contextRef="#ctx0" brushRef="#br0" timeOffset="11047">3316 426 7675,'-10'-12'708,"8"2"-680,-17 10 0,14 0 73,-9 0-219,9 10 200,-13 2-164,15 9 90,-16 0 1,17 0 17,-5 1 0,4-8-49,3 0 52,0 0 0,10 7 140,4 1-136,5-1 0,2-2 9,0-5 0,-2 5-41,-4-5 0,3-2-4,-3 2 123,-6-9-67,10 14 103,-17-8-120,8 1 1,-13-2-190,-4-10 0,3 0-91,-11 0 42,1 0 1,-7 0-48,0 0 1,7 0-727,-1 0 975,1 0 0,2-38 0,3-9 0</inkml:trace>
  <inkml:trace contextRef="#ctx0" brushRef="#br0" timeOffset="11480">3486 468 7550,'0'-12'278,"9"3"1,-4 7 1,9-6-488,-9 6 0,14-7-44,-5 9-30,5 0 0,2 0 33,0 0 0,-7 0 43,1 0 1,-8-7-159,7 0 364,-9-1 0,4 8 0,-9-9 0,0 7 0,-9-17 195,-3 16 73,-9-6 213,-1 9-171,10 0-24,-6 0 252,15 0-56,-6 0-212,9 9-108,0 3 1,0 9 5,0 1-109,0-1 0,0 0-128,0 0 1,2 1-61,5-1 167,-4 0 1,8 0 75,-4 1-82,-4-1 0,6 0-54,-9 0 0,3-6 79,4-1-468,-5-10-187,8 15-170,-10-16 46,9 6 722,-7-9 0,-2-9 0,-11-3 0</inkml:trace>
  <inkml:trace contextRef="#ctx0" brushRef="#br0" timeOffset="12321">3061 1021 7877,'-12'0'1184,"2"0"-791,10 0-568,0 9 103,0-6 0,0 15 1,0-13 47,0 9 0,0-7-20,0 8 19,0-1 1,3 5 16,4-5 0,-5 5-7,5-5 1,-4-2 0,-3 2-3,0-9 200,0 13 239,9-15-633,-6 6 200,6-9 1,-9-2-147,0-5 143,0-5 0,0-9-49,0-1 0,0-6 34,0 0 0,0-1-73,0 8 88,0 0-25,0 0 1,2 2 140,5 5 0,-2-3-108,9 10 0,-7 0 117,8 7 0,-8 0-100,7 0 0,-2 2 75,2 5 1,2 5-58,-9 9 0,8-6-5,-8-1 1,2-2-43,-2 2 0,-4 5 42,4-5-263,-5-5 200,-2 10 0,2-16 107,5 4-83,-4-5-394,6-2 181,-9 0 171,0-9 0,3-3-18,4-10 1,-3 1 15,11 0 0,-8 7 110,7 0 1,-7 2-108,7-2 1,-7 2 194,7 5 0,-7 4-58,8-4 0,-8 5 170,7 2 0,-7 2-24,7 5 1,-9 5-134,2 9 0,-2-6 90,2-1 0,-5 2-74,5 13 1,-4-6-196,-3 6 0,0-13 124,0-2 0,0 0-373,0 8 1,0-8 149,0 0 0,0-7-909,0 7 108,0-9 503,0 4 0,0-11 482,0-5 0,7-5 0,0-9 0,0 0 0,-7-1 0,0-1 0,0-5 0,19-34 0,4-16 0</inkml:trace>
  <inkml:trace contextRef="#ctx0" brushRef="#br0" timeOffset="12847">3613 936 7877,'22'21'-1961,"-11"-7"3229,-4 0-771,-4-9 1,-3 7-241,0-5 0,0-2-43,0 9 1,0-7 48,0 7 0,0-7 38,0 7-286,0 0 1,7 8-59,0-1 1,0-7 283,-7 0-691,0 0 379,0 8 1,0-8-273,0 0 94,0-9 391,0 4-159,0-9 0,0-2 21,0-5 1,0-5-3,0-9 0,0-1 23,0 1 0,0-7-126,0 0 0,0-3 85,0 3 0,7 4-269,0-4 84,10 4 38,-5 3 252,9-1 173,0 11 0,0 4-80,1 14 0,-8-3-122,0 11 1,-7-1-3,7 7 1,-9 7 26,2 1 1,2-1-370,-2-7 209,1 0 1,-6-2-830,5-4 509,-5 3 0,8-13-537,-10 9 348,0-9 584,0 4 0,-10-11 0,-4-5 0,5 2 0,2-9 0,-5 7 0,-2-7 0,2 7 0,-2-7 0,7 7-57,-8-8 0,8 11 39,-7-3 0,7 4 98,-7 3 1139,9-9-548,-14 6-166,17-6-181,-7 9-251,9 0 240,0 0-859,9 0 242,3 0 1,9 0-160,0 0 1,1-2-394,-1-5 856,0 4 0,0-9 0,1 5 0,-1-2 0,0-5 0,38-24 0,10 2 0</inkml:trace>
  <inkml:trace contextRef="#ctx0" brushRef="#br0" timeOffset="13072">4145 893 9373,'-12'0'637,"-7"0"1,14 7-628,-9 0 50,9 10 1,-4-5-219,9 9 1,0-7 69,0 0 51,0 0 1,9 5-91,5-4-81,5 3 0,3-15-276,-1 4 0,0-5-76,0-2-880,1 0 705,-1 0 735,-9 0 0,-22-28 0,-13-8 0</inkml:trace>
  <inkml:trace contextRef="#ctx0" brushRef="#br0" timeOffset="13696">3124 1595 7817,'-11'-10'187,"-8"8"0,14-15 231,-9 10-313,9 0 144,-4 7-446,9 0 203,0 0-18,9 0 0,3 0-80,9 0 0,0 0 65,1 0 0,-1 0-645,0 0 285,0 0-119,1 0 1,-8 0-7,0 0 512,-9 0 0,4 0 0,-9 0 0,-7 2 0,0 5 0,-9-4 0,1 4 0,-4 2 0,-2-2 0,7 8 0,0-8 0,7 2 202,-7-2 1,7-4 157,-8 4 1,11-3 606,-3 3-287,-5-4-131,9 6-621,-6-9 0,11 0 95,5 0 0,-2 0-173,9 0 1,-7 0 25,8 0-1034,-1 0 1158,7 0 0,19 0 0,5 0 0</inkml:trace>
  <inkml:trace contextRef="#ctx0" brushRef="#br0" timeOffset="14313">3486 1510 7833,'0'-12'1311,"0"2"-946,0 10-411,0-9-97,0 6 0,2-6 107,5 9 37,-4 0 0,6 9 86,-9 6 0,7-4-107,0 4 0,0-1 14,-7 7 1,0-7-335,0 0 227,10 1 80,-8 6 339,8 0-201,-10 0 131,0-9-114,0-2-194,0-10 40,0 0 0,0-10-125,0-4 0,0 2 89,0-2 0,7 0-105,0-7 0,0-1 157,-7 1 0,7 7-43,0 0 1,2 9 164,-2-2 0,-2-3-88,9 3 1,-7 0 81,8 7 1,-8 0-69,7 0 1,-7 3 92,7 4 0,-2-3-110,2 11 0,-2-8 19,-5 7-291,-5-9 186,17 13 68,-16-15-19,6 16 4,-9-17 0,2 8-108,5-10 64,-4 0 1,9-3-2,-5-4 1,-3 2-86,11-9 1,-4 7 178,4-7 1,3 9-76,-3-2 0,-4-2 280,4 2-206,-1 0 147,7 7 0,0 0 16,1 0 0,-8 2 22,0 5 0,-9-2 82,2 9-151,5 0 1,-10 7-179,5 1 1,-5-8 102,-2 0 1,0-7-332,0 7 0,0-7 21,0 7-516,0-9 17,0 5-249,0-1 411,0-7 576,0 8 0,19-39 0,5-6 0</inkml:trace>
  <inkml:trace contextRef="#ctx0" brushRef="#br0" timeOffset="14773">4293 1595 7792,'0'-12'186,"3"2"276,4 10-231,-5 0 235,8-9-422,-10 6 0,0-4 5,0 14 1,0-2-80,0 9 1,0-7 66,0 8 1,0-8-190,0 7 87,0 0 0,0 7 84,0 1 1,0-8 69,0 0-63,0-9 0,0 6 507,0-4-153,0-4-284,0 6 1,2-9-77,5 0-163,-5 0 0,8-2-42,-10-5 195,0-5 1,0-9-175,0 0 1,0 6-11,0 1 0,0 7-306,0-7-226,0 9-296,0-14 257,0 17 745,0-7 0,-29 46 0,-6 11 0</inkml:trace>
  <inkml:trace contextRef="#ctx0" brushRef="#br0" timeOffset="15889">4591 213 7774,'12'-9'-1091,"-3"6"1686,-9-6-314,0-1-210,0 8 0,0-10 212,0 5-289,0 5 149,0-8-65,0 10 1,2 0 124,6 0-170,-6 0 169,7 0-104,-9 10 1,0 2-15,0 9 0,0 0 11,0 0 0,7 3 97,1 4 0,-1-2-91,-7 10 1,2-8-114,5 8 1,-5-1 72,5 7 0,3-6-100,-3-1 1,2 1 37,-1 6 0,-6-6 31,5-1 1,-2-2 15,2 3 0,-5-3 13,5-5 0,-4-4-101,-3 4 1,0-5 77,0-1 0,7 1-44,0 6 1,0-6 44,-7 6 0,0-6-76,0-2 1,0 1 28,0-1 1,2-7-6,5 0 1,-4 0 4,4 8 0,-5-1 3,-2 0 0,0 0-42,0 1 0,0-1 45,0 0 1,0-7-80,0 1 0,0-1 54,0 7-62,0 0 0,0 3 69,0 4 1,2-4-2,6 4 0,-6-4 8,5-3 0,-5 0 5,-2 1 1,0-1 16,0 0 0,0 0-27,0 1 1,0-8 104,0 0 1,0-7-84,0 7 1,7-7 117,1 7-91,-1-9-26,-7 5-77,0-10 5,9 0-107,-7 0 157,8 0-309,-10 0-375,0 0 1,0-29-1,0-6 1</inkml:trace>
  <inkml:trace contextRef="#ctx0" brushRef="#br0" timeOffset="16831">5356 298 7741,'0'12'-123,"0"-3"156,0 1-94,0-8 76,0 8 90,0-10 0,2 2 11,5 5 0,-2-5-12,9 6 1,3-6-142,11-2 1,-2 0 44,10 0 1,-1 0-109,7 0 1,1-2-52,-1-6 1,-1 4-79,-6-10 1,-4 9 14,-10-2 0,0-3 98,0 3 1,-2-2-476,-4 2 591,-6 4 0,-11-13 0,-5 9 0,-5-3 0,-10 3 0,8 5 0,0-5 0,0 4 0,-7 3 0,-1 0 0,1 0 0,7 3 0,0 4 0,7-5 0,-7 5 538,9 5-44,-14-10-214,17 17 1,-10-16-64,5 4 0,4-2 174,-4 2-135,5-5-187,2 17 7,0-7 0,0 9 69,0 0 1,7 0-188,0 1 1,3-1 41,-3 0 1,-5 0-62,5 1 0,-2-1 66,2 0 0,-5 0 53,5 1 1,-4-1-77,-3 0 1,0-7 3,0 1 0,0-8-252,0 7 0,0-7-76,0 7-99,0-9 41,0 4-689,0-9 1089,0 0 0,9-9 0,12-60 0,12-23 0</inkml:trace>
  <inkml:trace contextRef="#ctx0" brushRef="#br0" timeOffset="17258">5908 404 7822,'12'0'472,"0"3"-290,-5 4-21,-4-5 1,6 10 193,-9-5-126,0-5 1,0 17-23,0-4-21,0 3 0,0 4-248,0-1 0,-7 0-41,0 0 0,0 1-44,7-1 1,0-7 233,0 0-37,0 0 1,-3 1-458,-4-1 23,5-10 205,-8 6 111,10-10 1,0-2 15,0-6 0,0-3 90,0-11 1,0 1 180,0 0 1,0-7-34,0-1 1,8-6 31,-1 7 1,7-1-60,-7 8 1,7 0-225,-7-1 0,7 8-1470,-7 0 1211,10 9 1,-5-4 458,9 9 0,-7 9 157,0 6 0,0 3 175,8 4 0,-3 6-246,-5 0 1,2 1-172,-9-8 1,8 0-354,-8 0 1,2 1 151,-2-1 1,-4-7-128,4 0 1,-5-7-177,-2 8-535,0-11 168,0 6 513,0-10 1,-2 0 307,-5 0 0,2 0 0,-9 0 0,-1 0 0,-53-38 0,-12-9 0</inkml:trace>
  <inkml:trace contextRef="#ctx0" brushRef="#br0" timeOffset="17423">5993 596 8540,'0'-12'2179,"0"2"-2736,0 10 164,0 0-138,0-9-6,0 7-433,0-8-48,0 10 643,10 0 0,2 0 375,9 0 0,-7 0 0,0 0 0,0 0 0,8 0 0,46-9 0,12-3 0</inkml:trace>
  <inkml:trace contextRef="#ctx0" brushRef="#br0" timeOffset="17925">6418 447 7832,'-11'0'1477,"-8"-10"-1343,16 8 1,-8-7 287,4 9-289,4 0-25,-6 0 1,6 7-100,-4 0 0,5 9-21,-5-1 0,4 3-89,3 4 0,0-8 10,0 0 1,0 0-67,0 7-175,0 1 104,0-1-3,0 0 63,0 0 32,0-9-100,0-2 125,0-10 1,0-10 65,0-4 0,0-5-4,0-2 1,0-7 33,0-1 1,0-6-43,0 7 1,0-1 97,0 8 0,8 0-148,-1-1 258,9 1-195,-4 0 150,9 9 1,0 3-34,1 9-75,-10 0 0,-1 7 6,-4 0 0,-4 9 0,4-1 1,-5-4-58,-2 4 57,-9-1 0,4 7-16,-9 0 0,2-7 1,-2 1 137,-5-1 0,14 5-56,-9-5 0,9 5 122,-2-5 0,5-2-51,2 2 1,0-7-83,0 7 1,2-7 29,5 7 1,-2-2-4,9 2 0,-7-4-311,8-10 234,-1 9 1,7-7-337,0 6 1,-7-6-65,1-2 1,-8 0-179,7 0 1,-7 0 105,7 0 1,-7-2 462,7-6 0,-9 6 0,23-45 0,-4 0 0</inkml:trace>
  <inkml:trace contextRef="#ctx0" brushRef="#br0" timeOffset="18391">6780 383 7840,'-10'-12'2,"8"1"279,-5 3 214,5 6-247,2-17 0,-3 17 176,-4-5-199,5-5 0,-10 10-306,5-5 0,4 7 107,-4 7 0,-2-3-274,2 10 152,-10 1 0,8 6-35,-5 0 1,-3 0 100,10 1 1,-7-1-6,7 0 1,0 0-35,7 1 89,0-1 1,0 0-69,0 0 1,0-6 62,0-1 0,9-10-108,5 4 0,8 1 23,6-2 0,-4 0-128,4-7 0,-4 0 99,-3 0 0,0 0 17,0 0 0,-7-7 106,1 0 1,-8-7-157,7 7 196,-9-10 0,4 13-154,-9-11 255,0 11-121,0-15 204,0 16-71,0-6 32,0 9 0,-2 0 308,-5 0-236,4 9-100,-6 3-78,9 9 0,0 1-70,0-1 0,0-7 78,0 0 1,0-7-250,0 8 59,0-11-57,0 15 1,0-14-355,0 9 186,0-9 210,0 4-34,0-9 128,0 0 0,0-38 0,0-9 0</inkml:trace>
  <inkml:trace contextRef="#ctx0" brushRef="#br0" timeOffset="18657">7014 447 8049,'11'0'889,"-1"-2"-413,-10-6-420,0 6 245,0-7 175,0 9-154,0 0-216,0 9-1,0 3 0,2 7-240,5-5 1,-4 5-189,4-5 285,-5 5 1,0 2-94,5 0 1,-4-6 89,4-1 0,2-7-230,-2 7 0,10-7-61,-3 7 1,-2-9-161,2 2 1,0-5 125,8-2 1,-1 0-172,0 0 537,-9 0 0,16-37 0,-4-11 0</inkml:trace>
  <inkml:trace contextRef="#ctx0" brushRef="#br0" timeOffset="19000">7120 553 9258,'9'-12'-763,"3"3"604,9 9 1,1-2-117,-1-6 0,0 6-137,0-5 212,1-5 1,-4 8-582,-3-11 781,4 11 0,-17-15 0,5 9 0,-14-4 0,-5 2 0,-9 5 0,0 5 0,-1-5 0,1 4 0,0 3 0,0 0 121,-1 0 0,1-2 28,0-5 0,7 5 1003,-1-5-362,11 4-382,-6 3-199,10 0 0,3 0-235,4 0 0,5 0-80,9 0 1,0 0-181,0 0 0,1-7-4,-1 0 1,0 0 105,0 7 0,1-2-429,-1-6 0,0 6 613,0-5 0,1-2 0,-1 1 0,47-8 0,13 4 0</inkml:trace>
  <inkml:trace contextRef="#ctx0" brushRef="#br0" timeOffset="19384">7587 341 7695,'-21'0'686,"9"0"0,0-7-517,5-1-91,5 1 0,-5 7-178,14 0 0,5-7 94,9 0 0,0 0-394,1 7 1,-1 0 132,0 0 1,0 0-286,1 0 141,-1-9-335,0 6 746,0-6 0,-9-1 0,-2 8 0,-13-7 0,-4 9 0,2 0 0,-9 0-107,0 0-100,-7 9 373,0 3 1,6 2 308,1 0 0,10-7 5,-4 7 0,6-6-167,2 6 0,-7-7 18,0 7 0,0-7-40,7 7 0,0 0-131,0 8 0,0-8-50,0 0 1,0 0-179,0 7 1,0 1 82,0-1 0,0 0-135,0 0 1,2-6-117,5-1 133,-4 0-248,6 7 104,-9 0-203,0-9 149,0-2 301,10-10 0,1-29 0,11-6 0</inkml:trace>
  <inkml:trace contextRef="#ctx0" brushRef="#br0" timeOffset="20010">8374 319 7879,'-3'-11'335,"-4"4"-371,5-5 1,-5 9 21,14-4 0,5 3 34,9-4 1,0 6-103,0-5 0,8 5 87,-1 2 0,7 0-158,-6 0 1,6 0 73,-6 0-193,-1 9 0,-7-7-90,0 6 134,-9-6-143,-2-2 371,-10 0 0,-10 0 0,-4 0 0,-5 0 0,-2 0-23,0 9 1,-1-6 40,1 4 665,0-5-213,0-2 260,-1 0-192,1 10-193,9-8 1,1 14 94,3-8-83,6 8-13,-7-4-279,9 9 0,0 0-146,0 1 1,2-8 68,5 0 0,-5 0-98,6 7 0,-6-6 40,-2-1 0,0-7-311,0 7-11,9 0 234,-6 7 0,6-6-97,-9-1-172,0-10 232,-9 6 0,-3-10 84,-9 0 0,-1 0 174,1 0 0,7 0 68,0 0 335,0 0-399,-8 0 236,11 0-83,1 0 0,10-2-84,0-6 1,10 6-182,4-5 1,5 5 129,2 2 1,0 0-406,0 0 1,3 0 153,4 0 1,-4 0-389,4 0 1,-11-3 8,-3-4 545,0 5 0,17-26 0,2 4 0</inkml:trace>
  <inkml:trace contextRef="#ctx0" brushRef="#br0" timeOffset="20441">8799 319 9083,'9'12'355,"-7"7"-245,6-5 1,-6 5-124,-2 2 1,0 1 111,0-1 1,0 0-224,0 0 114,0 1 0,0-1-147,0 0 195,0 0 0,0-6 17,0-1 16,0-10-16,0 6-274,0-10 196,0 0 0,0-10-157,0-4 1,0-5 54,0-2 1,0-7-68,0 0 0,0-8 106,0 8 0,7-8-30,0 8 0,10-7 141,-3 6 0,-2 1-100,2 7 1,0 6 88,7 1 0,-7 10-106,1-3 283,-1 4-187,7 3 0,-9 10 183,-5 4-96,-5 5 1,-2 2-82,0 0 1,-9 0-8,-5 1 0,-5-8 14,-3 0 0,1-2-286,0 2 0,7 3-86,0-10 93,-1 9 1,-6-14-402,0 6 62,9 3 601,3-8 0,46-22 0,11-17 0</inkml:trace>
  <inkml:trace contextRef="#ctx0" brushRef="#br0" timeOffset="20632">9245 447 7881,'-12'0'1434,"3"0"-1151,-1 0-467,8 0-924,-8 0-205,10 0 985,10 0 0,-5 0-86,9 0 414,-9 0 0,6 0 0,-4 0 0,-4 9 0,6 3 0</inkml:trace>
  <inkml:trace contextRef="#ctx0" brushRef="#br0" timeOffset="20774">9181 596 7881,'0'11'617,"0"-1"192,0-10-2243,0 0 1434,10 0 0,39-10 0,20-1 0</inkml:trace>
  <inkml:trace contextRef="#ctx0" brushRef="#br0" timeOffset="21025">9819 596 7881,'-12'-10'2513,"3"8"-2623,9-17 1,-3 17 187,-4-5-1903,5 4 1035,-8 3 676,10 0 1,3 0 158,4 0-45,-5 0 0,55 10 0,2 1 0</inkml:trace>
  <inkml:trace contextRef="#ctx0" brushRef="#br0" timeOffset="21149">10223 638 7881,'0'-12'-1818,"2"3"1818,5 9 0,-5 0 0,55-57 0,2-14 0</inkml:trace>
  <inkml:trace contextRef="#ctx0" brushRef="#br0" timeOffset="21291">10711 574 7881,'0'-11'129,"0"-8"1,0 14-1785,0-9 1655,0 9 0,0-14 0,-66-2 0,-16-12 0</inkml:trace>
  <inkml:trace contextRef="#ctx0" brushRef="#br0" timeOffset="22176">5845 1042 7396,'12'0'1117,"-3"0"-332,-9 0 394,0 0-1268,9 0 1,-4 0 111,9 0 1,0 0-16,8 0 0,1 0-173,6 0 0,4 0-78,9 0 1,1 0-125,-1 0 1,1 0 164,-1 0 0,-9-7-258,-4 0 1,-6 0-161,-2 7-183,1 0 803,-10 0 0,-5 0 0,-14 0 0,-5 0 0,-10 0 0,1 0 0,0 0 0,0 0-122,-1 0 1,1 0 121,0 0 0,7 0 326,0 0 1,7 0 274,-8 0 173,11 0-253,-15 0-258,16 0 1,-13 2-140,9 5 0,0-2 62,7 9 1,0-7-29,0 7 1,0 0-4,0 8 1,7-1 2,0 0 1,0 0-3,-7 1 0,7-1 59,0 0 1,0 8-103,-7-1 0,7 0-102,0-7 1,0 1 8,-7-1 0,8-7 82,-1 0 1,0 0-415,-7 8 118,0-10-692,9 6-14,-6-15-313,6 6 363,-9-9 586,0 0 0,28-47 1,8-12-1</inkml:trace>
  <inkml:trace contextRef="#ctx0" brushRef="#br0" timeOffset="22650">6525 1127 10080,'21'0'-773,"0"0"451,1 0 1,-8 0-484,0 0 472,0 0 1,7 0-154,1 0 1,-8-2 485,0-5 0,-9 4 0,13-6 0,-15 9 0,6 0-70,-9 0 1,-2 0-164,-5 0 399,4 0 443,-15 0 140,6 0-467,0 0 0,-5 2 322,10 5-348,0-4 0,7 8 356,0-4-260,-9-4-170,6 16 1,-6-8-21,9 11 0,0-1-152,0 0 0,0-7-56,0 1 1,2-1 73,5 7 1,-4 0-48,4 0 1,-5 1 56,-2-1 1,7 0-49,0 0 30,1 1-103,-8-1 1,0 0-88,0 1-417,9-11-437,-7 8 425,8-16-482,-10 6 1081,0-9 0,9-47 0,3-12 0</inkml:trace>
  <inkml:trace contextRef="#ctx0" brushRef="#br0" timeOffset="22960">6971 1148 7962,'12'12'245,"-3"7"1,-2-14 152,0 9-160,1-9-191,-8 13 1,0-6 51,0 9 1,0 1 4,0-1 0,0 0 93,0 0-108,-10 1 1,8-1-122,-5 0 86,4 0 0,3 1 265,0-1-243,0-9 1,0 0-24,0-5 1,3-5-15,4 5 1,5-4-80,9-3 0,0 0 69,0 0 0,8 0-15,-1 0 1,0 0-196,-6 0 0,-1 0 60,0 0 1,-7 0-235,0 0 0,-9-3-132,2-4-417,-4 5 439,-3-8 465,0 10 0,-29 0 0,-6 0 0</inkml:trace>
  <inkml:trace contextRef="#ctx0" brushRef="#br0" timeOffset="23217">7779 1233 9210,'11'0'-1048,"8"0"0,-7 0 587,9 0 1,-6 0 460,-1 0 0,28 10 0,15 1 0</inkml:trace>
  <inkml:trace contextRef="#ctx0" brushRef="#br0" timeOffset="23392">7821 1382 7920,'-12'9'0,"3"-6"264,-1 6 0,8-6 228,-5 4 197,5-5-291,2 7-271,0-9-112,0 10 0,9-8-280,5 5 1,-2-4-1012,2-3 717,0 0 559,8 0 0,8-10 0,3-2 0</inkml:trace>
  <inkml:trace contextRef="#ctx0" brushRef="#br0" timeOffset="23642">8629 1424 9075,'53'-10'0,"0"-1"0</inkml:trace>
  <inkml:trace contextRef="#ctx0" brushRef="#br0" timeOffset="23775">9011 1446 7912,'14'0'120,"1"0"696,-11 0-263,6 0-827,-10 0 379,9 0-105,-6 0 0,15 0 0,-6 0 0</inkml:trace>
  <inkml:trace contextRef="#ctx0" brushRef="#br0" timeOffset="23900">9521 1467 8113,'21'-9'1887,"-9"4"-939,-5-9-2159,-4 9 680,-3-14 531,0 17 0,-19-8 0,-5 10 0</inkml:trace>
  <inkml:trace contextRef="#ctx0" brushRef="#br0" timeOffset="24959">10988 22 8047,'0'12'323,"0"0"140,0-5-8,0-5-112,0 7-355,0-9 428,0 0-121,9 0-151,-7 10 1,8-5-102,-10 9 1,2-7 218,5 7-156,-4 0 0,6 7 28,-9 1 1,0 6-71,0 0 0,7 8-2,0-8 0,0 10-146,-7-3 0,0-2 99,0 3 0,7 2 59,1 11 1,-1-4-54,-7 5 0,0-6 25,0-1 1,0-1-141,0 1 0,0 2 119,0 4 1,0-4-14,0 5 1,0-5-52,0-3 0,0 3 63,0 5 0,0-13-152,0 6 1,2-8 76,5 1 0,-5 4 104,6-5 0,-4-4-62,3-3 1,-2-2 92,9 3 0,-9-6-84,2 6 1,2-6 1,-1-1 1,-1-8-27,-7 0 0,0-7 7,0 7 0,2-7-151,5 7 166,-5-9 0,8 7-27,-10-5-25,0-5 182,0 8 1,-2-3-40,-6 0 1,6 2 19,-5-2-60,5-4 43,-8 16-220,8-7 1,-8 2 90,10 0 1,0-7-2,0 7 0,-7-7 29,0 7 1,0-7 1,7 8 1,0-8 24,0 7 10,0-9-28,0 13 0,0-13-6,0 9-255,0-9 158,0 14 40,0-17 36,0 8 0,0-8 37,0 5 76,0-4 260,0 6 30,0-9 253,0 0-571,-9 0 1,-3 0 20,-9 0 1,-5 0-84,-10 0 0,-9-7-48,-18 0 0,-20 0-121,-9 7 0,41-1 0,-2-1-284,-3-1 0,-1-1 0,-5 3 0,-2 0 311,-3-3 0,0 1 0,-1 1 0,1 2-726,3-1 1,1 2-1,2-1 1,1 0 871,0 0 0,0 0 0,3 0 0,1 0 0,-2 0 0,0 0 0,3 0 0,1 0 0,3 0 0,1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8:28.305"/>
    </inkml:context>
    <inkml:brush xml:id="br0">
      <inkml:brushProperty name="height" value="0.053" units="cm"/>
      <inkml:brushProperty name="color" value="#FF0000"/>
    </inkml:brush>
  </inkml:definitions>
  <inkml:trace contextRef="#ctx0" brushRef="#br0">11929 9639 7831,'0'-8'845,"0"2"-616,0 6 468,0 0 474,6 6-1032,-4 2 1,4 6 0,-6 0 0,0 0 0,0 1 0,0 0 609,0 4-676,0-3 1,0 9 0,0-4 0,0 1 0,0 3 397,0 2-410,0-5 0,0 4 0,0-6-27,0 2 0,0-4-124,0 1 0,0-8 1,0-2-511,0 2 737,0-5-30,0 1 0,0-18 0,0-3-146,0-2 1,0-6 0,0-1 0,0-5-221,0 0 1,0-1 112,0 1 0,0-2 1,0-2-1,0-1-367,0 1 557,0 2 0,0 8 0,0 2 0,-1 2 0,-2 3 95,-2 2-39,0 8 42,5-1 1,0 7 16,0 4 0,0 3 0,0 8 0,0 1 745,0 2-759,-6 6 0,4-7 1,-4 4-1,1 0 1,0-1 85,2-1-67,-5-1 1,7 0-469,-4 0 0,2 0 1,0-5-1525,-2 0 488,0 1-1404,5-7 2744,0-2 0,19-19 0,5-3 0</inkml:trace>
  <inkml:trace contextRef="#ctx0" brushRef="#br0" timeOffset="1">11958 10719 7906,'0'-14'652,"0"0"941,0 0-1367,0 6 0,0 3 0,0 10 0,0 4 0,0 4 0,0 3 0,-2 1 1370,-3 2-1410,4 6 0,-6-3 0,6 7 0,-2-1 0,-2 1 32,2-1 1,1 2-1,2 2 1,0 1 125,0-2-350,0 6 1,0-7 0,0 4-3,0 1 0,0-5 1,0 2-1,2-5-283,2-4 325,-2-5 1,4 2-399,-6-6 20,0 1 327,0-7 0,0-4-273,0-8 0,0 0-190,0-5-758,0-1 1,2-4 0,1 0 1237,2 0 0,25-19 0,1-5 0</inkml:trace>
  <inkml:trace contextRef="#ctx0" brushRef="#br0" timeOffset="2">12313 10691 8125,'0'-14'546,"0"4"0,0 1 666,0-2-1012,0-2 0,8 5 1,6 2-1,10 1 1,9-1-1,11-1 0,12 1 70,8 3 1,-24 0-1,1-1 1,2 2 0,1 0-1,1-1 1,0 1 151,1-1 1,-1 0-339,-2 2 1,-2 0 0,35-5 0,-11 6 0,-7-2-1,-9-1 21,-9-2 433,-2 1-116,-23 4-118,0 0 1,-11 0-55,-8 0 0,0 0 780,-5 0-52,6 0-644,-4 0 1,6 0-175,-4 0-69,4 0 1,-7-5-1073,3 0-879,3 0 1163,-4 5 1,4 0-988,-2 0 0,1 0 1,-7 0 1683,-1 0 0,-35 0 0,-15 0 0,-6 0 0,1 0 0</inkml:trace>
  <inkml:trace contextRef="#ctx0" brushRef="#br0" timeOffset="3">15299 8231 10062,'-8'0'1038,"0"0"0,3 0 370,-4 0-787,2 0 0,-5 5 527,2 0-931,4 6 0,-2-10 215,3 4-519,4-3-2346,-6-2 1418,7 0 1016,0 0 0,0 25 1,0 7-1</inkml:trace>
  <inkml:trace contextRef="#ctx0" brushRef="#br0" timeOffset="4">8176 8899 8266,'20'-22'3,"-6"2"0,1 6 1,-7 1-1564,-2 3 1172,-5-2 388,-1 10 0,-20 9 0,-10 8 0</inkml:trace>
  <inkml:trace contextRef="#ctx0" brushRef="#br0" timeOffset="5">11559 13662 8268,'29'8'-196,"-1"-2"1,-6-1-1,-4 1 1,-6 2 0,-4 3 195,-1 2 0,-3-5 0,-41-27 0,-11-13 0</inkml:trace>
  <inkml:trace contextRef="#ctx0" brushRef="#br0" timeOffset="6">12469 13847 8266,'43'0'756,"0"0"0,-13-2-2046,-7-3 999,-18-2 0,-8-8 0,-14 1 0,-4-2 0,1-1 291,-1-2 0,-11-25 0,2-2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5:09.8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2678 0 7663,'-14'0'270,"-1"0"0,1 0-175,-7 0 0,0 0-137,0 0 0,-3 0 128,-4 0 0,2 3-159,-10 4 1,1-5 83,-8 5 0,8-4-81,-1-3 1,1 7-29,-7 0 1,1 2 24,6-2 1,-3-4 36,10 4 1,-3 2 6,3-2 1,11 7 109,-4-7 1,7 3-94,0-3 1,-3-2 35,10 9 1,0-7 98,7 7-55,0-9 0,0 14-30,0-5 0,0-2 43,0 2-6,0 0 1,0 7-39,0 1 1,0-1 44,0 0 0,0 0-35,0 1 0,0-1 48,0 0 1,-2 0-46,-5 1 1,4 6-31,-4 0 1,-2 1 29,2-8 1,-3 7 21,3 0 1,2 1-44,-9-8 0,9 7 0,-2 1 0,-2 6-91,2-7 1,-7 8 94,7-8 0,-3 8-80,3-8 0,2 10 64,-9-3 0,9-2-52,-2 3 1,5-3 39,2 2 0,-7 3-19,0-10 0,0 8-1,7-8 0,0 7-8,0-6 0,0 6-35,0-6 1,0 6 50,0-7 1,0 10 206,0-3 1,0-1-72,0 1 0,-7-2-135,0 2 1,-3 6 35,3-6 0,5 3 33,-5-3 1,2 5-29,-2-4 1,4 11-10,-4 3 1,5-1 78,2-6 0,0 6 10,0 1 1,0-1-177,0-6 0,2-8 91,5 1 1,-4-8-73,4 8 0,-2-3 72,2 2 1,-5-4-99,5-10 0,-2 0 91,2 0 0,-5 1-5,5-1 0,-4-7-43,-3 0 0,0-7 31,0 8-107,9-11 109,-6 6-247,6-10 218,-9 0 695,0 0-480,0-10 1,0 6-322,0-11 0,0 8 178,0-7 1,-2 0-232,-5-7 0,4-1 89,-4 1 1,-2 0-60,2 0 0,-8-1 68,8 1 1,-9-7-118,2 0 1,2-3 87,-2 2 1,2 6 208,-2-5 1,-5 4 10,5 3 0,2 2-95,-2 5 0,9-5 386,-2 5-59,-5 4-607,10 1 288,-8 9 0,10 9 142,0 5 0,3-2-41,4 2 0,-3 0 128,11 8 1,-8-1-189,7 0 1,-2 0 1,2 1 1,5-8-172,-5 0 0,-2-2 145,2 2 1,0-2-223,7-5 0,0-5 44,1 5 0,-1-4-339,0-3 1,0-3-107,1-4 0,-1-2 584,0-5 0,-12-32 0,-6-12 0,2-1 0,-1 0 0</inkml:trace>
  <inkml:trace contextRef="#ctx0" brushRef="#br0" timeOffset="1184">191 255 8102,'0'-21'0,"0"0"59,0 0 1,0 6-64,0 1 1,-7 7 179,0-7 1,-2 9-339,2-2 146,4 5-79,-16 2 1,10 2 149,-5 5 1,-5-2-92,5 9 1,2 0 85,-2 8 1,7 6-64,-7 0 0,6 1 63,-6-8 0,10 7-11,-4 0 0,6 3-17,2-3 1,0-4 24,0 4 0,0-4-61,0-3 0,2 1 16,6-1 0,3-2-30,11-5 42,-1 5 0,7-17 0,1 5 0,-1-4 20,-7-3 0,0-8-28,1 1 1,-8-9 12,0 2 1,0-12-3,7-3 1,-9 1-34,-5 7 1,-4-8-25,-3 1 0,0-7-10,0 6 1,-3 1 22,-4 7 1,2 0-12,-9-1 0,0 8 24,-7 0 0,0 9-33,-1-2 63,1 5-37,0 11 1,2 3 34,5 9 0,-3-7-11,10 1 0,0-1 14,7 7 14,0 0 0,0 1 1,0-1 1,2-9-16,6-5 0,3 2-11,11-2 1,-1 0-9,0-7 1,0 0 11,1 0 0,6-7-19,0 0 1,8-9 8,-8 1 0,7-3-4,-6-4 0,-1 1 15,-7 0 1,-6 0-12,-1-1 1,-10 1 39,4 0 0,-6 7-32,-2-1 39,0 11 1,-2-6-34,-6 10 0,4 0-48,-10 0 1,6 0 11,-6 0 0,7 3-7,-7 4 0,9-3-19,-2 11 1,-2-8-64,2 7 98,0 0 1,7 0-23,0 0 1,9-9-8,5 2 1,-2-4 14,2-3 1,0 0 82,8 0 1,-1 2-21,0 5-6,0-5 0,1 8-11,-1-10 1,-7 0 5,0 0 0,-7 2 321,7 5-186,-9-4 30,5 15-96,-10-6-134,0 10 77,0-1 0,0-7-3,0 0 1,0-7 29,0 7 0,2-9-5,5 2 0,-5-2-14,6 2 14,3-5 148,1 8-159,9-10 0,1 0-98,-1 0 0,-7 0-54,0 0 1,0 0-206,8 0 0,-1 0-1234,0 0 1543,0-10 0,-4-34 0,-3-18 0,3-8 0,-1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8:28.312"/>
    </inkml:context>
    <inkml:brush xml:id="br0">
      <inkml:brushProperty name="height" value="0.053" units="cm"/>
      <inkml:brushProperty name="color" value="#FF0000"/>
    </inkml:brush>
  </inkml:definitions>
  <inkml:trace contextRef="#ctx0" brushRef="#br0">3242 6454 8132,'-5'-19'-38,"-1"-1"1,-3-1 0,-7 1 0,-6 2 0,-5 3 0,-3 0 74,-3 1 104,3 0 0,-12 0 0,5-1 0,-3 3 0,2 1 0,3 3 0,2 2 0,-2 2 0,1 3 939,-1 1-934,2 0 1,4 0 0,1 1-1,0 3 1,-1 2 385,1 2-453,6-5 0,-4 10 0,7-6 0,2 3 1,1-1 206,2 2-187,6-4 1,-3 5-1,6-2 1,2 3 291,1 1-365,2 0 0,0 0 286,0 0 0,2 4-204,3-4 1,-4 3 0,6-7 0,-3 2 318,1 3-318,0 5 0,0-2 0,-1 4 0,0 0 0,-3 0 353,-1 3-330,0 2 1,0 6 0,0 2 0,0 1 0,0 5 595,0 5-633,0 5 1,0 1 0,0-2 0,0 1-1,0 0 547,0 2-497,0 9 0,-1-8 0,-3 2 57,0 0 1,-1-1-152,5 2 1,-2 3 0,-1-2 0,-2-2-17,2-1-6,2 0 1,1-3-1,0 0 1,0 1 0,0-3-355,0-3 267,0-2 0,0 2 0,0 0 0,0-1 1,0-1-170,0-3 264,0 7 1,1 0 0,2 5 0,4-4 0,-1 1 47,0-1-53,-1 3 1,0 3 0,0 1 156,-2 0 0,0 0-280,2 0 0,-4-3 0,4 1 0,-3 3 47,-2 1 0,4-1 1,3 1-1,0 2 11,5 6 28,0-4 0,2 0 0,1-6 1,-1 0-1,2 0-122,3-1 163,-4-5 0,11 3 1,-7-7-1,-2-1 1,-1 0-78,-2 1 56,0-9 0,-1 9 0,-2-9 0,-2 2 0,2-1 138,2-1-129,-5-6 0,5-2 0,-4-6 161,4 1 0,-4-5 71,1-1 0,-1-3 0,5-2 1,1-1 227,-1-4 0,-5 2-310,1-6 1,-1 0 0,6-5 0,-1-2-11,0-2 1,8-4-1,5-8 1,6-3 284,3-5-910,2-3 1,5-6 0,0 0 0,-1 1-1,1 2-1544,0 2 1003,-7 0 0,-1 5 0,-7 3 1002,1-1 0,-77-26 0,15 17 0,0 0 0</inkml:trace>
  <inkml:trace contextRef="#ctx0" brushRef="#br0" timeOffset="1">1550 11544 8356,'-6'-8'-27,"4"-11"0,-4 14 0,6-9 1,0 1-1,0 1 0,0-3 1,-2 1 748,-2 0-573,2 0 0,-4 0 0,4 1 0,-1 2 0,-3 3 0,-1 0 0,-1 2 0,1-1 0,-4 4 1202,-2 2-1489,-1 1 1,-1 1 0,1 4-1,0 4 1,0 6-62,0 4 299,-1 3 0,1 6 0,0 1 92,0-1 0,4 1-105,1-1 0,6 5 1,-2 0-1,3-3 195,2-4-269,0 0 0,7-3 0,4 3 0,6-2 0,7-7-241,3-5 66,7 0 0,3-10 1,5 2-6,1-2 1,-2-8-1,-1-4 1,-3-4-346,3-5 343,-5-3 0,-1-6 1,-7-1 102,-3 1 0,-3-2 1,-9-2-1,-2-3 372,-6-1-336,-2 4 1,-8-7-1,-4 6 92,-2 1 1,-3 8-1,1 7 1,0 6 441,0 6-444,-1 4 0,1 2 1,0 4 163,0 4 1,1 6-1,2 4 1,2 4 267,-2 4-329,4 2 0,1-1 0,6 1-24,0-1 0,0 5 0,1 0 1,3-1 53,0-2-289,7-2 0,-3 1 1,7-1 56,-1 1 0,-5-6 1,-1-1-1,0-1-133,0-4-421,-5-7 514,3 2 0,-6-12 1,0 0 542,0-7-437,0-6 0,0-8 0,2-1-302,3 0 1,-2-5 217,6 4 1,-4 2 0,3 2 0,0 3-229,0 2 311,1 6 1,6-3 0,-1 6 0,0 2 60,0 2-55,7 7 1,-5 2 0,2 6 8,-2 0 1,-2 1-1,2-1 1,2 0 143,1 0-268,0 0 0,1-6 0,2-3-123,0-3 1,5-2 0,-5 0 0,0 0-249,-3 0 404,4-7 1,-8-1 0,3-7-15,-7-4 1,0 3 0,-6-5 0,-2 2 75,-2 0 49,-1 0 1,-1 1 70,-4-1 1,-3 6 0,-6 8 0,0 4 318,-1 1-280,1 6 0,0 2 0,0 6-67,0 0 0,4 5 1,2 0-1,2-1 199,3-3-516,1 6 1,2-5-1,0 3-61,0-4 0,0-5 0,2-2 0,1 0-472,2 0 605,6-5 0,-3 3 1,6-6 48,0 0 1,0-5 71,0 1 1,1-7-1,-1 3 1,-2-2 73,-2 1 145,3-1 1,-6 2 424,8 4-435,-1 2 0,-5 2 47,1 0 0,-5 5 0,4 1 41,2 2-477,2 1 1,1-1 0,0-3 127,0-3 1,1-2 0,0 0 0,3 0-228,1 0 203,0 0 0,-7-7 1,-1-2 95,-1-4 0,-1-1 0,4 0 1,-2 1 555,-1 4-386,-7-4 0,3 10 478,-6-7-392,0 7 0,0 8 0,0 11 274,0 4-358,0 4 0,0 1 0,0 2 0,0 3 0,0 0 123,0 0-202,0-1 1,0 1 0,0 1-70,0 2 1,0-4-1,0-6 1,0 1-394,0-2 280,0 5 1,0-11-1,0 3-178,0-3 1,0-7-402,0 1 638,0-7 0,0 2-50,0-10 1,0-5 0,0-9-1,0-4-204,0-4-222,0-2 0,0-7 0,2-5 163,2-5 0,3-6 1,4 5-1,-2-1-389,2-1 680,2 11 0,1-7 0,0 13 163,1 5 1,-1 5-1,0 9 325,0 4-355,0 3 0,-4 13 1,-2 6 106,-2 5 0,0 5 1,-2-2-1,0-1 191,0 1-333,-3 4 1,-2-4 0,-4 2-41,-5-4 0,2-3-26,-1-2 1,-1 5 0,-4-1-1,0-4-423,0-3 80,6-8 0,-5 8-736,4-6 827,2 0 0,3-7 18,8-3 1,6-3 144,9-6 0,3-2 1,5-1-1,-2-4-220,-1-1 414,0 5 0,2-10 1,-2 3-1,-5-4 1,-2-4 308,2-1-263,-9-6 1,7 9 0,-12-3-1,-2 4 1,-1 4 559,-2 1-434,0 7 0,-7 1-71,-2 6 0,-4 7 1,-1 0 69,0 6-157,0 5 0,6 8 0,3 3 41,3 5 0,2 3 0,0 1 0,0 0 162,0 1-159,0-1 1,5 5-1,1 1-36,2-3 1,0-1 0,3-3 0,-1-2 222,1-1-328,2-7 0,1 4 0,0-8 30,0-4 1,0-3 0,1-6 0,-1 0-147,0 0 29,-6-6 1,5-7-1,-4-7 11,4-2 0,1-2 0,0-4 0,-1-1-248,-4 1 220,4-1 1,-7 1 0,4 1 8,-6 3 1,-2 4-97,-2 6 177,0 6 1,-6 12 0,-4 12 137,-2 5 0,-3 2 1,3 6-1,1-1 469,1 1-512,7-1 0,-8 1 1,6-3-66,2-2 1,3 1 0,3-6 0,4-3 22,0-5-78,9 2 0,0-12 1,5 4-50,-1-3 1,-3-2 0,6 0 0,-3-2-406,-2-3 337,-3-2 1,0-8 0,-1 1-167,0 0 0,-5 0 0,-1-1 0,-1 1-1338,-4 0 1236,-2 0 422,-1 6 0,-50-24 0,-13 1 0</inkml:trace>
  <inkml:trace contextRef="#ctx0" brushRef="#br0" timeOffset="2">2972 11657 8208,'14'0'-106,"-4"-1"1,-1-2 1020,2-2-1012,2 0 1,6 5 0,1-1 96,2-4 0,34 10 0,12-4 0</inkml:trace>
  <inkml:trace contextRef="#ctx0" brushRef="#br0" timeOffset="3">3526 11515 8306,'0'8'557,"0"0"1,0-3 0,0 4-278,0 4 0,5-4 0,0 1 0,-2 1 1,-1 2-1,-2 1 259,0 0-524,6 0 1,-4 0-1,4 1 1,0-1-264,4 0 0,1-4 0,0-3-242,-2 0 359,-6-2 1,10-5 595,-3 0-211,-4 0-119,0 0-37,-6 0 1761,0 0-1226,0-7-484,0 6 1,0-7-207,0 3-236,0 3 1,0-10 240,0 2 1,5 2-273,0-1 1,1 4-1,-1-3-238,4 2 0,-1-3 1,2 4-307,1 2 198,-5 1 1,7 4 669,-4 2 0,10 36 0,3 14 0</inkml:trace>
  <inkml:trace contextRef="#ctx0" brushRef="#br0" timeOffset="4">4209 11444 8378,'-10'0'1183,"1"0"1,6 7-30,-2 2-972,3-3 1,-2 7 0,-1-4 0,2 4 0,1 1 0,2 1 0,2-1-136,3 0-60,2 0 0,3 0 0,-1-1 0,2-2 1,4-3-117,4-2-217,-4-1 1,6-5-1,-7-2 1,2-2-1,1-6-636,2-2 923,0-3 1,-4 1-1,-3 0 115,-2 0 1,1 0-1,-5 1 146,2 3-58,-5 4 1,3 8 219,-6 2 1,-4 9 175,-1 6 1,-6 6 0,1-1 0,-2 3 1228,-2 1-1581,-1 1 0,3-2 0,1-4 1,3-2-1,0-2-1381,0 0 758,5 0 1,-4-10-2335,7 1 1275,0-7 1494,0 3 0,-6-19 0,-2-2 0</inkml:trace>
  <inkml:trace contextRef="#ctx0" brushRef="#br0" timeOffset="5">1948 12226 8407,'-49'0'-43,"5"-5"0,-2 1 1,7 0-1,6 3 678,3 1 8,1 0 0,2 0 0,7 0 305,10 0 1,10 0-737,14 0 0,2 5 0,3-1 0,7 0 63,5-3 1,-1-1 0,5 0 0,-2 0 50,0 0-158,7 6 0,1-4 1,6 3-100,-1-4 0,3-1-37,-2 0 1,7 0 0,0 0 0,4 0 187,4 0-176,6 0 1,3-1 0,-31-1 0,0 1 0,2-2 0,0 1 0,1 0 0,-1-1 150,1 0 0,0 0-168,-1 2 0,1 0 0,0-3 1,-1 0-1,2 3 0,-1-1 1,1 0-1,-1-1 0,1 2 1,-1-1 31,-1 2 0,0-1-83,34-6 1,1 4-1,-6-5-120,0 2 0,-8 0 148,-6 1 1,-1 3 0,-11-2 0,0 2 19,-1 2 45,-11-6 1,8 4 0,-13-3 0,1 4 0,-1-1 345,1-2 113,-7 2 1,-6-6 437,-7 3-288,-6 4-3,4-6-1453,-7 7 1,-2 0 0,-3 0-4011,-4 0 3770,-4 0 1018,-1 7 0,-63-12 0,30 4 0,0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02:25.3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35 122 8574,'-9'0'2546,"1"0"-2046,8 7-291,0 3 0,0 7-13,0 1 1,2 5-26,4 0 0,-4 0-138,3-6 0,-3 6-52,-2 0 0,0 0-136,0-6 0,0 3-71,0 3 1,0-10-188,0 5 0,0-5 42,0 4 0,0-5-921,0-1 842,0-7 0,0 6-583,0-4 465,8-5 0,-6-1 568,4-11 0,-4-1 0,-2-5 0,0 4 0,-24-82 0,10 44 0,0-1 0</inkml:trace>
  <inkml:trace contextRef="#ctx0" brushRef="#br0" timeOffset="277">1 139 7794,'9'-17'149,"5"-1"94,-9 1 1,9 6-57,-3-1 0,5 6 218,1-5 1,0 5-120,1-6 0,-1 9 534,0-3-643,1-4 0,-1 8-96,0-3 1,-5 3 18,-1 2 0,-5 2-1,6 3 1,-7 3-95,7 4 0,-8 3 41,1-4 0,-3 5-149,-2 1 1,0 0 13,0 1-80,0-1 0,0 0 55,0 1 0,-5-1-127,-1 0 0,-8-5-66,3-1 0,-5-5 61,-1 5 0,0-7-5,0 2 0,-1-4 44,1-2 0,0 0-522,-1 0-22,1 0-182,0 0 933,7 0 0,3 0 0,76-38 0,17-10 0</inkml:trace>
  <inkml:trace contextRef="#ctx0" brushRef="#br0" timeOffset="552">502 156 7911,'-9'0'1633,"-1"-5"-995,4-1-411,4 0 717,-5 6-586,7 0 1,0 2-159,0 4 0,0 3 127,0 9-177,0-9 1,0 12 0,0-3 51,0 1 0,0 0-147,0-2 1,0 3-29,0 3 1,0-4-220,0 4 1,0-4-456,0-2 0,0-5-27,0-1 1,0 1-1131,0 5 585,0-7-89,0 5 690,0-13 618,0 6 0,0-70 0,0-15 0</inkml:trace>
  <inkml:trace contextRef="#ctx0" brushRef="#br0" timeOffset="960">450 139 7916,'0'-12'409,"0"1"1,2 1-45,4-1 1,-2-3-294,7 9 1,-1-9 147,1 3 0,7 3 176,-1 2 1,0-2-203,6 3 1,2-1-28,-2 6 0,0 0 2,-5 0 1,5 0 29,0 0-270,0 8 1,-8 1 38,-3 9 0,1-1-250,-7 0 0,0 0 68,-6 1 1,-2-3-65,-4-3 1,2 3 24,-7-4 1,-7 3 12,-5-3 0,0 3 44,6-8 1,0 5-173,-1-5 267,-6 7 1,4-11 93,-3 4 0,10-4 131,1-2 285,8 8-43,-3-6 0,7 7-82,0-3 0,5-2 71,1 7 1,8-5-61,-3 6 1,5-7-52,1 7 0,0-6-11,0 5 0,1-1-17,-1 1 0,-5 5-185,-1-5 1,-1-1-21,1 1 0,3-5-297,-9 6 142,9-1 0,-10 1-591,7-1 119,-7-7-453,4 4 376,-8 0 241,0-7 0,2 5-485,4-12 1,-5 3 936,5-9 0,4-30 0,-1-14 0</inkml:trace>
  <inkml:trace contextRef="#ctx0" brushRef="#br0" timeOffset="1344">1090 139 7923,'0'-12'1114,"0"1"-247,0 7-283,0-4 110,0 8-142,-8 0-263,-1 0 1,-8 8-115,-1 4 0,7 3-128,-1 2 0,6 1 93,-5-1 1,5 2-151,-5 4 0,7-2 37,-2 8 1,-2-8-135,3 2 0,-1-2 35,6 2 0,0-3-26,0 3 0,2-6-40,3-5 0,5 3 129,7-4 1,1-3-10,-1-2 1,0-4 87,1-2 0,5-2 5,0-4 1,2 0 51,-2-11 1,-4 4-60,4-10 1,-4 1-12,-2-1 0,-1-2-51,-5-3 1,-3-3 6,-8 8 0,0-8-101,0 2 1,-2-2-209,-4 3 0,-5 3-62,-12 7 0,-2 1-252,-4 0 1,-4 7-385,4 4 1,4 5 407,2 1 1,4 7 27,2 5 1,2 9 557,3 2 0,27 46 0,14 6 0</inkml:trace>
  <inkml:trace contextRef="#ctx0" brushRef="#br0" timeOffset="1711">1557 139 7911,'0'-10'0,"0"-5"564,0 3-230,0-3 0,-2 0 541,-4 3-292,4 5-259,-5-1 1,5 6-119,-4-4 1,2 4-104,-7 2 0,5 8-3,-6 3 1,7-1 105,-7 2 0,2 1-219,-1 10 0,-4-4-1,3 4 0,2-2-27,-1 3 0,7-5 41,-2 4 0,-1-4 24,1-2 1,0 3 45,6 3 0,0-4-66,0 4 0,2-6-130,4-5 1,3 3 130,9-3 1,-1-5-3,0-1 0,1 2-12,-1-3 0,0 1-76,0-6 0,1 0 16,-1 0 0,0 0-125,1 0 0,-1-6-168,0 1 1,-5-7-398,-1 6 1,-5-7 101,6 1 1,-7 3-286,7-3 0,-3 7 942,3-7 0,3-38 0,-5-15 0</inkml:trace>
  <inkml:trace contextRef="#ctx0" brushRef="#br0" timeOffset="1985">1816 174 7911,'0'-10'786,"0"-5"1,0 11 232,0-8-672,0 8 0,0-5 482,0 3-254,0 4-100,0-6-146,0 16 0,-5 2-97,-1 7 0,0 0-17,6 1 1,-2-1-33,-4 0 1,5 6-97,-5 0 1,4 0 4,2-5 0,0-1-209,0 0 1,0 6 133,0 0 0,0 0-73,0-5 0,2-7-345,4 1 0,-3-3 189,9 3 1,-1 1-260,7-7 1,-1 6 19,0-7 0,-3 1-121,3-6 0,-4 0 42,11 0 0,-5-8-211,-2-3 0,0 1 216,1-1 1,-3-1-1,-3-5 0,-5 0 525,-7-1 0,-31-22 0,-7-6 0</inkml:trace>
  <inkml:trace contextRef="#ctx0" brushRef="#br0" timeOffset="2160">1782 346 10074,'0'-9'1836,"2"1"-1636,4 8 1,3-6-157,8 1 0,1-1-144,-1 6 1,6-6-343,0 0 0,2-1-177,-2 1 1,-2 4 294,8-4 0,-8-1-902,2 1 1,-11-2 265,-6 2 960,-4 4 0,-26-21 0,-4 4 0</inkml:trace>
  <inkml:trace contextRef="#ctx0" brushRef="#br0" timeOffset="2320">1834 174 8313,'9'-12'1889,"-3"1"-1010,4 7-658,-1-12 0,9 12-39,-1-7 1,-6 7-243,1-2 0,-1 4-409,7 2 0,-1-5-170,0-1 0,1 0 17,-1 6 1,0 0 621,1 0 0,-1-8 0,0-1 0</inkml:trace>
  <inkml:trace contextRef="#ctx0" brushRef="#br0" timeOffset="2719">2387 104 9099,'0'-9'2083,"0"-1"-1372,0 4-177,0 4-340,-8-5 1,5 7-49,-9 0 1,6 0-83,-5 0 1,5 0 9,-6 0 1,7 7-141,-7 5 0,6-2-114,-5 1 1,5 1 66,-5 5 1,7 0-69,-2 1 0,4-1 44,2 0 0,0 0 95,0 1 1,2-1 60,4 0 0,-2 1 2,7-1 0,1 0 14,5 0 0,-6-1 13,1-5 1,-1 5-21,7-5 0,-9-1 1,-3 1 220,4-7-98,-1 12-9,1-7-50,-2 1 0,-10-1 328,-4-3-420,-4-4 0,-9 6-94,-4-8 1,4 0-284,-4 0 0,4 0 175,1 0 1,1-2-408,0-4 1,5 4-102,1-4 1,5-1-1313,-6 1 1015,9-7 1007,-5 3 0,16-7 0,55-16 0,21-4 0</inkml:trace>
  <inkml:trace contextRef="#ctx0" brushRef="#br0" timeOffset="3086">2664 156 7924,'0'-17'1170,"0"0"0,0 5-700,0 1 0,-2 7-57,-4-2 1,2 4-208,-7 2 0,5 0 0,-6 0 0,7 6-64,-7 0 0,3 7-101,-3-1 0,2 3-100,5 2 1,3 1-38,-4-1 1,4 0-78,2 0 0,0 1 118,0-1 0,6 0-66,0 1 0,7-1 132,-1 0 0,-3 0 20,3 1 1,-1-1 10,6 0 1,1-1 90,-1-5 0,-5 5 174,-1-5-183,1-3 254,-3 7-204,-1-5 1,-8 1 41,0 1 1,-8-8-173,-3 1 0,-5-3-133,-1-2 0,-2 0 43,-4 0 0,4 0-329,-4 0-258,-4 0 0,7 0 10,-3 0 0,10 0-283,1 0 1,9-2-590,-3-3-269,4 3 1764,2-14 0,46-24 0,12-16 0</inkml:trace>
  <inkml:trace contextRef="#ctx0" brushRef="#br0" timeOffset="3453">2958 260 7924,'0'-17'0,"0"5"245,0 1 1,-2 5 1106,-4-6-879,4 9 1,-7-5 521,3 8-314,4 0-167,-6 0-333,8 0 1,-2 8-50,-4 3 1,5 4-20,-5 3 1,4-1 70,2 0 0,-6 1-241,0-1 1,1 0-94,5 0 1,0 1-187,0-1 208,7 0 0,3 1-107,7-1 0,0-6 168,1 1 0,1-8 29,4 2 1,-2-4 110,8-2 0,-8-2 24,2-4 1,2 2 211,-2-8 1,0 1-174,-5-6 0,-7-6 73,1 0 1,-9-8-200,3 2 1,-4 2-140,-2-2 0,-8 2 14,-3-1 1,-4 3-200,-3 7 1,-5 1-485,0 0 1,-6 7 172,6 4 1,-7 4-72,1 2 1,4 2 57,2 4 1,5 4-22,7 7 0,3 2 659,8 4 0,23 20 0,6 10 0</inkml:trace>
  <inkml:trace contextRef="#ctx0" brushRef="#br0" timeOffset="4077">3390 191 7924,'10'-8'290,"-3"4"-8,-7-7 1,2 5 928,4-5-601,-4 7-372,6-4 140,-8 8 1,0 8 168,0 3 0,-2 5-145,-4 1 1,4 2 11,-4 4 1,-1-4-405,1 4 0,-2-1-6,2 1 0,4-4-29,-3 4 1,1-4 197,-2-2-176,4 1 0,-6-1-388,8 0-354,0-7 682,0 5 0,-1-13 333,-5 4-507,4-4 1,-6-10-12,8-3 1,0-11-12,0-1 0,0-7 122,0 1 0,6-4 27,0-1 1,5-1-40,-5 0 1,7 7-39,-1-1 1,3 8 32,3-2 0,-1 3 117,0 3 1,2 7 149,5 5 0,-5 3 30,4 2 1,-4 2-6,-2 3 0,-5 5-58,-1 7 1,-7 1 60,2-1 0,-4 0-95,-2 1 1,0-1 1,0 0 0,-8-5-49,-3-1 0,-5-1-29,-1 1 1,0 3-147,-1-8 1,1-1 2,0-5 1,0 6 23,-1 0 88,1 0-35,0-6 52,-1 0 304,9 7 44,1-5 580,8 14-284,8-7 1,1 7-191,9-5 1,-1 4-63,0-3 1,-1-2-64,-5 1 1,5-5-90,-5 5 1,4-5-30,3 6 1,-3-7 0,-3 7 0,3-6-31,-3 5 0,1-5-323,-2 6-55,5-9 0,-7 7-254,9-4-409,-9-4 35,7 5-714,-14-7 20,5 0-861,-7 0 2424,0 0 0,-77-53 0,29 19 0,0 0 0</inkml:trace>
  <inkml:trace contextRef="#ctx0" brushRef="#br0" timeOffset="4210">3528 450 7924,'0'-17'2723,"0"0"1,0-1-2128,0 1 0,0 6-993,0-1-1820,0 8 2217,0-11 0,-61 13 0,-16-6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02:20.5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0 156 7444,'2'-12'-444,"4"1"1248,-4 7-230,6-4-72,-8 1 0,0 5-68,0-6-51,0 8-160,0-8-231,0 6-275,0-5 127,0 7 296,0 0-54,0 7 0,0 3 35,0 7-125,0 1 0,0-1 1,0 0 17,0 0 1,0 1 24,0-1 1,0 0 22,0 1 1,0 5-119,0 0 0,0 0 47,0-6 1,0 0-51,0 1 52,0-1-164,0 0 105,-8 1 1,6-7-276,-4 1 73,4-9-235,2 5-297,0-8 0,2-8 268,4-3 0,-4 1 532,4-1 0,-4-1 0,21-59 0,6-13 0</inkml:trace>
  <inkml:trace contextRef="#ctx0" brushRef="#br0" timeOffset="758">70 190 7708,'-8'-17'-70,"6"0"125,-13 0 151,13-1 0,-8 1 255,4 0-162,4 7-255,-5-5 1,9 7-28,3-4 1,5-1 38,7 7 0,-3 1-72,3 5 1,-3-6 43,9 0 0,-4 0-167,-2 6 168,0 0 0,1 0-104,-1 0 1,-6 6 98,1 0 0,-6 7-14,5-1 0,-7-3 64,2 3 1,-4-1-66,-2 7 0,0-1 18,0 0-56,-8 1 0,-1-1-2,-9 0 0,3-5 13,3-1 0,-3-1-100,3 1 1,-1-1 106,1-4 1,-3-4-39,4 3 98,3-3-82,-7 6 1,11-6 169,-8 4-159,8-4 94,-3-2 14,7 0 157,0 0-162,7 0 1,-3 0 116,8 0 0,-7 0-19,7 0-46,-1 0 1,7 5 2,-1 1 0,-2 8-51,-3-3 1,3-1-64,-3 1 1,-3-1 15,3 1 1,-2 5-111,1-5 1,3-1 53,-9 1-247,9 1 254,-12 5 0,7-1-189,-3-5 130,-4-3 0,6-6 2,-8 4 398,0-5-101,0 7-184,0-8-143,0-8 0,0 5-474,0-9 336,0 8 22,0-11 0,0 11-288,0-8 328,0 9 0,2-5-35,3 8 142,-3-8 403,6 6 242,-8-5-226,0 7-3,0 0-85,0-8 94,0 6-353,0-6-288,0 8-3765,0 0 4048,8 0 0,-6 0 0,5 0 0,1 0 0,2 0 0</inkml:trace>
  <inkml:trace contextRef="#ctx0" brushRef="#br0" timeOffset="1834">485 190 7861,'0'-11'-1319,"0"-1"1090,0 9 1131,0-13-673,0 7 0,0-3-140,0 1 338,0 7 264,0-12-355,0 14 37,0-13-514,0 13 119,0-6 151,0 8 1,0 8 7,0 4 0,0-3-13,0 3 0,0-1 28,0 7 1,0 5 94,0 0 0,0 0-251,0-6 0,0 6 110,0 0 1,0 0-84,0-6 1,0 1-62,0-1 0,0 0-173,0 1 0,0-7 69,0 1-31,0-1 1,2-1 97,3-4 0,5-4 14,7-2 0,1 0 81,-1 0 0,0-8-60,0-4 1,6-3 37,1-2 1,0-1 14,0 1 0,-7-2 85,0-4 1,0 4-70,-5-4 0,-4 1 4,-3-1 1,-3 4-84,-2-4 0,0-2-3,0 2 0,-7 0 17,-5 6 0,-9-1-97,-2 1 1,-2 2 28,2 3 1,4-1-4,-4 7 1,1 0-140,-1 6 1,4 0-5,-4 0 0,4 2-153,2 4 1,-1 4-3,1 7 1,7 2 7,5 4 0,3-4 397,2 4 0,0-3 0,46 5 0,12 1 0</inkml:trace>
  <inkml:trace contextRef="#ctx0" brushRef="#br0" timeOffset="2252">882 104 7861,'10'-8'1026,"5"6"-784,-13-5 153,6 7-124,-8 0 1,2 0 507,4 0-383,-4 0-211,5 7 1,-7 3-133,0 7 0,0 1 89,0-1 1,0 0-136,0 0 0,0 1-70,0-1 1,0 0-79,0 1 0,0-1 97,0 0 1,0 0-41,0 1 0,0-1 1,0 0 0,2-1-77,4-5 0,-2-1 16,7-4 95,1-4 0,5 5 192,0-7 1,1-2-41,-1-3 0,0-5-35,1-7 0,-1-3-25,0-3 1,0 4 11,1-4 1,-7-2-20,1 2 1,-8-6-14,1 6 0,-3-6-196,-2 6 1,0 0 66,0 6 1,0 0-771,0-1 320,-7 1-1394,-3 7 1332,-7 3 0,7 9 618,4 3 0,4 5 0,10 23 0,2 3 0</inkml:trace>
  <inkml:trace contextRef="#ctx0" brushRef="#br0" timeOffset="2492">1280 104 9488,'0'-10'885,"8"3"1,3 1-838,12 0 0,-3 0 73,3 6 1,2 0-575,-2 0 1,6 0 34,-6 0 1,5-2-304,-5-3 1,1 3 244,-7-4 1,-6 4-912,1 2 1387,-8 0 0,3-2 0,-7-4 0,-46-3 0,-11-8 0</inkml:trace>
  <inkml:trace contextRef="#ctx0" brushRef="#br0" timeOffset="2759">1453 69 7929,'2'12'775,"4"-1"-408,-4-7-224,5 4 117,-7-8 0,0 2 206,0 4 395,0-4-166,0 5-253,0 1-208,0 2 0,0 7 14,0 0 0,0 0-83,0 1 1,0-1-14,0 0 0,0 1-41,0-1 0,-5 0 100,-1 0 0,0 1-326,6-1 0,0 0-28,0 1 1,0-7-224,0 1 75,0-1-42,0-1 0,0-1-253,0-3-191,0-4-1200,0 6 813,0-8 480,0-8 1,0-1 354,0-9 0,6 7 329,0-1 0,30-30 0,3-14 0</inkml:trace>
  <inkml:trace contextRef="#ctx0" brushRef="#br0" timeOffset="3300">1816 156 7929,'6'-17'59,"0"-1"0,1 1 192,-1 0 0,-2 1-87,8 5 0,-7-5-112,7 5 0,-6 1 173,5-1 124,1 7-23,5-4 6,0 8-341,1 0 1,-7 0 270,1 0-161,-9 0 1,5 2 111,-8 4 58,0-4-98,0 13 1,0-11-40,0 8 0,-2-9-217,-4 3 1,-1-2 15,-5 2 0,-3-4-21,3 3 0,-3-3 27,-2-2 1,5 2-163,1 4 1,-1-4 108,-5 4 0,5-4-82,1-2 275,7 0-136,-11 0 1,11 5 256,-8 1-139,8 0 0,-5-6 188,3 0-85,4 0 285,-6 0-232,8 8 5,0-6 1,0 13 1,0-4 1,0-1-115,0 2 0,0-7-125,0 7 1,0-1 178,0 7-88,0-1 0,0 0-43,0 1 1,0-1-12,0 0 1,-5 6 3,-1 0-91,0 0 0,6-5 18,0-1-67,0 0 0,0 1-190,0-1 171,0-8 140,0 7 0,8-14 13,3 3 0,-1-3 2,1-2 0,1 0-17,5 0 0,0-2 18,1-3 0,-1 1-262,0-8 1,-1 7 91,-5-7 1,5 6-525,-5-5 1,-1 5 115,1-6 1,-1 7-71,1-7 0,3 6 68,-8-5 1,-1 5 556,-5-5 0,-23-9 0,-5-7 0</inkml:trace>
  <inkml:trace contextRef="#ctx0" brushRef="#br0" timeOffset="3492">1816 311 7922,'-9'0'1003,"-1"-1"-84,4-5-68,4 4-35,-5-6-644,7 1 0,2 5-192,3-4 0,3 2-50,4-2 1,3 4-272,-4-3 1,5 1 149,1-2 0,0 4-234,1-4 0,-1 4-750,0 2 1,1-5 13,-1-1 1161,-8 0 0,30-25 0,-1-7 0</inkml:trace>
  <inkml:trace contextRef="#ctx0" brushRef="#br0" timeOffset="4075">2214 104 7393,'17'0'1297,"1"0"-375,-9 0-184,-1 0-170,-8 0 284,0 0-622,0 8 1,0 1-54,0 9 1,-2-1-58,-4 0 0,4 2 5,-4 4 1,3-3-147,-3 3 0,4 2 59,-4-2 1,4 0-181,2-6 0,-2 4 89,-3-3 0,3 3-93,-4-10 1,4 5-178,2 1 124,0-8 167,0-1 1,-2-2 28,-4 0 0,4-3 11,-3-8 1,3 1-106,2-8 1,0-1-125,0-10 0,0 2 93,0-8 1,2 6-87,3-6 0,-1 0 50,8-5 0,-7-1 117,7 0 0,-2 7-35,1-1 1,5 8 19,-5-2 0,4 3 139,3 3 0,-7 7-139,1 5 170,-1-5 1,5 10-68,-5 0 1,3 2 134,-9 10 1,3-1 17,-2 6 0,-4 1-108,4-1 0,-5-5-27,-1-1 1,-7 1-66,-5 5 0,3-2-115,-3-3 0,1 1 15,-7-7 1,1 5-230,0-5 0,-1 6 147,1-6 1,0-1-30,0-5 0,5 2-50,0 4 219,9-4 138,-13 6 0,16-3 105,0 1 0,8 6 340,9-7 1,2 7-146,5-6 1,-3 7 250,7-1 0,-6-3-268,1 3 0,-4-3 118,-2 3-453,0 3 0,1-7 0,-3 5-184,-3-1 149,3-8 0,-11 9-320,7-7-759,-7 0 257,4-6-536,-8 0-141,0 0-557,-8-8 2053,6 6 0,-67-52 0,-8-3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8:17.6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69 7114,'10'0'1940,"-2"0"-1449,-8 0 1867,0 0-1995,0 8-173,0-6 24,0 6 16,-8-1-120,6-5 0,-6 8 24,8-4-82,0-4 1,0 7-145,0-3 273,0-4-164,0 13-6,0-13 7,0 14 56,0-7-14,0 1-8,0 5-30,0-5 1,-6 1-17,1 1 0,-1-6-31,6 5 1,0-5 11,0 5 1,0-5 4,0 6 1,0-6 0,0 5 0,0-5-4,0 5 1,0-5-5,0 6 1,0-7 6,0 7-1,0-1 4,0 7 1,0-1 4,0 0 0,0-5 111,0-1-83,0 1-10,0 5 1,0 1 2,0-1 1,-2-6 2,-4 1 1,4-6-3,-3 5-3,3 1-19,2 5-5,0 0 0,0 1-17,0-1 1,0-6 15,0 1 1,0-6 1,0 5 0,0-5 1,0 5 0,0-5 0,0 6 0,0-6 3,0 5 0,0-5 0,0 5 0,0-5 0,0 6 0,0-8 24,0 11 0,0-11-24,0 7 1,0-5 2,0 6 24,0-9-12,0 13 0,0-12-7,0 7 0,0-5 9,0 5 38,0-7 6,0 12 45,0-7-101,0 9 1,0-1-8,0 0 1,0-5-4,0-1 0,0-5 0,0 5 1,0-5-7,0 6 1,5-6-4,1 5 8,0-7-4,-6 11 9,0-5 1,0 7 19,0 0 0,0-5 2,0 0 1,0-7-17,0 7 0,0-6 9,0 5 26,0-7 6,0 11-61,0-5 15,0 7-2,0 1 0,0-7-2,0 1 0,0-7-2,0 7 1,0-6-2,0 5-5,0-7 6,0 11 2,0-5 5,0 7 0,0-5-1,0-1 0,0-5 0,0 6 1,0-9-1,0 13 1,0-12 9,0 7 0,0-5 11,0 6-17,0-9-2,0 13 1,2-9-4,4 5 0,-4-2 1,3-5 1,-3-1-1,-2 8-1,0-8-1,0 11 1,0-11-20,0 7 0,0-5-29,0 6-17,0-9 51,0 13 1,0-7 1,0 3-20,0-1 0,0-5-41,0 6 52,0-8-4,0 11 28,0-5 5,0 7 1,0-6 99,0 1-44,0-8 0,0 5 109,0-3-148,0-4 17,0 6-53,0-1-2,0-5-48,0 6-22,0 0 4,0-6 57,0 5-38,0-7-897,0 0 1,0-53 0,0-15 0</inkml:trace>
  <inkml:trace contextRef="#ctx0" brushRef="#br0" timeOffset="1982">70 87 6549,'-10'0'1182,"3"0"-869,7 0 1779,0 0-2075,7 0 0,3 0-17,7 0 1,-5 0 2,-1 0 0,1 0-1,5 0 0,2-6-3,4 0 0,-2 0 12,8 6 0,-6 0-14,6 0 0,-6 0 28,6 0 0,0-1 0,5-5 0,-5 4 1,0-4 1,-6 4 4,6 2 1,-6 0 5,6 0 1,-2 0 1,1 0 1,-1 0 5,-4 0 0,-1 0 0,6 0 0,-6 0 0,1 0 0,-4 0 0,-2 0 1,2 0 3,4 0 0,-3 0 32,3 0 1,-4 0-37,-2 0 1,6 0-19,0 0 0,2 0-31,-2 0 0,-3 0-4,3 0 1,2 0 8,-2 0 1,5 0-11,-5 0 0,6 0 11,-6 0 1,2 0-7,-2 0 0,-3 0-7,3 0 1,2-6-11,-2 1 1,0-1-2,-6 6 0,0 0 6,1 0 0,-1 0-3,0 0 0,1 0 14,-1 0 0,0 0-3,0 0 0,6 0 6,1 0 0,6 0 0,-1 0 1,-2 0 32,2 0 1,-6 0-34,6 0 0,-2 0 35,1 0 1,3 0-27,-8 0 0,6 0 0,-6 0 1,2 0-8,-2 0 1,-2 0-2,8 0 1,-8 0-1,2 0 0,2 0-3,-2 0 1,2 0 1,-2 0 0,-3 0 2,3 0 0,2 0-1,-2 0 0,5 0 25,-4 0 0,4 0 2,-5 0 0,6 0-19,-6 0 1,0 0 2,-5 0 1,-1 0-17,0 0 0,6 0 28,0 0 1,0 0-1,-5 0 1,-1 0-4,0 0 1,1 0-1,-1 0 1,6 0-6,0 0 1,0 0 1,-6 0 0,6 0-16,0 0 0,6 0 1,-6 0 1,2 0-16,-2 0 0,-3 0 13,3 0 0,-4 0-4,-2 0 1,0 0 2,1 0 0,-1 0-1,0 0 1,1 0 0,-1 0 1,0 0-3,0 0 0,1 0 4,-1 0 0,0 0 0,1 0 0,-1 0 60,0 0 1,2 0-28,5 0 1,-5 0 3,4 0 1,-4 0-21,-2 0 1,6 0 2,0 0 0,0 0-17,-5 0 1,-1 0-2,0 0 1,1 0-5,-1 0 1,0 0-8,1 0 0,-1 0 9,0 0 0,6 0-3,0 0 1,0 0-6,-5 0 0,-1 0 9,0 0 0,0 0 5,1 0 0,-1 0-4,0 0 0,1 0 0,-1 0 1,0 0-4,1 0 1,-1 0-2,0 0 1,0 0 3,1 0 1,-1 0 0,0 0 0,6 0 16,0 0 1,0 0-17,-5 0 1,5 0-1,0 0 1,2 0 27,-2 0 1,-2 0 4,8 0 0,-6 0-16,6 0 1,-6 0 2,6 0 0,-6 0 17,5 0 0,-6 0 1,1 0 0,-2 0 43,2 0 1,-4 0-55,4 0 1,-2 0 24,2 0 0,-3 0-31,3 0 0,-4 0 2,-2 0 0,0 0 1,1 0 1,-1 0-7,0 0 1,1 0 74,-1 0 1,0 0 4,0 0-43,1 0 0,-1 0-80,0 0 1,-5 0-34,-1 0 16,-7 0-245,4 0 51,-8 0 1,0-2-357,0-4 0,-8 4-822,-3-3 0,-12 3 128,-6 2 1283,-4 0 0,-37-4 0,-17 0 0,-8-1 0,1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8:20.5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94 6007,'-10'0'1411,"2"0"-1115,1 0 24,5 0-93,-6 0-22,8 0 185,0 0-379,8 0 0,1 0-101,9 0 1,-1 0 99,0 0 1,6 0-7,0 0 0,0 0-54,-5 0 0,5 0 81,0 0 1,0-2-317,-6-3 194,1 3 1,-1-6-52,0 8 0,-5 0-112,-1 0-57,-7 0 1,6-2-215,-5-4-93,-3 4 618,-2-5 0,-71 14 0,-23 3 0</inkml:trace>
  <inkml:trace contextRef="#ctx0" brushRef="#br0" timeOffset="360">121 94 8627,'0'12'39,"0"-1"-22,0 1 1,0 5 5,0 1 1,6-1 37,0 0 0,-1 0-3,-5 1 1,2-1 9,4 0 1,-4 6 4,4 0 1,-4 1-47,-2-7 1,0-6 7,0 1 0,0-1-14,0 7 1,0-7-146,0 1-212,0-8 223,0 11-323,0-13 80,0 6-506,0-8-476,0 0 1338,0-8 0,-2 6 0,-4-4 0,-27-11 0,-13-2 0</inkml:trace>
  <inkml:trace contextRef="#ctx0" brushRef="#br0" timeOffset="569">17 440 8686,'10'0'468,"5"0"1,-11 0-309,8 0 1,-6 0-81,5 0 0,1 0-9,5 0 1,0 0-242,0 0 1,1 0-300,-1 0 0,0 0 249,1 0 1,-1 0-447,0 0 1,1 0 215,-1 0 1,0 0 449,0 0 0,1-7 0,-1 5 0,-30-29 0,-9 2 0</inkml:trace>
  <inkml:trace contextRef="#ctx0" brushRef="#br0" timeOffset="1010">346 319 7922,'0'-9'188,"0"-7"639,0 14-350,0-13-136,0 13 27,0-6-154,0 8 223,0 0-396,8 0 1,-6 8 7,3 4 0,-3-3-289,-2 3 212,0-1 1,0 7-157,0-1 165,8 0 1,-6 0-68,4 1 1,-4-7-94,-2 1-332,0-8 330,0 11 0,0-11 171,0 7 286,0-7-453,0 4-146,0-8 264,0 0 1,0-8 3,0-3 1,5 1-158,1-2 169,0 1 1,0-6 9,-1-1 1,3 7 16,-2-1 0,-2 3 135,7-3 0,-1 3-121,1 3 117,5 4 0,-7-6-49,9 8 1,-7 0 16,1 0 0,-7 0 144,7 0 0,-6 2-95,5 4 1,-7-2-15,2 7 0,-2-1 67,1 1-284,-3 5-6,6-7 0,-6 3-473,4-1 112,-4-7-413,5 12 227,-7-14-122,8 5 515,2-7 1,1 0 258,1 0 0,-6-2 0,5-3 0,16-74 0,-9 27 0,0 0 0</inkml:trace>
  <inkml:trace contextRef="#ctx0" brushRef="#br0" timeOffset="1277">761 112 9817,'0'11'455,"0"1"0,-2-3-290,-4 3 1,4 3-106,-3-3 1,3 3 123,2 2 0,0 7-168,0-1 1,0 0 73,0-6 0,0 2-113,0 4 0,0-4-29,0 4 0,6-3 90,-1-3 0,1 0-332,-6 1-147,0-1-130,0 0 11,8-7-257,-6 5-2,5-13-321,-7 6 708,0-16 1,-5-2 431,-1-7 0,-8 0 0,-3-39 0,-10-9 0</inkml:trace>
  <inkml:trace contextRef="#ctx0" brushRef="#br0" timeOffset="1813">605 267 9191,'10'0'58,"-2"0"0,-6 0 12,3 0 1,-1 0-164,8 0 0,-1 0 92,7 0 0,-1 0-54,0 0 0,0 0-146,1 0 1,5 0-52,0 0 0,0 0 21,-6 0 0,0 0-478,1 0 517,-1 0 0,0 0-7,1 0 327,-9 0 1,1 0-47,-4 0 116,-4 0 93,5 0 317,-7 0 12,0 0-192,0 8 1,0 2-89,0 7 0,0-6 153,0 1-396,0 0 0,0 5 102,0 0 1,0 0-229,0 1 0,0-7-13,0 1 13,0-1 78,0 7-324,0-9 223,0 7 46,0-15 88,0 7 10,0-8-316,0 0 265,0-8-96,8-1 1,-4-8 1,7-1 1,-7 1-17,2 0 1,2-1 55,-3 1 0,7 0-48,-6 0 7,7-1 0,-9 1 4,7 0 0,-5 1-194,6 5-296,-8-5 233,11 14 1,-11-11-33,7 7 0,-5 0-761,6 6 316,-1 0 784,6 8 0,16 9 0,4 10 0</inkml:trace>
  <inkml:trace contextRef="#ctx0" brushRef="#br0" timeOffset="2286">1401 285 7922,'2'-12'6,"4"1"160,-5 7 1,7-6 359,-8 4-55,0 4-277,0-5 190,0 7-219,-8 0 0,5 0-13,-9 0 1,6 0-110,-5 0 0,5 2 101,-5 3 1,1-1-141,-2 8 0,-3-6 83,3 5 0,3 1-126,-3 5 0,3-6-150,-3 1 86,-3 0 0,11 5-128,-8 0 0,9-5 131,-3-1 0,4-5-34,2 5 47,0-7 0,8 6-246,3-4 247,5-4 0,1 5 17,0-7 0,-2-2 151,-3-3 0,3 1-92,-3-8 0,-2 6 111,1-5 0,-5 1-23,5-1 1,-5-5 40,6 5 0,-9-4-47,3-3 1,-2 3 107,2 3-92,-4-3-18,5 5 4,-7 1 110,0 1-5,8 16 1,-6 1-104,4 9 1,-4-1 13,-2 0 0,0 6-56,0 0 0,0 0 4,0-5 0,6-1-34,-1 0 0,1-5-299,-6-1-72,0 1 1,0-1-369,0 1-325,0-8 657,0 3 403,0-7 0,23-46 0,6-11 0</inkml:trace>
  <inkml:trace contextRef="#ctx0" brushRef="#br0" timeOffset="2461">1695 354 9581,'63'0'0,"12"0"0</inkml:trace>
  <inkml:trace contextRef="#ctx0" brushRef="#br0" timeOffset="2996">2127 319 7922,'0'-9'325,"0"-7"0,-2 12 89,-4-7 178,5 7 302,-15-4-480,7 8-137,-9 0-297,1 0 1,2 2 70,3 4 1,-1-2-253,7 7 134,-8 1 1,11 3-181,-9-3 0,8 3 61,-2-3 1,5-3-71,1 3 0,0-6-99,0 5 321,0-7 1,0 6 5,0-5 1,1-3-8,5 4 0,-2-4 31,8-2 0,-1-6 14,6 0 1,-5-7 25,-1 1 1,1-3-35,5-2 1,-5 0 1,-1-1 0,-5-1-65,6-4 0,-9-4-9,3-8 1,-2 7-10,2-1 0,-4 0 116,4-6 1,-5 8 40,-1 4-104,0 4 17,-7 2 1,5 9 39,-4 8 0,-2 4 112,3 13 1,-1-3-38,6 9 1,-6 2-19,0-2 1,1 6 13,5-6 0,0 6 10,0-6 1,0 6 118,0-6 1,0 5-197,0-5 0,0 1 21,0-7 0,0 0-5,0 0 1,2-1-125,3-5-215,-3 5 131,14-7 1,-13 1-189,9-4-142,-8-4-518,3-2 527,1-8 478,-6-2 0,6-38 0,-8-7 0</inkml:trace>
  <inkml:trace contextRef="#ctx0" brushRef="#br0" timeOffset="4795">2387 233 8428,'9'0'1282,"-1"0"-743,-8 0 22,0 0-315,-8 0-272,6 7 1,-11 3-134,7 7 136,0 1 0,1-1-9,-1 0 33,0 1 1,6-1-184,0 0 0,0-5 41,0-1 1,0-5-68,0 5 1,6-5 117,0 6 1,7-8-15,-1 1 1,3-3 122,2-2 1,0 0-44,1 0 0,-1-7 0,0-5 0,1-3 34,-1-3 1,-2-1 21,-3-4 0,1 2-18,-7-8 1,0 6 7,-6-6 0,0 8 19,0-2 0,0 4 7,0 2 0,-2 5-47,-4 1 1,-3 7 72,-9-2 1,-5 6 7,0 6 0,-6 5-35,6 12 0,0-4 7,6 5 1,0-5-87,-1-2 0,3 6 0,3 0 1,-1 0-14,7-5 0,0-7-303,6 1 99,0-1 0,8 1 114,4-1 1,9-7 36,2 2 1,2-6 30,-2-6 0,2 2 19,4-7 0,1-1 7,-7-5 1,2 5 131,-2 1 0,-3-1-57,3-5 1,-4 5 173,-2 1 1,1 7 86,-1-2 1,-6 4-65,1 2 1,-6 0 30,5 0 1,-5 0 29,5 0-155,-7 8 1,4 2 10,-8 7 1,2-2 43,4-3 0,-4 3-257,3-3 1,-3-3-83,-2 3-53,0-1 0,0 1-288,0-1-68,0-7 361,0 4 78,-7-8-59,5 0 44,-6 0 85,8-8 0,0-1-42,0-9 0,2 1 152,4 0 0,-2 5 43,7 1 1,-5 5 108,5-6 1,-5 3-9,6-3 137,-1 5-242,6 7 0,1 0 27,-1 0 0,-5 0 53,-1 0-75,-7 0 0,9 7-138,-7 5 1,2-3-47,-2 3 0,-4-6-159,3 5 0,-3-5-88,-2 6-271,0-9 299,0 13 57,0-14 151,0 5 1,2-7 113,4 0 8,-4 0 1,11-7-69,-7-5 0,2-1 108,-2 1 1,1-3 3,5 3 91,3-3 0,-5 0-113,7 3 1,-2 2 101,-3 5 1,3 3 309,-3-4-70,3 4-117,2 10-212,1 1 1,-9 9-88,-3-1 1,-2-2-2,2-3 0,-4 3-218,3-3 0,-3-3 145,-2 3 1,2-3-80,4 3 0,-4-2-16,4-5 1,-2-3-94,1 4 1,-1-4 54,8-2 0,-7-2 129,7-4 0,0 2 72,5-7 1,-6-1-30,1-5 1,-1 0 143,7 0 0,-1-7-89,0 1 0,1 6 297,-1 6-250,0-1 1,0-3 17,1 3 1,-1 4 363,0 8-250,1 0 0,-1 0-58,0 0-54,-7 0-40,5 8 0,-13-4-5,4 8-42,-4-9 83,-2 5 0,0-6 42,0 4-126,0-4-4,0 5 0,0-9-220,0-3 224,-8 3 1,-1-6-8,-9 8 1,7 0 60,-1 0-19,1 0 0,-7 0 2,1 0 0,2 2-60,3 4 229,-3 3-161,5 9 1,-5-1-135,3 0 1,5-5 38,7-1 1,0-5-158,0 6 0,0-7-40,0 7-235,0-8 378,7 3 0,3-7-106,7 0 138,0 0 0,1-7 127,-1-5 1,-2 3 74,-3-3 0,1 1 55,-7-7 0,6 7 268,-7-1-311,9 1 1,-10-5 321,7 5-304,-7 3-12,4 8 32,-8 0 0,0 2 131,0 4 0,0-2-223,0 7-74,0 1 1,0 5-187,0 0 0,2-5 21,3-1 1,-1-7-211,8 2 0,-6 2 82,5-3 0,1 1-101,5-6 0,0 0 99,1 0 1,1-6 50,4 1 1,-4-9 264,4 3 0,-4-3 74,-1 3 0,-1-5 67,0 5 0,-5 1 170,-1-1-21,-7 7 0,6-10 211,-5 9 124,-3-1-330,6 13 1,-8 3-46,0 7 1,0-5-109,0-1 0,-6 1-68,1 5 0,-1-5-125,6-1-44,0 1 0,0-1-225,0 1 1,7-8 77,5 1 1,-2-3-138,1-2 0,1 0 111,5 0 1,0-2 73,1-3 0,-1 1 140,0-8 1,0 1 48,1-6 0,-3 5 263,-3 0-178,3 1 0,-7-1 405,3 1-150,-3 7-130,0-4 0,-5 8-86,9 0 1,-8 2 182,2 4 0,-5-2-86,-1 7 0,2-5-117,4 6-209,-4-8-17,6 11 1,-8-11-565,0 7 314,0-7 115,7 4 1,-3-8-1,8 0 1,-6 0 138,5 0 1,1-2 28,5-4 1,-6 4 59,1-4 194,0-3 1,5 7-37,0-4 1,-5 4 488,-1 2 132,1 0-210,5 0-388,0 0 0,-5 6 8,-1 0-91,-7 7 0,4-9-156,-8 8-542,0-9 297,0 13 0,2-14-789,4 3 62,-5-3-407,7-2 1455,-8 0 0,-38-69 0,-10-17 0</inkml:trace>
  <inkml:trace contextRef="#ctx0" brushRef="#br0" timeOffset="4937">4012 94 7946,'-9'0'1532,"-1"0"-764,4 0-226,4 0-328,-5 0-317,7 0-183,0-7-708,0 5 994,0-6 0,0-7 0,0-4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8:26.7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35 7884,'10'0'-19,"5"0"109,-13 0 1,8 0 350,-5 0-82,-3 0 1,6 0-15,-8 0-533,0 0 164,-8 0 0,6 2 23,-3 4 0,-5 3 15,-2 9 0,3-1-7,-3 0 1,7 3 31,-7 3 1,6-2-10,-5 8 1,5-6 20,-6 5 1,9-1 8,-3 2 0,4 2-38,2-8 1,0 6 38,0-6 1,0 6-52,0-6 1,2 0 19,4-6 1,1 0-3,5 1 1,3-3-15,-3-3 1,-3 1-6,3-7 0,-6 1 54,5-1-23,-7-4-645,11 6 404,-13-8 1,6-2-7,-8-4 0,2 2-194,4-7 1,-4 5-258,3-6 0,-3 7 45,-2-7 613,8 8 0,-14-49 0,4-5 0</inkml:trace>
  <inkml:trace contextRef="#ctx0" brushRef="#br0" timeOffset="424">347 225 7657,'0'-9'1261,"0"-7"-900,0 14 67,0-5-27,0-1-236,0 6 11,0-6 1,0 10-246,0 4 0,-6-2 35,0 8 0,-5-1-9,5 6 1,-6 1 70,7-1-1,-7 0-133,6 1 1,-1-1-23,1 0-69,4 8 0,-6-6 25,8 4 1,0-3 140,0-3 0,8-6 58,4 1 0,3-8-32,2 2 0,0-5 0,1-1 1,-1 0 21,0 0 0,1-1 99,-1-5 1,0 2-24,1-8 0,-7 3 175,1-3 0,-9-3-235,3 3 0,-4-9 36,-2-2 0,0-2-119,0 2 0,-2 4 28,-4-4 1,3 2-56,-9-2 1,2 9-48,-1-3 1,-4 9-237,3-3 0,-3 7 30,-3-2 0,3 6-108,3 6 1,-3 3 21,4 9 1,1-1-9,-2 0 0,9 1 424,-3-1 0,4 8 0,40 9 0,10 11 0</inkml:trace>
  <inkml:trace contextRef="#ctx0" brushRef="#br0" timeOffset="783">831 156 7884,'-12'0'0,"1"0"0,5 0 47,-5 0 0,5 0 370,-6 0-222,1 0 0,-7 0 2,1 0 1,6 0 144,-1 0-100,1 8-245,-7 1 1,9 9 27,3-1 0,4-5-296,2-1 192,0 1 0,2 5 36,4 0 1,3-1 55,9-5 0,-1 3 6,0-9 0,0 7-3,1-6 0,-7 7 26,1-1 1,-1-5 74,7-1 65,-1 4-92,0-1 0,-5 7 71,-1-5 1,-7-1 79,2-4 8,-4-5 1,-4 7-196,-4-8 0,-3 6-124,-9 0 1,-1-1 66,-4-5 1,2 0-160,-8 0 1,8 0-96,-2 0 0,4-1-913,1-5-866,1 4 1586,0-14 1,9 13 449,8-9 0,54-7 0,21-8 0</inkml:trace>
  <inkml:trace contextRef="#ctx0" brushRef="#br0" timeOffset="1075">1056 191 9843,'0'11'843,"0"1"-681,0-1 0,0 7 13,0-1 0,0 6-172,0 0 0,0 0-56,0-6 1,0 1-84,0-1 0,0 0 33,0 1 1,0-1-214,0 0 1,0-5 11,0-1 0,0-5-776,0 6 374,0-9-55,0 5 761,7-8 0,3-61 0,7-16 0</inkml:trace>
  <inkml:trace contextRef="#ctx0" brushRef="#br0" timeOffset="1317">1073 225 7892,'-10'-17'13,"1"2"72,3 3 1,4-3 318,-4 3-152,4-3 0,2 3 279,0 1-1,0 7-28,8-11-340,2 13 1,7-6-135,0 8 0,-5 0 75,-1 0 0,-1 2-161,2 4 0,3-2-6,-4 7 1,-1-5-13,2 5 0,-9-5-35,3 6 1,-4-7 61,-2 7 20,0-1 5,0 7 0,-2-3-158,-4-3 21,-3 3 0,-8-7-238,-1 3 1,1-1-410,0-4-256,-1-4-48,1 5 1112,0 1 0,30-22 0,8 3 0</inkml:trace>
  <inkml:trace contextRef="#ctx0" brushRef="#br0" timeOffset="1617">1384 156 7952,'0'-9'-487,"0"1"1494,0 8 653,0 0-1361,0 8 0,0-5-13,0 9 0,0-1-221,0 7 0,0-1 64,0 0 1,0 6-1,0 0 0,0 2-22,0-2 0,0-3-199,0 3 0,0-4 38,0-2 1,0 1-246,0-1 1,2-2-231,4-3 169,-4 3 0,6-11-578,-8 8 132,0-9 289,0 5 1,0-16 516,0-3 0,0-51 0,0-13 0</inkml:trace>
  <inkml:trace contextRef="#ctx0" brushRef="#br0" timeOffset="1800">1350 156 9479,'11'-6'483,"1"1"1,-6-1 408,5 6-809,1-8 0,5 6-104,0-3 1,1 1-71,-1-2 1,0 4-140,0-4 1,1 4-505,-1 2 1,0 0 214,1 0 519,-9 0 0,-24 8 0,-14 2 0</inkml:trace>
  <inkml:trace contextRef="#ctx0" brushRef="#br0" timeOffset="1975">1419 295 8430,'10'0'1372,"-1"0"-325,-3 0-589,-4 0-87,13 0-369,-5 0-322,7 0 1,-5 0 27,-1 0 0,-5 0-315,5 0 0,-5 0 607,6 0 0,-8-16 0,3-3 0</inkml:trace>
  <inkml:trace contextRef="#ctx0" brushRef="#br0" timeOffset="2400">1747 571 9210,'-9'2'952,"3"4"-243,4-4-479,-5 5 0,5-5-27,-4 4 0,2-4-533,-2 4 114,4 3 1,-5-5-922,7 8 640,-8-8 1,6 5-1368,-4-3 1223,4-4 641,2 6 0,0-31 0,0-6 0</inkml:trace>
  <inkml:trace contextRef="#ctx0" brushRef="#br0" timeOffset="3091">2076 173 7018,'8'10'433,"-6"-2"1,7-8 315,-3 0-305,-4 0 46,6 0 27,-8 0 348,0 0-678,0 7 0,2 1-9,3 4 0,-3 3-24,4-3 1,-4-3-47,-2 3 1,0-1-180,0 7 1,0-1 85,0 0 0,0 0-125,0 1 1,0-1-45,0 0 0,0 1 126,0-1-62,0 0 1,0 0-98,0 1-247,0-9 155,0 7-362,0-14-77,-8 5-594,6-7 71,-5 0 1241,7-7 0,7-49 0,3-19 0</inkml:trace>
  <inkml:trace contextRef="#ctx0" brushRef="#br0" timeOffset="3724">2111 277 7935,'0'-17'19,"0"0"0,0 5 682,0 1-163,0-1-196,0-5-144,-8-1 1,6 1-126,-4 0 0,4 5 89,2 1 1,6 5-306,0-5 79,7 7 0,-3-6 127,7 4 1,1 4 4,-1-3 1,0 3-155,0 2 0,6 2 114,1 3 1,-1-1-5,-6 8 1,-6-6-172,1 5 185,-1 1 1,-1 5 161,-4 0-101,-4 0-48,-2 1 1,-2-3-29,-4-3 0,-4 1-4,-7-7 0,0 2-55,0-3 1,-6-3-121,-1 4 0,-1-4-29,2-2 0,10 0 117,-4 0 1,3 2 8,-3 4 1,5-4-36,1 3-37,7-3 121,-4-2 1,16 0 138,4 0 1,3 0-99,2 0 0,2 6 139,5 0 1,-5 7 49,4-1 0,-2-3-67,2 3 1,-4-1-5,4 7 1,-4-1-17,-1 0-44,-1 1 0,-2-1 34,-3 0-45,3 0-18,-13 1-249,14-9 137,-14 7-260,5-14-873,-7 5 471,0-14-954,0-3 1668,0-7 0,8-47 0,2-11 0</inkml:trace>
  <inkml:trace contextRef="#ctx0" brushRef="#br0" timeOffset="3991">2612 139 9134,'0'-10'1712,"0"3"-1364,0 7 0,0 7-68,0 5 0,0 3-116,0 2 0,0 1-88,0-1 1,0 6-55,0 0 0,0 2 8,0-2 1,0-2-97,0 8 1,0-8-33,0 2 0,0 2-185,0-2 0,0-5-162,0-7-162,0 1-772,0 5 53,0-7 1326,0-3 0,8-37 0,1-9 0</inkml:trace>
  <inkml:trace contextRef="#ctx0" brushRef="#br0" timeOffset="4142">2664 191 7950,'0'-12'9,"0"1"0,0 5 174,0-6 1,0 7-134,0-7-938,0 8 888,0-11 0,31 21 0,7-4 0</inkml:trace>
  <inkml:trace contextRef="#ctx0" brushRef="#br0" timeOffset="4687">2820 139 8767,'0'-10'1610,"0"3"-1215,0 7 118,0 0 1,0 7-344,0 5 1,0 3-162,0 2 1,0 3-5,0 3 1,0-4 72,0 4 1,0 2-148,0-2 1,5 2 78,1-2 0,0-2-53,-6 8 0,0-8 47,0 2 1,0-4-113,0-1 0,0-1 75,0 0 0,0-5-322,0-1 261,0-7 1,0 6 45,0-4 362,0-4-353,0 5 1,0-14-189,0-5 1,0 2 44,0-1 0,0-3-148,0-9 0,0 4 84,0-4 0,0-4-153,0-2 1,0-3 94,0-3 0,0 1 69,0-1 0,2 0 234,4 1 0,-4 1-145,3 4 0,-1 2 275,2 4 1,-2 6 54,7 0 1,-5 1-8,6 11 0,-1-7-24,6 6 1,1 1 76,-1 5 0,-5 1-39,-1 5 0,1-2-71,5 8 0,-2-1 28,-3 6 0,-3-1-57,-3-5 1,-4 5-10,4-5 0,-4 5 43,-2 1 0,-2-2 8,-4-3 1,-4 3-151,-7-3 1,-2-3-183,-4 3 0,4-6-71,-4 5 0,-4-7-342,-2 2 0,4-4-351,2-2 963,4 0 0,-6-16 0,-2-3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8:32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3632 1366 9033,'0'-9'1559,"0"1"-1192,0 8-660,0 0-469,0-8-915,0 6 1677,0-5 0,24-1 0,4-2 0</inkml:trace>
  <inkml:trace contextRef="#ctx0" brushRef="#br0" timeOffset="134">3926 1332 8086,'12'-10'566,"-1"4"0,-7 3-128,2-3-556,4 4 0,-8-8-1131,3 4-20,5 5 1269,-8-7 0,36 8 0,1 0 0</inkml:trace>
  <inkml:trace contextRef="#ctx0" brushRef="#br0" timeOffset="258">4220 1314 8999,'10'-9'3370,"-2"1"-3005,-8 0-605,0 7-960,0-15 1200,0 14 0,-8-21 0,-2 4 0</inkml:trace>
  <inkml:trace contextRef="#ctx0" brushRef="#br0" timeOffset="2661">4618 35 8020,'2'9'-675,"4"-3"595,-4-4 224,5-2 114,-7 0 275,0 0-456,0-8 0,2 6 263,4-3-3,-4 3-195,13 2-67,-5 0 1,7 0-9,1 0 0,-1 0-110,0 0 1,-5 0-10,-1 0 1,1 0 129,5 0 1,0 0-59,1 0 47,-1 0 1,0 0-12,1 0 1,-7 0 5,1 0 1,-7 0 92,7 0 34,-8 0 176,11 0-139,-13 0 23,6 0-124,-1 0-21,-5 0-7,6 0-2,-8 0-66,0 0 134,8 0-11,-6 0 3,5 7 1,-5 1 70,4 4-141,-4 3 1,6-5 27,-8 7 1,0 0 21,0 1 0,5-1-74,1 0 0,0 0-2,-6 1 0,0-1 40,0 0 1,0 6-18,0 0 1,0 2 20,0-2 1,0-3-22,0 3 0,6 2-11,-1-2 0,1 0 6,-6-6 0,0 0 14,0 1 1,0-1-68,0 0-22,0 1 1,0-1-81,0 0 1,0 0 77,0 1 0,0-7-54,0 1 0,0-1 65,0 7 0,0-1-18,0 0 0,2-5 8,4-1 1,-4 1-4,4 5 0,-5 0 133,-1 1-52,0-1 1,0 0-88,0 1 1,0-1-13,0 0 1,0 0 74,0 1 0,0-1 16,0 0 0,0 1 4,0-1 1,0 0-79,0 0 1,-5 7 2,-1-1 1,0 0-17,6-6 1,0 0 3,0 1 0,0-7 17,0 1 0,0-1-22,0 6 0,0 1-241,0-1 202,0 0 1,0 1-58,0-1 77,0 0 0,0 0-9,0 1 0,0-7 2,0 1 8,0-1 47,0 7 41,0-1 33,0 0-76,0 0-1,0 1 1,0-7-13,0 1 4,0-8-71,0 11-187,0-13 212,0 13 0,-2-11-12,-3 8-49,3-8 29,-6 3 147,8-7-46,0 8-1,0-6 1,-2 6 31,-4-8 3,4 0-83,-5 0 13,7 0 1,-2 0-64,-4 0-87,4 0 1,-8 0-38,5 0 106,3 7 35,-14-5 0,12 6 41,-7-8 1,5 2 9,-5 4 1,5-5 8,-6 5 0,7-4 21,-7-2 1,2 2 28,-1 4 0,-4-4-56,3 4 1,2-5 58,-1-1 0,-1 6-52,-5 0 0,0 0 4,0-6 1,-1 2 14,1 3 0,-6-3 0,0 4 1,-2-4-20,2-2 1,2 6-2,-8 0 0,6-1 12,-6-5 0,0 2-1,-5 4 1,-1-4-26,0 4 0,7-2 12,-1 1 0,0-3-2,-6 4 0,3-4 11,3-2 0,-4 0-1,4 0 0,-5 6-9,-7-1 1,11 1-2,-5-6 1,4 0-2,-3 0 1,-3 2 2,-3 4 1,3-4-5,-3 4 1,4-5-16,1-1 0,0 0-3,1 0 1,1 6 18,4 0 0,-1 0-3,6-6 0,-6 0-20,1 0 0,-2 0-3,2 0 0,-1 6-25,7-1 1,-8 1-6,2-6 0,2 0 74,-2 0 1,2 2-28,-1 4 1,-3-4 7,8 3 0,-8-3-2,2-2 0,2 0 0,-2 0 0,3 2-2,-3 4 0,-2-4 1,8 4 0,-6-4 15,6-2 1,-6 5-7,6 1 1,-2 0 45,2-6 0,2 0-16,-8 0 0,2 6 5,-2-1 1,-1 1-33,7-6 0,-8 0 2,2 0 0,-9 0 3,-3 0 0,5 0-3,1 0 0,4 0-7,-9 0 0,4 6-7,1 0 1,2 0-12,5-6 1,-3 0 39,8 0 0,-6 0 0,6 0 1,-6 0-6,6 0 0,0 0 10,6 0 0,-6 0-21,0 0 0,-6 0 3,6 0 0,0 0-18,5 0 1,-5 0-9,0 0 0,0 0 0,6 0 1,0 0 9,-1 0-1,-7 0 0,6 0 6,-4 0 0,4 0-2,1 0 4,-7 0 0,6 0 0,-4 0 1,4 0 2,2 0 1,-1 0-4,1 0 0,0 0 58,0 0 0,-1 0 52,1 0-47,0 0 1,-1 0-68,1 0 1,0 0 5,-1 0 0,1 0 10,0 0 1,0 0-1,-1 0 1,-5 0-21,0 0 1,-2 0-61,2 0 1,4 0 19,-4 0 1,2 0 38,-2 0 0,3 0-4,-3 0 1,4 0 21,2 0 1,-2 1 5,-4 5 0,3-4-41,-3 4 1,2-4 0,-2-2 0,4 0 2,-4 0 0,-2 0-1,2 0 1,0 0-108,6 0 1,-7 0 110,1 0 0,0 0-8,6 0 1,0 0 22,-1 0 1,-1 0 1,-4 0 0,10 0 21,-5 0 1,5 0 10,-4 0 0,-1 0-24,1 0 8,0 0 1,0 0 9,-1 0 0,7 0-14,-1 0-3,1 0 68,-7 0 2,1 0-76,0 0 2,-1 0 0,1 0-5,0 0 1,5 0 27,1 0-66,-1 0 0,-5 0 17,0 0 1,5-2-9,1-4 1,5 4 89,-6-4 0,7 5 2,-7 1 0,6 0 81,-5 0 320,7 0-305,-4 0 224,1 0 68,5 0-239,-6 0-258,8 0 98,-8 0 0,4 0-135,-7 0 0,5 0 105,-5 0 1,5 0-119,-6 0 0,7 0 93,-7 0 0,6 0-50,-5 0 160,7 0 1,-6 0-432,5 0-63,3 0 0,-6-2-478,8-4 0,2 4-857,4-4 1,3 2 1724,9-1 0,23-13 0,12-5 0,3-5 0,1 0 0</inkml:trace>
  <inkml:trace contextRef="#ctx0" brushRef="#br0" timeOffset="4045">5431 69 6139,'17'0'1625,"-7"0"-804,-2 0-479,-8 0 1364,0 0-1532,-8 0-88,6 8 7,-6 2 1,8 7-10,0 0 0,0-5-6,0-1 1,0 1-96,0 5 0,0 0 130,0 1 0,0-1 11,0 0 0,0 1-73,0-1 0,0 0-5,0 0 1,0 3-50,0 3 0,0-4 19,0 4 0,0-2-6,0 2 0,0-4-9,0 4 1,0 2-15,0-2 0,0 1 60,0-7 0,0 2 3,0 4 0,0-4-69,0 4 1,6-3 0,0-3 1,0 0-144,-6 0 0,0 7 101,0-1 0,0-6-51,0-6 1,0 1 6,0 5 51,0 8 0,0-6 42,0 4 0,0-3 2,0-3 0,0 0 1,0 1 0,0-1 12,0 0 0,0-5 10,0-1 0,0 1-3,0 5-2,0 0 1,0 1-3,0-1 1,0-6 6,0 1-11,0 0-2,0 5 1,0 0-32,0 0 0,0-5-1,0-1 0,0-5-47,0 6 64,0-1 3,0 7 0,0-1-27,0 0 0,0-5-40,0-1-3,0 1-15,0 5 92,0 0 1,0 1 1,0-1-10,0-7 1,0 5 1,0-4 0,0-1 99,0 2-102,0-9 1,0 13 182,0-5-126,0-3 0,0 7 215,0-3-190,0-4 21,0 7 51,0-5 15,0 7-145,0-8-9,7-1 159,-5 0-71,6-6 6,-8 5-421,0-7-542,0 0 373,0-7 1,2 5-1150,3-4 281,-3-4 1362,14 1 0,-7-78 0,0 35 0,0 1 0</inkml:trace>
  <inkml:trace contextRef="#ctx0" brushRef="#br0" timeOffset="5437">5517 52 7842,'-11'0'-857,"-1"0"1,7-2 1114,-7-4 274,8 4 0,-5-5 113,3 7-268,4-8-179,-6 6-52,8-6 1,0 7-16,0-5 0,2 4 30,4-4 0,-2 4-105,7 2 1,-5 0 76,6 0 0,-1 0-49,6 0 1,1 0-132,-1 0 1,2 2 28,4 4 1,-2-4-25,8 4 0,-6-5 37,6-1 1,-6 0 34,6 0 1,-2 0-36,2 0 1,3 0-6,-3 0 0,4 6 66,1 0 1,1 0 1,0-6 0,5 0 84,0 0 1,1 0-124,-7 0 1,3 0 14,3 0 0,-3 0-22,3 0 0,-4 0-6,-1 0 0,-2 0 23,-4 0 0,7 0-12,-7 0 1,7 0-2,-7 0 0,4 0-8,1 0 0,-5 0-45,0 0 1,-2 0 44,2 0 0,3 0 4,-3 0 0,-2 0 18,2 0 1,-6 0 3,6 0 1,-6 0-12,6 0 0,-2 0 1,1 0 1,3 0-27,-8 0 1,8 0-4,-2 0 0,-2 0-12,2 0 0,-8 0 33,2 0 0,4 0-2,1 0 0,-3-6-18,-1 0 1,1 0-1,-2 6 0,5 0 5,-5 0 1,6 0 0,-6 0 1,2 0-31,-2 0 0,-1 0-6,6 0 1,-5 0 50,6 0 0,-6 0-7,6 0 0,-6 0 1,6 0 0,-6 0-12,6 0 1,-8 0 3,2 0 0,2 0-1,-2 0 1,6 0 1,-6 0 1,0 0-5,-6 0 0,3 0 7,3 0 1,-4 0-17,4 0 1,-2 0 24,2 0 0,-2 0 3,8 0 0,-6 0-19,6 0 0,-2 0 2,2 0 0,3 0-31,-3 0 0,2 0-4,-2 0 1,3-1 16,-3-5 0,4 4-5,1-4 1,-1 4 12,-4 2 1,4 0 3,-5 0 1,5 0-1,2 0 1,-3 0 3,-3 0 0,-2 0 3,-4 0 0,-4 0-1,4 0 1,2 0 3,-2 0 1,2 0 5,-2 0 1,-3 0 19,3 0 0,2 0-6,-2 0 1,2 0-21,-2 0 1,-2 0-8,8 0 0,-8 6 15,2 0 0,2-1-6,-2-5 0,0 0 1,-6 0 0,6 2 1,0 4 0,0-4 19,-5 4 0,5-4 4,0-2 1,0 0 28,-6 0 1,6 0-57,0 0 1,2 0-1,-2 0 0,-2 0-5,8 0 0,-6 0-2,6 0 0,0 0 35,6 0 1,-3 0-3,-3 0 0,4 0 13,-4 0 0,3 0 2,3 0 1,-6 0 26,-1 0 0,-1 0-37,2 0 0,2 0 1,-8 0 0,6 0 57,-6 0 1,6 6 17,-6-1 0,6 1-59,-6-6 1,5 0 0,-4 0 0,-1 0-20,-6 0 1,0 0-4,0 0 1,1 0-44,-1 0 1,-5 0-10,-1 0 0,-5 0-229,5 0 45,-7 0-236,4 0 203,0 0-309,-6 0-85,5 0-442,-7 0 553,-7 0 520,-3 0 0,-61 8 0,-14 1 0</inkml:trace>
  <inkml:trace contextRef="#ctx0" brushRef="#br0" timeOffset="7763">5725 260 7925,'-10'0'-1780,"1"0"2457,3 0-30,4 0-377,-6 0 0,6 0 127,-3 0-42,3 0-123,-6 0-241,8 0 49,0-8 1,8 6 69,3-4 0,5 4-118,1 2 0,6 0-4,0 0 1,6 0-76,-6 0 0,6-5 102,-6-1 1,6 0-116,-6 6 1,0 0-100,-6 0-428,0 0-258,1 0 346,-1 0 233,-8 0 0,-3 0 306,-12 0 0,-3 0 0,-8 0 0,-1 0 0,1 0 0,0 0 0,-1 0 0,1 0 0,0 0 0,0 0 0,-1 0 0,7 0 532,-1 0 173,8 0 88,-3 0-243,-1 0-159,6 0-41,-6 0-218,8 0-150,0 8 245,0 1-295,0 9 1,2-1 2,4 0 1,-4 0-11,4 1 1,1 5 131,-1 0 0,2 0-3,-2-6 0,-4 6-43,3 0 0,3 0 32,-2-5-147,0-1 0,-6 0 90,0 1 1,0-7-461,0 1-148,0-9 250,0 5 1,-2-8 100,-4 0 0,2 0-8,-8 0 0,7 0 140,-7 0 0,1 0-10,-7 0 1,7-6 419,-1 1-320,8-1 685,-11 6-34,13-8 201,-13 6-532,13-5 1,-4 7 476,12 0-541,3 0 1,9 0-42,-1 0 0,0-2-286,1-4 1,-1 4 114,0-4 0,1 4-381,-1 2 0,0-2 101,0-3 0,-5 3-381,-1-4 349,1-4 147,5 8 89,1-13 1,-7 11-58,1-7 438,-9 7 1,5-6-2,-8 4 627,0 4-343,0-5-62,0 7 752,0 0-908,0 7-430,0 3 139,0 7 0,2-1-315,4-5 109,-4 5-182,5-7 1,-7 3-113,0-1-38,0-7 349,0 4 0,0-6-49,0 4 53,0-5 0,0 5 25,0-12 0,6 3 33,0-9 1,2 6 113,-3-5 1,-1 1 5,8-1 0,-6-5 6,5 5 1,-1 1 65,1-1 1,5 5-116,-5-6 0,-1 8 89,1-1 0,-5 3-23,6 2-23,-1 0 1,1 0-14,-1 0 0,-7 2-8,2 3 1,-2-1-40,1 8 0,-3-6-13,4 5 0,-4-5-220,-2 5 176,0 1 0,2 3-129,4-3 0,-2-3 136,7-3 0,-5-4-36,5 4 1,-5 2-123,6-3 125,-1 1 0,6-6 47,1 0 1,-1-6 33,0 1 1,1-9 12,-1 3 0,-6-5-4,1-1 1,0-8 7,5-4 0,-8 2-19,-3-2 0,2 1 15,-2-7 0,-1 2 2,-5 5 1,0 3 31,0 7 193,0 1-195,0 0-61,0 7 1,-5 4 85,-1 12 0,-2 4 0,2 7 0,4 0-32,-3 1 1,3 5 7,2 0 0,-6 2 33,0-2 1,1-4 2,5 4 0,0 2 132,0-2 1,0 0-161,0-6 1,0 1-44,0-1 0,1 0 18,5 1 0,-4-1-132,4 0 1,2-5 94,-3-1 0,3-7-120,-2 2 0,-2-4 88,7-2 0,-5 0 8,5 0 1,-5 0-10,6 0 0,-1-2 32,7-4 0,-1 2 6,0-7 0,0-1-13,1-5 1,-1-2 6,0-4 1,-1 3 6,-5-3 1,5 4 2,-5 2 0,-1 0-7,1-1 1,-5 1-3,6 0 1,-9 5 172,3 1-205,-4 7 6,-2-4 18,-8 8 5,-1 0 0,-9 6 18,1 0 1,6 7 9,-1-1-23,1 3 1,1 2-4,4 1 0,-1-1 89,1 0-81,0 0 1,6 1 8,0-1 0,0 0-2,0 1 0,6-7-2,0 1 0,7-3-9,-1 3 0,3-3-3,2-3 1,0-4-6,1 4 0,1-4-3,4-2 0,-4 0-69,4 0 1,-2-8 61,3-3 0,-5-3-4,4 3 1,-4-11 0,-2 5 1,1-4-3,-1 4 1,0-6-9,0 0 0,-5 0-2,0 5 0,-9 1 233,3 0-128,-4 7-65,-2-5-60,0 13 0,-2-4-2,-4 12 0,-3-2 27,-9 7 1,7-1-5,-1 1 1,7 5-45,-7-5 1,8-1-148,-1 1 0,1-7 45,-2 2-227,4 3 257,-6-7 123,16 14 1,2-14-4,7 3 0,0-3 9,0-2 1,-5-2 163,0-3 0,-1 3-125,6-4 0,-5 2 159,-1-2 1,-5 4-125,6-3 0,-7 3 267,7 2 90,-8 0-95,4 7-182,-8 3 1,0 7-68,0 1 1,0-1 73,0 0-84,0 1 0,0-1-116,0 0 1,5-5 59,1-1 0,6-5-262,-7 5 135,9-7 1,-5 4-15,9-8-56,-1 0 1,0-2 70,1-4 0,-7 2-119,1-7 1,-3-1-66,3-5 0,1 0-621,-7 0 929,0-1 0,-14-30 0,-2-7 0</inkml:trace>
  <inkml:trace contextRef="#ctx0" brushRef="#br0" timeOffset="8005">6399 311 7931,'-17'0'1102,"6"0"-404,-1 0 117,8-7-490,-4 5-250,8-6 1,2 2 26,4 1 1,4-1-192,7 6 1,2 0-411,4 0 1,-2-6 302,8 0 0,-2 1-536,2 5 1,2 0 138,-8 0 1,6 0-381,-6 0 973,7 0 0,13 0 0,10 0 0</inkml:trace>
  <inkml:trace contextRef="#ctx0" brushRef="#br0" timeOffset="8280">7489 502 8343,'11'0'-45,"1"0"0,-1-2-371,7-4 0,-1 4 416,0-4 0,54-3 0,14-1 0</inkml:trace>
  <inkml:trace contextRef="#ctx0" brushRef="#br0" timeOffset="10540">8042 433 7931,'0'-12'725,"0"0"26,0 9-406,0-13 0,0 12 16,0-7-26,0 7-111,0-4-380,-8 1 233,-1 5 1,-8-4-39,-1 12 0,1-2-169,0 7 0,-1 1-14,1 5 0,0 0 6,0 1 1,5-1 91,0 0 0,3 0-135,-3 1 0,5-1 137,7 0-9,0 1 16,0-1 0,2-2-8,3-3 1,5-5-68,7-7 0,6 0 71,0 0 1,0 0 38,-5 0 1,5-7 21,0-5 0,0-3 9,-6-2 1,-5-1-12,-1 1 1,-1-2 100,1-4 0,3-4-116,-8-8 0,-1 1 22,-5-1 1,0 0-104,0 1 1,0-1 158,0 1 1,0 7 361,0 4-466,0 4-57,0 9 0,-2 4 165,-3 12 1,3 5 3,-4 12 1,4 4 21,2 8 0,-2 0 155,-4-1 0,4-1-186,-3-4 1,3 3-1,2-3 0,-2-2 1,-4 2 0,4-8 16,-4 2 0,4-4-185,2-1-34,0-1-95,8 0 1,0-5 92,3-1 1,5-7-127,-5 2 1,-1-6 64,1-6 0,1 2 120,5-7 0,-5-1-23,-1-5 0,1 0-14,5-1 1,-5 1 131,-1 0 1,-5-1 7,5 1 225,-7 0-210,12 0 44,-14-1 66,5 9 47,-7 1 1,0 16-47,0 3 0,0 5-95,0 1 0,2 0 17,4 0 0,-4-5-62,4-1 1,-4 1-178,-2 5 143,7 1 0,3-3-314,7-4 159,0 5 0,1-14 87,-1 4 1,2-5 33,4-1 0,-3-1 61,3-5 1,-4-4 3,-2-7 0,-5 0-17,-1-1 0,-5-1 113,5-4 0,-7 2-54,2-8 0,-4 6 19,-2-6 0,-2 8-72,-4-2 0,-3 10 17,-9 1 0,-1 8 1,-4-2 0,2 4-25,-8 2 0,6 0-7,-6 0 0,6 8-4,-6 4 1,10 3-7,2 2 1,0 1-53,5-1 1,4-6-316,3 1-143,3 0 347,2 5 1,7-2 38,5-3 0,3-5 63,3-7 0,1 0-21,4 0 0,-2 0 75,8 0 1,-8-5 163,2-1 0,2-2-45,-2 2 1,0 4 421,-6-3-168,1-5 1,-1 8 233,0-4-67,1 5-186,-1 8-71,0 3 0,-7 7-146,-4 0 1,-5-5-125,-1-1 55,0 1-455,0 5-564,0 1 726,0-9 1,0 1-233,0-4 361,0-5 63,0 7 0,0-10-70,0-4 0,0 3 70,0-9 0,0 1 13,0-7 0,0 1 169,0 0 1,0-1 189,0 1 78,8 0-3,2 0-226,7-1-25,0 9 4,1 1 0,-3 10 103,-3 4 0,1-3-163,-7 9 1,1 0-22,-1 5 1,-4-6-173,4 1 1,-4-1-29,-2 7 1,0-7-154,0 1 0,0-7 102,0 7 1,0-6-260,0 5 23,0-7 236,0 4 1,2-8-68,3 0 169,-3 0 0,8-2 131,-4-4 0,-2-3-25,7-9 1,-5 3 102,5 3 1,-1-3-111,2 3 1,3-3 46,-4-2 1,3 5 0,-3 1 1,5 7 112,-5-2 0,5 4-68,1 2 1,-5 0 1,-1 0 1,1 0 13,5 0 1,-6 6 18,1 0 0,-2 7-76,1-1 0,-1-3-15,-5 3-21,-3-1 0,8 7-128,-4-1-413,-4-7 253,5 5 44,1-13 0,-4 6 106,7-8 1,-5 0-24,6 0 160,-1 0 1,5-8-96,-5-4 1,4-3 111,-3-2 1,3-1-48,3 1 1,-1 6 27,0-1-9,1 1 1,-1-5-8,0 5 1,0 3-7,1 8 0,-1 0 2,0 0 0,-5 0 77,-1 0 0,-1 2-73,2 4-32,3 3 0,-13 3 0,4-1 0,1-5-31,-1 6-49,0-9-30,-6 5 196,0 0 85,0-6 1,-8 5-160,-3-7 0,1 0 13,-2 0 0,1-2 23,-6-3 2,-1 3 1,1-6 6,0 8 0,-2 0 24,-5 0 1,11 0-16,-4 0 1,3 2-50,-3 4 1,5-2 2,1 7 1,5-5-25,-5 5 1,7-5-9,-2 6 1,4-7-268,2 7 240,0-8 1,2 9-21,4-7 1,3 0-15,9-6 1,-1 0-94,0 0 1,1 0 218,-1 0 0,0-2-107,0-4 1,1 2 282,-1-7-98,0-1 0,1-5 124,-1 0 1,-6 1 64,1 5-62,-8-5 0,9 13-104,-7-9-35,0 8-42,-6-3 0,0 8-258,0 5 385,0 4 0,-6 7-120,0 0 1,0 1-116,6-1 0,-1 0-21,-5 1 0,4-7-169,-4 1 1,4-7 30,2 7 7,8-8 0,1 9 50,9-7 0,-7 0-188,1-6 1,-1 0 222,7 0 0,-3-8-56,-3-3 1,3-5 208,-4-1 0,5 0-29,1-1 0,-1 1-70,-5 0 1,2-1 328,-7 1 538,0 0-435,2 0-269,-6 7 345,5 2-284,-7 16 1,-2 2 29,-3 7 1,3 0-137,-4 0 1,4-5 73,2-1-73,0 1 18,0 5-123,0 1-443,0-1 224,8-8 0,1-1 58,9-8 1,-1 0 133,0 0 1,0-2 69,1-4 0,-1 3 2,0-9 0,1 6 80,-1-5 353,0 7-281,1-11-36,-1 13 506,0-6-117,0 8-166,-7 8-249,-2 1-162,-8 9 1,0-7-99,0 1-533,0-9 542,0 5 1,0-6-224,0 4 216,0-4 1,0 4 38,0-12 0,5 2 133,1-8 1,2 7 8,-2-7 1,-2 2 109,7-1 1,-5-3-121,5 9 1,-5-7 239,6 6-186,-1-7 0,6 11 12,1-4 1,-7 4 221,1 2 0,-1 6 0,7 0 1,-7 7 6,1-1 0,-7-3-246,7 3 0,-6-2 96,5 1-337,-7 5-204,11-7 0,-11 7-529,8-5-161,-8-3-393,3-8 1481,-7 0 0,-7-16 0,-3-3 0</inkml:trace>
  <inkml:trace contextRef="#ctx0" brushRef="#br0" timeOffset="10705">9823 311 8401,'-9'0'2870,"1"0"-2858,8 0-150,0-7-81,0 5 352,0-6-133,0 8 0,31-8 0,7-1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8:44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519 1090 7378,'0'-10'-971,"0"1"2037,0 3-394,0 4-424,0-6 1,2 3 275,4-1-76,-4 0-27,5 6-133,-7 0-136,0 0-216,-7 0 0,3 0-25,-8 0 1,9 8 94,-3 3 1,-2-1 34,2 1 1,-5 3 28,5 9 0,-6-4-17,7 4 1,-3-2 18,2 2 1,4-2 18,-3 8 0,-3-6 44,2 6 0,0-6 17,6 6 1,0-8-202,0 2 87,0 4 0,0-8-144,0 4 150,0-3-35,0-3 0,6-6 34,0 1 0,7-8-17,-1 2 0,-3-5-53,3-1 0,-6 0 4,5 0-183,1 0 177,5 0 1,-5 0-432,-1 0 133,-7 0-53,4 0-160,-8 0-2727,0 0 3267,0-7 0,-8-10 0,-2-10 0</inkml:trace>
  <inkml:trace contextRef="#ctx0" brushRef="#br0" timeOffset="758">1038 1228 7926,'0'-11'32,"0"-1"481,0 8 1,0-3-192,0-1 1,-2 6 287,-4-4-68,4 4-182,-5 2-248,7 0 1,-6 2 85,0 4 1,0 4-85,6 7 0,0-4 49,0 5 0,0-5-32,0 10 0,0-2-155,0 2 1,0-3-50,0 3 0,0-2-13,0 2 1,0-4-34,0 4-60,0-4 0,0-1 102,0-1 1,2-7-62,4-5 1,-2 3 88,7-2 0,1-1-13,5-5 0,2-1 46,4-5 0,-3 2 12,3-8 0,-2 1 11,2-6 1,-4-1 4,4 1 1,-4-2 85,-1-4 1,-7 4-23,1-5-35,-8 5 0,3 2-46,-7 0 0,0 5 2,0 1 0,-7 7-115,-5-2 1,-3 4 66,-3 2 0,1 0 36,0 0 1,-6 0-21,0 0 0,0 6-10,5 0 1,1 1-35,0-1 0,5-4-3,1 4 1,5-4-105,-6-2 2,9 7 32,-5-5 85,8 6 39,8-8 0,3 0 2,12 0 0,-4-8 80,4-3 0,-3 1-47,-3-1 1,0 1 116,1-2 1,-3-3-67,-4 4 0,3-5 106,-8-1 0,1 0-153,-1-1 0,-4 1-6,4 0 0,-6-1-86,-6 1 0,2 6 52,-7-1 0,-1 8-126,-5-1 1,-2 3 70,-4 2 1,3 0-147,-3 0 1,-2 7 17,2 5 0,0 3-162,6 2 0,0 1-24,-1-1 1,7 2-61,-1 4 1,8-3 457,-1 3 0,41 11 0,12 3 0</inkml:trace>
  <inkml:trace contextRef="#ctx0" brushRef="#br0" timeOffset="1466">1730 1176 7928,'0'-11'-3,"0"-1"533,-8 8 313,6-3 19,-6-1-104,8 6-310,0-6-129,-7 8-187,5 0 46,-14 0 1,7 6-83,-9 0 1,7 7 88,-1-1 0,1 3-174,-6 3 1,-1-1-72,1 0 0,5 1 18,1-1 1,1 0-30,-1 0 1,-3 1 54,9-1 1,-1 0-174,6 1 0,0-1 111,0 0 0,2-5-97,4-1 1,3-7 107,8 2 1,1 2-93,-1-3 1,2 1 126,4-6 1,-4 0 6,5 0 0,-5-6 36,-2 1 1,0-3-11,1 2 0,-7 2 199,1-7-151,-1-1 26,-1-5-36,-2 0 0,-8 5 13,0 1 1,-2 7-46,-4-2 1,2 4-3,-8 2 0,1 0-10,-6 0 19,-1 0 1,1 0-86,0 0 4,-1 0 0,7 2-367,-1 4 289,9-4-47,-5 5 0,8-5 185,0 4 1,2-4-6,4 4 0,3-4 89,8-2 0,1 0-86,-1 0 1,0 0 2,1 0 0,-1-6 167,0 0 1,-5 0 230,-1 6-168,1 0 36,5 0 1,-5 2 14,-1 4 1,-7-2-52,2 7 1,-4-5 171,-2 6-279,0-1 0,0 6 138,0 1-92,0-1-255,0 0 82,0 1-364,0-1 72,0-7 1,0-1-333,0-3-232,0-4 98,0 5 209,0-7 0,0-1-52,0-5 1,5 2 610,1-8 0,15-30 0,-1-14 0</inkml:trace>
  <inkml:trace contextRef="#ctx0" brushRef="#br0" timeOffset="1902">2110 1159 7928,'0'-17'1644,"0"-1"-946,0 9-371,0 1 29,0 8 1,0 8 230,0 3 0,-6 5-190,1 1 1,-3 2-178,2 4 1,4-3-167,-4 3 0,5 2-15,1-2 1,-6 0-110,0-6 0,0 0 107,6 1 1,0-1-210,0 0 1,0-5 4,0-1-229,0-7 390,0 11-57,0-13-25,0 6 0,0-16 3,0-3 0,6-5-133,0-1 0,1-6 128,-1 0 0,-4-13-115,4 1 1,3-3 121,3 3 0,-2 0-27,1 1 0,1-1-13,5 1 0,0 7 3,1 4 1,-7 5-17,1 7 1,-1 3 91,6 8 0,1 0 130,-1 0 1,-2 8-94,-3 3 1,1 7 126,-7 5 0,0-4-75,-6 4 0,0-4 72,0-2 0,0 7 59,0-1 0,-8-6-71,-3-6 0,-5-1-249,-1 2 0,0 1-143,-1-7 1,-5 0-342,0-6 1,-5 0 75,4 0 0,-4 0-1059,5 0 1611,0 0 0,13-16 0,2-3 0</inkml:trace>
  <inkml:trace contextRef="#ctx0" brushRef="#br0" timeOffset="2243">2681 1021 7963,'-8'-18'0,"6"7"0,-4-1 0,4 7 988,2-7-225,0 8-363,0-3-99,0 7 1,2 7 112,4 5 0,-2 3-183,8 2 1,-7 3-1,7 3 0,-3 2 43,3 3 1,-2-1-38,-5-4 1,-3-1-98,4 6 1,-4-5 1,-2 6 1,0-8-120,0 2 1,0-1 5,0 1 1,-2-6-205,-4 0 0,2 1-51,-7-7 0,-1-1-291,-5 1 1,0-7-174,-1 2 0,1-2 269,0 1 0,0-3 421,-1 4 0,-22-4 0,-6-2 0</inkml:trace>
  <inkml:trace contextRef="#ctx0" brushRef="#br0" timeOffset="4252">0 1747 7870,'0'10'687,"0"-3"-276,0 1 165,0-6-220,0 6 0,2-8 46,4 0 53,-4 0-264,6 0-18,-1 0 1,-3 0 226,8 0-276,-1 0 0,7 0-154,-1 0 0,2 0 112,4 0 1,-2 0-137,8 0 1,-2 0 7,2 0 0,5 0 88,1 0 0,-6 0-125,5 0 1,-3 0 62,4 0 0,-1 0 32,1 0 0,-1 0-24,1 0 1,-6 0-9,0 0 1,-1 0 29,7 0 1,0 0-6,-1 0 0,1 0 98,-1 0 1,1 0-84,0 0 0,-7 0 20,1 0 0,0 0-9,6 0 1,-7 0 3,1 0 1,0 0-37,6 0 1,-6 0-2,-1 0 0,-5 0-12,6 0 1,-2 2-97,2 3 0,4-3 111,-5 4 0,5-4-14,2-2 1,-1 0 123,1 0 0,-1 2-25,1 4 0,0-5-26,-1 5 0,-5-4-27,0-2 0,0 0 20,5 0 0,-5 0-30,0 0 0,-2 0-27,2 0 0,3 0-43,-3 0 1,-2 0 69,2 0 0,0 2-68,5 4 1,-1-4 49,-4 4 0,5-5-10,1-1 0,-6 0 14,5 0 0,-3 0 3,4 0 1,-5 6 50,5 0 1,-10 0 6,10-6 1,-5 0-72,5 0 0,1 0 23,5 0 0,-5 0-52,5 0 0,-5 0 69,-1 0 1,-1 0-3,1 0 1,-1 0 3,1 0 0,0 0 2,-1 0 1,1 0-16,-1 0 1,-5 0 19,0 0 1,-2 0 0,2 0 0,3 0-9,-3 0 1,-2 0-50,2 0 0,-6 0 42,6 0 0,0 0-6,5 0 0,1 0-21,-1 0 0,-5 0 0,0 0 1,-2 0-14,2 0 0,1 0 0,-6 0 1,4-6-18,-5 0 1,6 0 30,-6 6 1,8 0-31,-2 0 1,-2 0 3,2 0 1,-6 0-5,5 0 1,-4 0 2,4 0 0,-7 0-2,3 0 0,-3 0 1,2 0 1,-4 0-4,4 0 0,-4 0-118,-2 0 1,1 0 114,-1 0 0,0-5 47,1-1 1,-1 0 3,0 6 0,6 0 13,0 0 0,0 0-41,-5 0 1,-1 0 3,0 0 1,1 0 60,-1 0-21,0 0 0,0 0 133,1 0-149,-1 0 1,0 0-39,1 0 1,-7 0 22,1 0 0,-1 0-6,7 0 1,-7 0 1,1 0 1,-1 0 1,6 0 1,1-2-21,-1-4 0,0 5-8,1-5 1,-1 4-113,0 2 126,0 0 0,1 0 0,-1 0-1,0 0-27,1 0 17,-1 0 0,0 0-6,1 0 1,-7 0-25,1 0-34,-1 0-2,6 0 79,1 0-2,-1-8 324,-7 6-212,-3-5 301,-7 7 1438,0 0-1341,0-8-219,0 6-143,0-6 1,0 6 52,0-3-3,0 3-60,0-14-3,0 7-32,0-9-196,0 1 0,0 0-92,0 0 1,0 5 93,0 0 1,0 1-15,0-6 1,0-1 37,0 1 1,0 6 47,0-1 1,0 0-17,0-5 1,0 0-2,0 0 0,0-3 21,0-3 0,0 4 4,0-4 0,0 4-7,0 2 1,0-1 2,0 1 0,0 0 15,0-1 1,0 7 44,0-1 0,0 1 5,0-6 1,0 5-1,0 0 32,0 1-65,0-6 1,0-1 2,0 1 0,0 6 257,0-1-236,0 0 0,0-5-6,0 0 0,0 5 28,0 1 1,0 5 51,0-5-52,0-1 19,0-5-49,0-1 0,0 1 9,0 0-45,0 7 0,0-5 40,0 3 1,0 3 2,0-3 0,0 6-29,0-5 0,0 5-6,0-5 0,0 5 3,0-6 0,2 7 1,4-7 1,-4 6 7,4-5 0,-4 5-5,-2-6 1,0 7-73,0-7-63,0 1 1,0-7 27,0 1 0,0 5 81,0 1 0,0-1-1,0-5 0,0 0-27,0 0 1,0 5-6,0 0 0,0 1 39,0-6 0,0-1 7,0 1 1,0 0 47,0 0 1,0-1-59,0 1 1,1 0 11,5-1 0,-4 1-31,4 0 1,-4-1 0,-2 1 0,0 0 43,0 0 1,6-1 1,-1 1 1,1 0-3,-6-1 1,0 1 6,0 0 4,8 0 0,-6-1-28,4 1 100,-5 0 1,5-1-152,0 1 0,0 0 17,-6-1 0,6 1-109,-1 0 0,1 5-97,-6 1-382,0 7 314,8-11 0,-6 11-165,3-8-309,-3 8 0,0-3-686,4 7-100,-4-8 196,6 6-373,-8-6 1755,0 8 0,0 47 0,0 10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8:55.8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848 1021 8722,'-9'0'938,"-1"0"-698,4 0 0,2 0-80,-7 0 0,5 0 10,-5 0 0,5 0-3,-6 0 0,1 0-17,-6 0 0,-3 0-80,-3 0 0,2 0 65,-8 0 0,6-6-110,-6 1 0,1-7 61,-7 6 0,0-7-145,1 1 0,-1-3 108,1-2 0,-7 0-125,1-1 0,0-1 142,5-4 0,6 2-24,0-8 0,8 2 20,-2-2 1,4-3-73,2 3 0,5-4-6,1-1 0,7-1 10,-2 0 0,4-5-100,2 0 0,2-3 83,4 3 0,-2 4-122,7-5 1,1 3 112,5-3 0,-2 11-23,-3-5 1,3 12 57,-3 0 1,3 4 46,2 1 254,-7 1-162,5 8 311,-13 1-377,6 8-46,-8 0 38,0 0-36,0 8 0,-6-5 12,0 9 0,-7-6-38,2 5 0,-5-1-94,-1 1 1,0 5 51,-1-5-63,1 5 0,0 1 75,-1 0 0,3-5-29,3-1 19,-3-7 50,5 11 1,-1-13 176,-1 4-312,9-4-23,-5-2 1,10-8 98,4-3 0,-3-5-86,9-1 1,-1-2 95,7-4 1,-7 4-18,1-4 1,-1 3 45,7 3 1,-7 2-2,1 3 0,-7-1 26,7 7-26,-8-7 1,5 11 55,-3-4 11,-4 4 0,8 4 134,-4 4 1,-5 3-202,5 9 1,-4-7 11,-2 1 0,6-1-292,0 6-90,7 1 0,-9-3-75,7-3 1,-5-3-113,6-3 1,-6-4-1261,5 4 1822,-7-4 0,-12-10 0,-11-2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00.5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97 136 7919,'0'-17'376,"0"0"0,0 5 150,0 1-57,0 7-88,0-4 168,0 8-148,0 0 0,0 8-213,0 3 0,0 11-101,0 1 1,0 7 62,0-1 0,-2-2-148,-4 2 0,4-2-11,-3 2 1,3 1 40,2-7 1,0 6-118,0-6 1,-6 2-35,0-2 1,0-9-222,6 3 1,0-3-238,0 3-190,0-8-24,0-1 483,0-8 1,0-2-82,0-4 0,0-3 1,0-8 1,0-3 125,0-3 0,-2 2 159,-3-8 0,3 1 164,-4-7 1,4 0-42,2 1 1,0-1 223,0 1 0,8-1-24,3 0 0,5 3 185,1 3 1,6 4-70,0 8 1,6 5-26,-6 1 0,8 7-114,-2-2 0,-4 10 10,-2 2 0,-4 7 89,-2-1 0,-5 3-159,-1 2 1,-7 1-182,2-1 0,-6 0 141,-6 0 0,-4 1 17,-7-1 0,-2-2-131,-4-3 1,2 1-4,-8-7 1,6 6-200,-6-7 0,2 1-59,-2-6 1,-1 0-242,6 0 0,1 0-444,6 0-417,0 0 516,0 0 864,7 0 0,56-15 0,21-4 0</inkml:trace>
  <inkml:trace contextRef="#ctx0" brushRef="#br0" timeOffset="393">598 136 7960,'-1'-11'-594,"-5"-1"1231,4 9 1,-6-7 127,8 4-437,0 4-63,0-5 1,0 8 119,0 5 1,0 4-217,0 7 1,0 2-1,0 4 1,0-1-47,0 6 1,0-1 88,0 2 0,0 2-234,0-8 0,0 6 33,0-6 0,-6 2 11,1-2 0,-1-4 26,6 4 0,0-9-208,0-3 0,0-5 41,0 5 43,8-7 0,1 4 67,8-8 1,1 0 14,-1 0 0,0-2-27,1-4 0,-1 2 15,0-7 1,1 5 0,-1-5 1,0 7-38,0-2 1,1 2-120,-1-2 0,-5 4-232,-1-3-548,-7 3-539,11 2 511,-13-8-216,6 6 1185,-8-6 0,-15-15 0,-5-5 0</inkml:trace>
  <inkml:trace contextRef="#ctx0" brushRef="#br0" timeOffset="867">1031 154 7962,'0'-10'596,"0"-5"969,0 13-729,0-14-613,0 15 0,-6-5 219,0 12 1,1 3-89,5 8 1,-6 3-139,0 3 1,-7-2-37,1 8 0,2-2-114,-1 1 0,7 3 44,-2-8 1,-1 2-181,1-2 0,-2-4-359,2 5 0,4-5 251,-3-2 0,3-5-899,2-1 394,-8-7 120,6 4 319,-6-8 1,14-10-127,0-7 0,6-3 78,-7-8 0,9-1 37,-3-6 0,5 1 307,1-1 0,0 2-71,1 5 1,-1-3 306,0 8 1,-5 0-42,-1 5 1,1 9 101,5 3 0,-5 4-114,-1 2 0,-5 8 148,5 3 0,-1 7 2,1 5 0,3-2 179,-8 8 0,5-2-157,-5 1 0,6 3-133,-7-8 1,7 6-214,-6-6 0,1 6-64,-1-6 0,-4 0-321,4-6-262,-4 1-92,5-1 0,-5-6-86,4 1-376,-4-8-45,-2 3-406,0-7 1034,0-7 0,-6-3 557,0-7 0,-7 0 0,-31-16 0,-14-5 0,-8-5 0,0 1 0</inkml:trace>
  <inkml:trace contextRef="#ctx0" brushRef="#br0" timeOffset="1016">892 344 7962,'-9'0'2131,"1"0"-1729,8 0 1,0 2 161,0 4 0,2-4-230,4 3 0,9-3-86,8-2 1,6 0-606,-6 0 0,6 0-120,-6 0 0,6 0-382,-6 0 0,2-6 189,-2 1 1,-4-1-1216,4 6 1885,-4 0 0,-1-23 0,-1-6 0</inkml:trace>
  <inkml:trace contextRef="#ctx0" brushRef="#br0" timeOffset="1267">1394 206 7962,'0'-10'2365,"0"-5"-1832,0 13 313,0-6-530,0 8 1,0 2 28,0 4 1,0 3-150,0 9 1,0 1-94,0 4 1,0-4 26,0 4 1,0 2-160,0-2 1,0 6 3,0-6 1,0 0 65,0-6 1,6 1-777,0-1 0,-1 0-10,-5 1 1,0-7-1303,0 1 858,0-9-45,0 5 935,0-8 0,0-8 299,0-3 0,8-74 0,-3 34 0,0-1 0</inkml:trace>
  <inkml:trace contextRef="#ctx0" brushRef="#br0" timeOffset="1817">1446 206 7962,'6'-12'1031,"-1"1"-414,1 7 3,-6-4-213,8 8 0,-4 0 72,7 0 0,-5 2 86,5 4 0,-1 3-273,2 9 1,1 5-52,-7 0 1,7 2-22,-1-2 0,3-4-14,2 4 0,-1-2-183,-5 2 0,5-4-285,-5 5 0,5-5-167,1-2 0,0-5 196,1-1 1,-7-5-206,1 5 35,-9-7 149,5 4-21,-8-8-7,0 0-83,0-8-283,0-1 506,0-9 76,-8 1 1,7 5-63,-5 1 84,4 7 0,2-5 119,0 3 0,-2 4-38,-4-4 296,4 4-167,-5 2 177,7 0 501,0 0-829,0-8-2,0 7 1,1-9 68,5 4 0,-4 2-3,4-7 1,2 5-26,-3-6-45,9 1 1,-10-6-47,7-1 1,-7 1 72,2 0 1,1-1-3,-1 1 1,0 0 10,-6 0 0,2 5 4,4 1 0,-4 5-254,3-6-383,-3 8 124,-2-3-218,0 7-501,0 0 771,0 7 0,-2-5 81,-3 4 1,3-2-202,-4 2 376,4-4 1,0 5 166,-4-7-313,4 0 312,-5 0-256,-1 0 55,6 0-303,-6 0 494,8 0 0,8-7 0,2-3 0</inkml:trace>
  <inkml:trace contextRef="#ctx0" brushRef="#br0" timeOffset="2175">2103 188 7988,'-6'-11'1511,"0"-1"-1081,1 8 1,5-5 25,0 3-82,-8 4 172,6-6-259,-6 8 0,6 8-87,-3 4 1,3 3-15,-4 2 1,4 6-56,2 0 0,-6 2 12,1-2 0,-1-3-123,6 3 1,0 2 107,0-2 0,0 2-117,0-2 1,0-4 17,0 4 1,2-4-153,4-1 0,3-7 84,8 1 0,-3-9-47,3 3 1,-3 2-181,9-2 1,-4-1-99,-2-5 0,0-1-66,1-5 0,5 2-42,0-8 0,0 7-187,-6-7 1,1 1-236,-1-7 361,0 1 0,0 0 143,1-1 0,-9 1 390,-3 0 0,-42-16 0,-12-3 0</inkml:trace>
  <inkml:trace contextRef="#ctx0" brushRef="#br0" timeOffset="2333">2120 327 7988,'-17'0'-101,"0"0"-51,-1 0 1,1 0 950,0 0 1,5-2 372,1-4-221,7 4-481,-4-6-285,8 8 0,10 0-65,7 0 0,2 0-145,10 0 1,-6-5-201,6-1 1,-8 0-522,2 6 1,-4 0-1290,-1 0 2035,-1 0 0,-15-15 0,-4-5 0</inkml:trace>
  <inkml:trace contextRef="#ctx0" brushRef="#br0" timeOffset="2500">1947 171 7988,'0'-10'1607,"2"-3"-1186,4 7 1,-2-1-150,7 1 1,1 4 9,5-4 1,8-2 141,4 3 0,6-7-320,5 6 0,-9-5-183,3 5 1,-9-2-1513,4 3 143,-8 3 1448,-3-6 0,-57 23 0,-19 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8:57.1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260 70 7963,'-2'-12'61,"-3"1"1,3 5 360,-4-5-1,-4 7 123,8-4-98,-13 0-66,5 6-39,-7-5-326,0 7 0,0 2 73,-1 3 1,7 5-101,-1 7 1,3 2 122,-3 5 1,-3-3-9,3 8 0,-1-6-79,1 5 0,-1 1 23,7 6 1,-6-3-118,7-3 1,-1 2 92,6-8 0,0 6 46,0-6 0,2-2-381,4-9 0,5 1-16,12-7 1,-2 0 118,8-6 1,-2 0 91,2 0 1,2-2 89,-8-4 1,6 2-75,-6-7 0,0-1 191,-6-5 1,0-1 8,1 1 1,-7 0 140,1 0 0,-7 1 91,7 5 133,-8-5-317,3 7-269,-7-1 542,0 2-334,0 24 1,0-5 136,0 12 1,0-2-180,0 3 1,0-5-108,0 4 1,0-4 68,0-2 0,8 1-142,4-1 1,-3-6 96,3 1 1,-1-8-161,7 2 0,-1-5 95,0-1 1,0 0 40,1 0 1,1-7 12,4-5 1,-4-3 22,4-2 0,-3-1 11,-3 1 1,-2-6 19,-3 0 1,-3-2 15,-3 2 1,-4-2-19,4-4 1,-6 4 4,-6 8 1,-4-1-3,-7 1 1,0 2-16,0 3 1,-3 5-13,-3 7 1,2 0 0,-8 0 1,8 2-1,-2 3 0,4 5 19,2 7 1,-1 0-3,1 1 0,5-1 2,1 0 0,5 1-1,-5-1-113,7 0-188,-4 1 225,8-1 11,0-8 92,8-1 0,-4-8-25,7 0 0,-5 0 3,5 0 0,-5-2 29,6-4 204,-8 5-333,3-7 22,1 0-369,-6 6 136,6-5-1513,-8 7 1595,0 0 0,7 0 0,3 0 0</inkml:trace>
  <inkml:trace contextRef="#ctx0" brushRef="#br0" timeOffset="458">883 225 7963,'2'-11'463,"4"-1"-126,-4 9 55,5-13-140,1 14 1,-6-3-45,4 10 0,-5-1 28,-1 8 0,0-1-13,0 6 0,0 7-69,0-1 0,0 2 29,0-2 0,-1-4-203,-5 4 0,4 2 50,-4-2 0,4 0-161,2-6 0,0 1-56,0-1 1,0-6-231,0 1 1,0-6-934,0 5 625,0-7-183,0 4 447,0-8 1,0-8 460,0-3 0,2-5 0,4-1 0,-4-62 0,5-15 0</inkml:trace>
  <inkml:trace contextRef="#ctx0" brushRef="#br0" timeOffset="833">917 260 7963,'-7'-10'222,"5"3"555,-6-1-420,1 6 0,5-6 43,-6 8 1,16 2-55,3 4 1,4 2-107,3 3 0,-1 5-99,0-5 0,1 5-110,-1 1 1,6 0 111,0 1 1,2-1-96,-2 0 1,-4-1-2,4-5 0,-3 4-250,-3-3 0,0-2-137,0 1 1,-5-7 38,0 2 255,-9-4-10,5-2 34,-8 0 0,0-8-68,0-4 1,0-5-92,0-6 0,0 2 128,0-8 1,0 0-5,0-5 0,-2 1-70,-4 4 1,4 4 138,-3 8 1,3 0 307,2-1-400,0 1 61,0 7 1,0 5 71,0 10 0,0 5 119,0 7 1,0 6-50,0 0 0,0 6 79,0-6 0,0 6-230,0-6 1,0 0-91,0-5 0,-2 5-634,-4 0 333,4 0 1,-6-6-292,8 0 0,0-5-162,0-1-81,0-7 953,0 4 0,31-54 0,8-12 0</inkml:trace>
  <inkml:trace contextRef="#ctx0" brushRef="#br0" timeOffset="1042">1454 191 8166,'0'-10'2070,"0"3"-1854,0 7 1,0-2 217,0-4-230,0 4 0,1-6-120,5 8 0,4 0-440,7 0 1,0-5-55,1-1 0,5 0-356,0 6 1,6 0 220,-6 0 1,2 0-190,-2 0 1,-4 0 733,4 0 0,-11-8 0,-5-1 0</inkml:trace>
  <inkml:trace contextRef="#ctx0" brushRef="#br0" timeOffset="1292">1661 122 7963,'-10'0'295,"3"0"0,5 0 125,-4 0-171,4 0 1,-5 2-29,7 3 1,-6-1 197,0 8 0,0-6-152,6 5 1,0 1-94,0 5 0,-6 6-19,1 0 1,-1 6 27,6-6 1,0 8-48,0-3 0,-6-3-142,0-1 0,1 0 107,5 0 0,0-1-111,0-6-389,0 0-17,0 0 57,0-7-253,0-2 15,0-8 1,0-2-13,0-4 0,2-4-325,3-7 0,-1 0 212,8 0 722,-8-1 0,34-53 0,0-13 0</inkml:trace>
  <inkml:trace contextRef="#ctx0" brushRef="#br0" timeOffset="1833">1886 191 12189,'0'17'553,"0"0"-339,0 1 0,0-1-122,0 0 1,0 1-57,0-1 1,0 0-166,0 1 1,0-1-62,0 0 1,0 0-298,0 1 1,-6-7-32,0 1-230,1-8 207,5 3 223,0-7 57,0 0 1,0-13 95,0-4 1,0-6 20,0-1 1,7-4 54,5-13 1,3 3 8,2-8 1,1 7 27,-1-1 1,6 9 128,0 2 0,2 8-102,-2-2 0,-4 12 187,4 5 0,-3 4 17,-3 2 1,0 8 5,1 3 1,-9 5 61,-3 1 0,-4 2-93,-2 4 0,-8-4-22,-3 4 1,-5-5-90,-1-7 0,0 5-91,-1-5 0,-5-1 32,0 1 0,-2-7-175,2 2 0,4-4 50,-4-2 1,6 2 106,5 3-188,-3-3 112,5 6 262,1-8 0,3 6 91,12 0 1,3 7 113,8-1 1,1-3-103,-1 3 0,2-3 53,4 3 1,-3 3-186,3-3 0,-4-3-39,-2 3 0,-2-6-96,-3 5 0,3-7-137,-3 2 0,-2 1-341,1-1 1,-5 0 36,5-6 1,-5 0-394,6 0 1,-7 0 259,7 0 1,-6 0 3,5 0 1,-5 0 581,6 0 0,-1-31 0,6-7 0</inkml:trace>
  <inkml:trace contextRef="#ctx0" brushRef="#br0" timeOffset="2166">2439 174 8002,'0'-18'616,"0"1"1,0 6 206,0-1 174,0 8-515,-7-11-267,5 13 0,-8-4 32,4 12 1,4-2-1,-3 7 0,-3 7-244,2 5 1,-2 5 32,3-5 0,3 6 129,-4-6 0,4 6-168,2-6 1,0 6-186,0-6 1,0 6 19,0-6 0,8 0-373,3-6 381,5 1 1,3-3-13,4-4 0,-4-3 179,4-8 0,-2-2-12,2-4 0,-3-3 11,3-8 1,2-3-1,-2-3 0,4 2 24,-10-8 1,2 2 21,-13-1 0,0-5 3,-6 4 0,0 2-125,0-2 1,-10 8-184,-7-2 1,-2 10-307,-10 1 1,2 8 24,-2-1 0,-4 5-206,5 5 1,3-1 262,1 8 1,7-1 476,6 7 0,3-1 0,31 23 0,6 6 0</inkml:trace>
  <inkml:trace contextRef="#ctx0" brushRef="#br0" timeOffset="2517">2941 139 8002,'9'-8'1828,"7"-1"-1132,-14-1-312,5 2-83,-7 8 1,0 2 119,0 4 1,0 4-134,0 7 1,-5 0 14,-1 1 0,-2 5-270,2 0 1,4 6-18,-3-6 1,1 2-6,-2-2 0,4-4 19,-4 4 0,4-4-156,2-2 0,0 1 136,0-1 0,2 0 6,4 1 1,4-7 39,7 1 0,0-9 155,1 3 1,7-4-21,3-2 1,-1 0-58,2 0 0,-2-2-85,2-4 0,-4 3-7,-8-9 1,0 6-233,1-5 183,-9 7-213,7-11-380,-14 13-50,5-6 1,-14 8-122,-5 0 1,-3 0-561,-3 0 0,-1 0 1331,-4 0 0,-58-15 0,31 5 0,-1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18.6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87 8319,'0'-10'-255,"0"2"788,0 8 1076,0 0-1883,7 0 1,-5-2-1,4-3-328,4 3 68,-1-6 0,9 8-770,-1 0 1304,0-8 0,70-9 0,-36 4 0,1-1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19.2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52 52 8211,'0'-10'-999,"-8"3"1,4 1 757,-7 0 549,7 0 1,-6 6-6,5 0 0,3-1-47,-4-5 181,4 4-72,2-6 49,0 8 1760,0 0-2155,8 0 0,-4 0-26,7 0 1,-5 0-88,5 0 1,-5 0 43,6 0 1,-6 0-101,5 0 0,-5 0-80,5 0 0,-5 0-89,6 0 120,-9 0 1,11 2-279,-8 4-507,7-4 568,-3 5 0,1-7-407,1 0 823,-8 0 0,19 16 0,-4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19.6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52 8211,'0'-9'-353,"0"1"775,0 8-197,0-8 119,0 6-336,0-5 123,0 7 0,0-2 100,0-4-15,0 4-236,0-6 92,0 8-48,7 0 0,3 0-83,7 0 1,-5 0 20,-1 0 1,1 0-116,5 0 108,0 0 0,1 0-314,-1 0 151,0 0 0,1 0-630,-1 0 330,0 0-32,0 0 540,-7 0 0,5 8 0,-5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19.9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35 8194,'10'0'-1158,"3"-1"1115,-7-5 727,0 4-425,1-6 1,-5 6 513,4-3-177,3 3-327,-7-6 1,14 8-34,-14 0-400,13 0 106,-5 0 1,1 0-192,1 0 0,-6 0 17,5 0 1,-5 0-147,5 0 1,-5 0 55,6 0 0,-7 0-492,7 0 814,-1 0 0,53 8 0,11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0.2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52 7392,'0'-9'164,"0"1"1,0 6 690,0-3-535,0 3 0,2-6 132,4 8 0,-2 0-259,7 0 0,-5-2-124,6-4 1,-6 4 36,5-3 1,-5 3-263,5 2 7,1 0 0,5 0 53,0 0 0,1 0-24,-1 0 0,0 0 28,1 0 1,-1 0-222,0 0 0,1 0-20,-1 0 0,2 0-133,4 0 0,-4 0 68,4 0 1,-3 0-379,-3 0 776,0 0 0,8 7 0,2 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0.4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7895,'18'0'-105,"-1"0"0,70 8 0,-36-3 1,1 0-1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0.6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 8752,'8'-10'161,"-6"3"-25,6 7 0,-8-2 105,0-4-239,7 4 1,-3-6 148,8 8-378,-8 0 218,11 0-217,-6 0-50,9 0 1,-1 0-26,0 0 1,1 0-101,-1 0 0,0 0 171,1 0 0,-1 0-287,0 0 517,0 0 0,62 8 0,15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0.8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 8178,'10'0'-260,"5"-8"0,-11 6 677,7-3 90,-7 3-239,4 2 1,-6 0 238,4 0-30,-4 0-572,5-8 0,-5 6 145,4-4-426,-4 4 1,7 2 14,-3 0 0,-2 0-163,8 0 1,-7 0 253,7 0 1,-6 0-107,5 0 0,1 0 376,5 0 0,39 16 0,9 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1.0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18 8178,'11'0'-68,"1"0"0,-8-2-89,1-4 302,5 4 358,0-5-299,7 7-35,0 0-261,1 0 67,-1 0-164,0 0 1,0 0 175,1 0 0,-7 0-256,1 0 87,-1 0 0,7 0-180,-1 0 0,0 0-361,1 0 723,-1 0 0,54 7 0,13 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1.9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7568,'10'0'272,"-3"0"0,-5 0-314,4 0 1,-2 0-197,7 0 1,-5 0 26,6 0 0,-7 0 211,7 0 0,46 0 0,17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2.0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 8157,'12'0'42,"-1"0"86,-7 0 1,10-2 305,-9-3-346,9 3 92,-5-6-337,9 0 1,-1 6-421,0-3 0,-5 3 186,-1 2 391,1 0 0,21 7 0,3 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2.2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52 8234,'2'-9'-73,"3"3"216,-3 4-317,6-6 143,0 6 1,-5-7 95,9 3 1,-6 4-115,5-4 0,-5 4 37,6 2 0,-1 0-132,6 0 0,1 0-36,-1 0 1,0 0 179,1 0 0,37 16 0,11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2.4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 7811,'2'-10'820,"4"4"-288,-4 4-641,6-5 1,-6 5 114,3-4-199,-3 4 81,14 2 1,-7 0-629,9 0 220,-1 0 0,6 0 72,0 0 448,0 0 0,40 8 0,12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2.6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 8095,'12'-2'135,"-1"-4"1161,-7 4-873,11-5 1,-11 1 156,8 0-754,-8 0 208,11 6 1,-11 0-675,7 0 0,-5 0 69,6 0 1,-7 0-172,7 0 0,-6 0 742,5 0 0,32 23 0,12 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2.8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69 8205,'10'-11'1324,"-5"-1"-882,5 8 0,-6-9-191,7 7 0,-5 0-165,6 6 1,-7-1-184,7-5 1,-6 4-133,5-4 1,-5 4-433,6 2 0,-7 0 402,7 0 1,-1 0-111,7 0 0,-1 0 369,0 0 0,31 23 0,8 6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3.0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70 7988,'17'0'-526,"-5"0"790,-1 0 0,-5-6 587,5 0 1,-1-1-400,2 1 1,3 4-192,-4-4 0,-1 3 147,2-3-235,-1 4 1,6-8-567,1 4 0,-7 5-9,1-5 0,-1 4-311,7 2 0,-1 0 315,0 0 1,0 0-349,1 0 0,-1 0 746,0 0 0,47 8 0,11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3.2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53 8220,'10'-8'121,"5"6"1,-5-7 304,7 3 1,-5 4-237,-1-4 1,-5 2 369,5-2-341,1 5 1,5-7 78,0 8-281,1 0 0,-1 0-202,0 0-648,1 0 521,-1 0 1,0 0-261,1 0 0,-7 0 61,1 0 0,-7 0-13,7 0 524,-1 0 0,45 8 0,9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3.4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87 8223,'2'-12'181,"3"1"0,-1 5 118,8-5 1,-8 5 499,1-6 1,-1 9-11,2-3-586,-4 4 1,7-4-81,-3 0-572,-4 1-327,14 5 1,-7 0 323,8 0 0,1 0-288,-1 0 0,0 1 263,1 5 0,1-4 477,4 4 0,73 11 0,-36-7 0,1-1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3.5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35 8248,'12'0'439,"-1"0"848,-7 0-879,11-8-255,-5 6 1,5-7-102,-3 3 1,-3 4-125,-3-4 0,-2 4-478,8 2 1,-1 0 274,6 0 275,1 0 0,37 16 0,11 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19:23.7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52 8240,'9'-2'2960,"-3"-3"-1819,-4 3-435,-2-6-177,8 0-506,-6 6 1,11-7-515,-7 3 136,7 4 1,-3-6-407,7 8 1,-5 0-1347,-1 0 2107,1 0 0,21 31 0,3 8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8:28.318"/>
    </inkml:context>
    <inkml:brush xml:id="br0">
      <inkml:brushProperty name="height" value="0.053" units="cm"/>
      <inkml:brushProperty name="color" value="#FF0000"/>
    </inkml:brush>
  </inkml:definitions>
  <inkml:trace contextRef="#ctx0" brushRef="#br0">15967 3511 7813,'8'-6'143,"0"3"1,-5-6 0,2-3 1143,-2 0-1139,-2 4 1,-1 3 0,0 10 0,0 4 0,0 4 688,0 1-790,0 0 1,0 1-1,0 0 1,0 3 0,0 2 265,0 2-248,0 2 0,0 3 0,0-2 0,0-1 0,0 3 348,0 4-354,0-1 1,0 4-1,0-9-128,0-1 0,0-1 27,0 6 1,0-7 0,0-3-345,0-3 58,0-2 175,0-6-9,0-8 0,0-10 1,0-7-31,0-2 1,0-8 0,0 0 0,0-6-517,0-3 601,0 4 1,0-7 0,0 5 123,0 3 0,0 1 0,0 1 1,0 3 531,0 2-434,0 3 1,0 7 160,0 0 0,-1 1 1,-4 4 431,-4 4-630,2 3 1,-5 4-1,4 3 18,0 4 0,0 2-3,3-1 1,4 2-1,-6-2 1,3 3-173,-1 1-53,0-6 1,5 4-389,0-2 289,0-4 351,0 0 1,2-6 54,2 0-52,-2 0 1,11 0 160,-4 0 0,-1 0-413,1 0-246,1 0-743,-2 0 0,3-1-866,-6-4 566,-1 4 1418,-4-6 0,7 1 0,2-4 0,29-15 0,8-5 0</inkml:trace>
  <inkml:trace contextRef="#ctx0" brushRef="#br0" timeOffset="1">15256 2531 7796,'0'-15'557,"0"6"1,0-1 1525,0-1-1798,0 5 0,0 1 1,0 10-1,0 4 0,0 4 1,0 3 409,0 3 1,-2-2-637,-2 7 1,2-2 0,-4 2 0,1-4 0,0-1 0,2 0 155,2-1-683,1-3 0,-5 0 0,0-1 0,2 0-1043,1 0 1226,2-6 0,-1-2 254,-4-6 1,4-6-81,-4-3 1,3-10 0,2-7-1,0-5 394,0-7-124,0-3 1,5-2-1,1 2 1,2 3-1,3 5 594,2 3-533,1 8 1,-4 1-1,-1 9 46,2 2 0,6 4-162,2 6 1,-1 6 0,-7 4 0,-3 2 117,-2 3-187,-1 5 0,-5-4 1,-2 4-1,-3-1 1,-4 0 313,-4-1-508,-1-2 1,-5-7-1,0-1-981,2-2 0,1 1 444,2-3 0,0-2 193,-1 3 315,1-4 1,8-1 0,4 2-2,5 2 612,9-2 0,-5 6 0,8-3-48,-1 4 1,-2-1 135,-2 2 1,3-1-293,-4 5-310,4 0 1,-4-6-1,1-1 1,1-3-493,1 1 470,3 0 1,-1-7 0,2-2-201,3-6 1,-4-3 0,6-1 0,-2 0-167,0 0 412,0 0 1,-5-1-1,0 1 373,0 0 0,-4 1 886,-1 4-185,-5-4-850,2 12 0,-8-4 1,-2 10-1,-4 4 484,0 4-616,-5 1 0,10 2 1,-5 1 71,2 2 0,1 0-236,5-5 0,0 5 0,0 0 0,2-3-93,2-5 0,-1 2 0,7-5 1,3-1-150,4-2 348,-1-3 1,4-4 0,-4-3 42,3-4 0,-3-4 0,1-2 1,-4-4 118,-4-5 77,-5 3 1,7-4 0,-7 5 0,-2-1 0,-4 0 285,-2 4-535,-7 1 0,3 7 0,-7 1-176,1 2 0,0 1 46,0 5 0,0 6 0,-1 4 1,3 2 8,2 3 0,-1-1 1,5-2-1,-1-1-223,1-1 204,1-1 1,5 1-1,2-2-238,3-2 1,3-1 419,6-5 0,5 0 0,1 0 0,1 0 162,-1 0 0,4-6 0,-5-2 0,0-2 139,2 1 1,-6 1-169,4-2 572,-3 4 1,-2 1 0,1 0 1011,-1 2-1521,0 8 0,-6 3 1,-3 6-1,-4 0 0,-1 1 81,0-1-342,0 0 0,0 0-314,0 0 1,2-1 0,1-2 0,3-3-405,2-2 488,2-1 0,4-5 0,0-1-235,0-4 0,1 2 437,-1-7 0,0-4 0,0-5 0,0 2 330,1 1 0,-6 6 0,-1 1 411,-2-2-385,5 4-166,-9 1 1,6 8-1,-5 2 1,2 6 781,-2 3-691,-2 1 0,-1 0 0,0 0-72,0 0 1,2 1-207,3-1 0,-2-5 0,6 1-703,3 1 635,0-5 1,2 1 0,2-7 0,2 0 0,0-2-469,0-3 502,-2-3 1,-2-11 0,0-1 21,0-2 0,-1-2 60,-4-4 0,2-2 1,-6-2-1,-2-1-81,-1 1 227,-2 2 0,-2 3 0,-1 2 0,-3 5 710,-2 4-628,5-2 0,-5 17-71,3-4 1,4 10-82,-4 4 0,2 10 1,0 5-1,-2 1 385,2-1 0,1 3 0,2-4 1,0 4 518,0 2-875,0-1 0,5-4 0,1-2 0,2 0 0,2-1-702,-3-1 546,6-1 0,-5-5 0,6 1-58,0-1 1,2-6-12,3-4 1,-3-2-1,3-2 1,-2-2-11,2-2 0,-3-9 1,3-8-1,-2-1 120,2-3 58,-3 5 0,3-7 1,-8 3-21,-1-3 0,-7 5 280,2 3 0,-4 3-215,-1 2 1,-1 6-1,-4 5-22,-5 6-150,-2 5 0,-3 11 0,1 0 162,0-2 0,5-1-55,-1-2 0,7 1 0,-2-1 0,4 0-74,1 0 1,0 0-1,1-1-19,4-3 104,-4-4 1,14-6-1,-3 0-33,6 0 1,2-5 35,-1 0 0,-3-4 0,5 3 1,-2-1 28,-1 1 1,1-3 0,-4 4 0,-1 2-5,0 1 24,-6 2 1,5 0-1,-4 2 134,4 2 0,-4 0-20,1 5 1,-6-1-1,4 3 1,0-3 531,0-2-821,-5 5 1,5-8-827,-3 7 554,-4-7 1,11 2-820,-8-10 0,3 2 245,-3-7 0,-2 1 973,3-5 0,-54-38 0,17 21 0,1 0 0</inkml:trace>
  <inkml:trace contextRef="#ctx0" brushRef="#br0" timeOffset="2">16322 2559 7894,'-7'0'947,"-6"0"0,13-5-727,0 0 1,8-4-282,11 4 0,4-4 0,11 2 0,4 1-158,3 0-1825,1-5 2044,1 9 0,-5-6 0,4-3 0,3 3 0,1 0 0</inkml:trace>
  <inkml:trace contextRef="#ctx0" brushRef="#br0" timeOffset="3">16905 2516 7910,'7'15'778,"-6"-6"254,4 0-91,-3 1 0,-1-1 0,2 1 1039,2 1-1718,0 2 0,-5 1 1,0 0 163,0 0-729,0-6 354,0 5 0,0-10 378,0 6-571,0-5 0,5-9-349,-1-9 0,7-5 238,-1 0 0,4-2 1,3-4-1,4 3-421,1 1-122,-5 2 1,10 2-1,-5 1 1,2 5 795,0 3 0,-45 10 0,-6 6 0</inkml:trace>
  <inkml:trace contextRef="#ctx0" brushRef="#br0" timeOffset="4">14261 7904 8036,'8'0'979,"-2"0"-105,-6 0-535,0 0-1609,0-6-130,0 4 1400,0-4 0,-25 6 0,-7 0 0</inkml:trace>
  <inkml:trace contextRef="#ctx0" brushRef="#br0" timeOffset="5">6512 10193 7726,'8'0'-673,"-2"0"0,-1-1 775,0-4-132,0 3 0,-4-4 0,2 4 452,2-2-310,0 2 3,-5-4-101,0 6 3505,0 0-3448,-7 0 111,6 0-385,-5 0 346,6 0 268,0 0-59,6 0-241,-5 0 1,7 0-5,-3 0 1,3 0-1,6 0 1,0 0 54,1 0-115,-1 0 1,0 0-1,2 0-65,3 0 0,-2 0 1,5 0-1,-1 0 30,-4 0-53,5 0 0,-1 0 0,3 0 11,-5 0 0,1 0 0,1 0 1,-1 0-32,1 0-41,4 0 1,-9 0 0,4 0 97,1 0 0,-4 0 0,5 0 1,0 0-25,1 0 21,-6 0 0,5 0 0,-5 0 11,2 0 1,5 0 0,-5 0-1,0 0 92,2 0-93,-6 0 0,6 0 1,-5 0 5,3 0 1,-4 0 0,4 0-1,-3 0-5,-2 0-1,1 0 0,-1 0 13,0 0 0,0 0 1,1 0-1,-1 0 17,0 0-14,0 0 1,0 0-1,1 0-10,-1 0 1,2 0-1,1 0 1,2 0 158,-2 0-107,-1 0 0,3 0 0,2 0-21,1 0 1,-5 4 0,2 1-1,-2-2-53,2-1 26,-3-2 0,5 0 1,-7 0-4,0 0 1,0 0 0,1 0-1,-1 0 11,0 0-7,0 0 0,-3 0 0,2 0 44,3 0 0,1 0 1,-3 0 97,1 0-41,-1 0 1,0 0-41,0 0 0,0 0 71,1 0-16,-7 0 173,-2 0-131,-6 0-556,0 0-1094,-6 0 1,2 0 1477,-5 0 0,-38 6 0,-15 2 0</inkml:trace>
  <inkml:trace contextRef="#ctx0" brushRef="#br0" timeOffset="6">6669 12212 6737,'-8'0'1451,"0"0"-490,3 0-552,3 0 0,-10 0 738,2 0-434,4 0 10,0 0-424,-1 0-335,6 0 76,-6 0 178,7 0 1,2 0-116,3 0 1,-2 0 0,6 0 0,2 0 185,2 0-183,1 0 0,1 0 1,0 0 20,4 0 0,-1 0 1,5-2-1,3-1 68,1-2-198,1 1 0,0 4 0,1 0 47,-1 0 0,5-2 0,2-1 0,0-2 25,0 2-9,-2 1 1,-5 2-1,1 0 58,-1 0 1,1-4-71,-1-1 0,0 0 0,1 5 1,-1 0 24,1 0-29,6 0 1,-5-4 0,3-1 0,-3 2 0,-2 1 187,1 2-273,5 0 0,-8 0 0,2 0 73,-1 0 0,0 0 0,1 0 0,1 0 54,-1 0-128,-6 0 0,3 0 0,-6 0 27,-1 0 1,2 0-1,-1 0 1,-1 0-58,-2 0 84,-2 0 0,5 0 0,0 0 14,-2 0 0,4 0 0,-2 0 1,-2 0 73,-1 0-87,4 0 1,-4 0-1,3 0 19,-3 0 0,0 0 0,1 0 0,2 0 101,-2 0-127,-1 0 1,-2 0-21,1 0 1,-1-2 21,0-2 20,-6 2 130,-2-4-95,-6 6-2231,0 0 1249,-6 0-1246,-2 0 1,-3 1 2164,-3 4 0,-43 15 0,-17 6 0,17-6 0,0 1 0,0 0 0</inkml:trace>
  <inkml:trace contextRef="#ctx0" brushRef="#br0" timeOffset="7">6612 13761 8872,'8'0'892,"-1"0"1,-3-1 327,0-4-1065,7 4 0,-7-6 0,5 7 0,2 0 0,2 0 0,3 0 432,3 0 0,-2 0-423,7 0 1,1 0-1,6 0 1,4 0 155,2 0 0,2 5-163,8 0 1,-2-1-1,2-2 1,-3 1-89,-1 2-10,6 0 0,-5-5 0,4 0 0,-4 0 0,-2 0 43,1 0-85,0 0 1,4 0 0,2 0 20,2 0 0,-6 0 0,3 0 0,-4-2-55,-1-3 49,-7 4 0,-1-6 0,-8 6 9,-4-4 1,3 4 0,-7-6-70,-2 1 188,-1 4 151,-8-4-178,4 0-166,-10 4-322,4-4 26,-6 6-1954,-6 0-1956,4 0 2067,-4 0 1496,0 6 676,-2 2 0,-33 20 0,-15 9 0,-2 2 0,0-1 0</inkml:trace>
  <inkml:trace contextRef="#ctx0" brushRef="#br0" timeOffset="8">7408 14430 8238,'8'-8'338,"-2"-5"0,-6 4 1638,0-4-1220,0 5 1,0 0-781,0 3 0,0 5-2567,0 0 1542,6 7 1049,-4 1 0,11 42 0,-5 6 0</inkml:trace>
  <inkml:trace contextRef="#ctx0" brushRef="#br0" timeOffset="9">7465 14941 13332,'-8'-6'1862,"2"5"-3410,6-6 876,0 7 1,0 2 0,0 3 671,0 4 0,12 35 0,4 10 0</inkml:trace>
  <inkml:trace contextRef="#ctx0" brushRef="#br0" timeOffset="10">7522 15453 9363,'8'0'4822,"-2"0"-4328,-6 0-1033,0 0 1,6-6-1,2-2 1</inkml:trace>
  <inkml:trace contextRef="#ctx0" brushRef="#br0" timeOffset="11">6711 16150 7503,'-1'-10'74,"-3"1"380,0-2 319,-1 5 0,3-2 442,-2 3 1,1 3-90,-7-2-396,7 2 1,-5 2 327,3 0-523,4 0 313,-12 0-465,11 0-274,-4 0-766,6 0-2060,0 0 2806,0 6 132,0-4-213,0 4 129,0-6 0,2 0 348,2 0 1,4 0-283,7 0 1,0 0 0,4 0-1,5 0 627,3 0-730,1 0 0,5 0 0,2 0 1,2 0-1,2 0 227,2 0-297,2 0 1,-1 0-1,1 0 78,0 0 1,4 0 0,-1 0 0,-3 0 149,-4 0-276,-1-6 1,6 4 0,2-2 38,1 2 1,-4 2 0,-7 0 0,-1 0-133,-3 0 128,4 0 0,-7 0 0,1 0-95,-5 0 1,-1-5 0,2 1 0,0 0 8,-3 3 70,-5 1 0,2 0 0,-5 0-17,-1 0 64,6 0 0,-4 0 0,3 0 0,-3 0-24,-2 0-14,0 0 1,0 0-1,1 0 1,-1 0-1,2 0 51,3 0-42,-4 0 1,6 0-1,-7 0 11,0 0 0,1-5 0,-1 0 312,0 2-191,0-5 0,-4 7 0,-2-6 178,-2 1-199,5 4 1,-9-10 118,2 2-848,-2 4 1,-2-2 0,-2 5-2286,-2-2 2109,2 0 1,-11 5 0,4 0-366,-4 0 0,-7 2 1140,-4 3 0,-28 6 0,-11 5 0,-7 3 0,1 0 0</inkml:trace>
  <inkml:trace contextRef="#ctx0" brushRef="#br0" timeOffset="12">3384 10989 7759,'14'0'837,"1"0"1,-1 0 765,0 0-1450,7 0 1,-4-4 0,7-3 0,1-1 0,2-3-318,1-1-120,-6 4 0,4-5 0,-7 5 284,-2 0 0,-20-17 0,-7 1 0</inkml:trace>
  <inkml:trace contextRef="#ctx0" brushRef="#br0" timeOffset="13">6057 9994 7653,'-6'-14'357,"4"4"0,-2 1 0,0-1 0,0 3 2393,-6 2-2467,4 3 0,-2 4 0,5 3 0,-4 6 1,1 6-1,-2 7 0,2 3 0,0 1 0,2 0 2051,3 1-2280,1-1 0,0-4 0,0-2 0,0-1-251,0-4 200,0-1 1,1-10-190,4-6 96,-3-12 1,9-6 0,-5-7-211,2-5 1,-3 1 0,3-5-1,0 0-731,-1 1 582,-3 0 0,2 6 0,-6 4-706,0 4 0,5 11 1155,-1 8 0,-13 58 0,-15 35 0,8-27 0,1-1 0,-1 0 0</inkml:trace>
  <inkml:trace contextRef="#ctx0" brushRef="#br0" timeOffset="14">5943 12127 7697,'0'-15'437,"7"7"0,-6-4 0,4 2 0,-2-1 952,2 2-1356,-3 3 1,4 7-34,-6 4 0,-5 30 0,-3 14 0,0 5 0,0 1 0</inkml:trace>
  <inkml:trace contextRef="#ctx0" brushRef="#br0" timeOffset="15">6015 12624 8146,'0'-8'1511,"-2"0"-42,-3 4-1469,4-4 0,-18 25 0,3 8 0</inkml:trace>
  <inkml:trace contextRef="#ctx0" brushRef="#br0" timeOffset="16">5389 16292 7794,'-10'0'759,"1"0"0,-2-2 1991,-2-2-2420,-1 2 0,5-9 0,1 5 0,0-1 0,1 0 0,1-1 283,3-3 1,1 3-544,2-2 1,2 2-1,3-3-27,4 2 0,9 1 0,1-2 0,-2 4 119,-1 0-150,-2 4 1,0-4 0,-1 7 60,-4 4 1,4-2 69,-4 7 1,2-1-1,-1 6 1,-5-1 114,-4 0 0,1 5 0,1 1 1,2 1-105,-2-1-128,-2-1 1,-1-4 0,-1-1-265,-4 0 1,4-4-83,-4-1 1,3-4-129,2 4 311,0-12 0,0 2 0,0-14 0,2 0 0,3-4-523,4-5 636,4 3 1,3-4 0,1 6-62,2 2 1,0 1 358,-5 2 1,0 6-1,0 3 640,1 4-717,-1 1 1,-6 3-1,-3 5 1,-2 7 0,0 4 876,2 2-567,-1 4 1,-4-8 0,0 6-200,0-3 0,0-1 0,2-5-863,3 1 265,3-1 0,6-6 1,0-5-371,0-6 1,2-5 0,1-6-1,2-1-2004,-1 1 2196,4-6 0,-6 4 0,3-3-1479,-4 3-821,6 2 2768,-5 0 0,-2-1 0,-8 1 0</inkml:trace>
  <inkml:trace contextRef="#ctx0" brushRef="#br0" timeOffset="17">20062 9667 7547,'-8'0'1357,"1"0"-1103,7 0 1,0-1 379,0-4-263,0 3 0,-1-4 236,-4 6-371,4 0-527,-6 0 229,7 0 1,2 0 0,3 0 56,4 0 62,4 0 1,2 0 0,4 0-3,5 0 0,3 0 0,1-2 0,1-1 76,-1-2-54,1 1 0,4 4 0,0 0-12,-1 0 0,-2 0-11,-2 0 0,1 0 0,-1 0 0,0 0 114,1 0-172,-1 0 1,2 0-1,0 0 1,0 0-1,-3 0-8,0 0 21,0 0 0,1 0 0,1 1-18,-1 4 1,-4-3 1,0 2 0,-1-2 1,6-2-1,-1 0 66,1 0-57,-7 0 0,5 0 0,-2 0 0,5 0 0,3-2 15,-1-2-28,-2 2 1,3-4-1,0 6 10,-1 0 1,2 0-1,-2 0 1,-4 0 157,-2 0-151,-3 0 1,4 0 0,-2 0 78,-1 0 0,-6 0 0,1 0 0,-4 0 143,0 0-174,-1 0-35,0 0 1,-5 0-318,1 0-639,-7 0-262,3 0 1,-17 0 1198,-3 0 0,-54 19 0,29-7 0,1-1 0</inkml:trace>
  <inkml:trace contextRef="#ctx0" brushRef="#br0" timeOffset="18">20005 11387 7712,'0'-8'2797,"0"2"-2513,0 0-2,0 4 0,1-4 1,6 6-28,7 0 1,2 0 0,7 0 0,3 0 0,1 0-194,7 0 0,-2 0 0,6 0 1,1 0-1,2 0 45,2 0-82,0 0 0,-1 0 1,1 1-1,0 3 1,-2 0 67,-3 0-53,3-3 1,-10-1-1,7 0 54,2 0 1,-4 5-33,2 0 1,-5-1-1,3-4 1,1 0 151,-1 0-184,-4 0 1,2 0 0,-4 0 0,1 0-1,0 0-38,1 0 51,-12 0 1,12 0-1,-12 0-59,2 0 1,-4 5-1,1 0 1,-3-2 2,-2-1 43,0-2 0,0 0 46,0 0-101,1 0-155,-7 0 0,-2 0-482,-6 0-998,0 0 782,-6 0 0,-2 0-326,-7 0 0,1 1 1204,0 4 0,-36 9 0,-15 5 0,-6 4 0,1 0 0</inkml:trace>
  <inkml:trace contextRef="#ctx0" brushRef="#br0" timeOffset="19">20047 13278 7781,'-7'0'2772,"0"0"-2707,7-6 208,0 4 1,-1-4-271,-4 6 159,3 0 100,-4 0 38,6 0 73,0 0-262,6 0 1,2 0-1,6 0 1,1 0-45,-1 0 1,2 0-1,1 0 1,4 0-232,1 0 190,1 0 0,6 0 0,-1 0 1,2 1-1,2 3-84,1 0 84,0 1 1,2-5-1,3 0 101,3 0 0,3 0 0,2 0 0,3 0 437,2 0-494,-6 0 0,4 0 1,-6 0 54,0 0 0,-1 0 1,-2 0-1,-5 0 237,-7 0-401,-9 0 1,1 0 0,-5 0-118,-1 0 1,0 0 3,0 0 230,-6 0 31,5 0 0,-12-1 25,4-4-556,-3 3 0,-4-4-241,-3 6 0,2 0-254,-6 0 917,-1 0 0,-28 8 0,-22 7 0,-1 0 0,-4 1 0,-1-1 0,1 1 0</inkml:trace>
  <inkml:trace contextRef="#ctx0" brushRef="#br0" timeOffset="20">20673 14387 7840,'0'-8'463,"5"-5"0,0 4 0,-2-4 1411,-2-1-1846,-1 6 0,0-1 1,0 9-2848,0 6 2819,0 5 0,-15 23 0,-8 10 0,0 2 0,-1 1 0</inkml:trace>
  <inkml:trace contextRef="#ctx0" brushRef="#br0" timeOffset="21">20687 15069 7840,'8'0'784,"3"-1"2038,-6-4-2176,0 4 1,-5-7-1,0 3 291,0-5-3359,0 4 825,0 0 560,0 6 0,0 1 1,-2 4 1036,-3 5 0,-15 53 0,5-25 0,0 1 0</inkml:trace>
  <inkml:trace contextRef="#ctx0" brushRef="#br0" timeOffset="22">20602 16036 6561,'-71'-14'0</inkml:trace>
  <inkml:trace contextRef="#ctx0" brushRef="#br0" timeOffset="23">19976 16392 7840,'-14'-15'245,"5"6"0,-1 1 0,1 0 1299,1 0 348,-5 5 430,12-3-2120,-6 6 0,9 0 0,3-2 1,4-1 41,4-2 1,3 0 0,2 5 0,6 0 331,3 0-479,8 0 1,3-4 0,9-1 0,5 2 0,4 1 160,0 2-361,8 0 1,0 0-1,7 0 14,1 0 1,-3 0 0,1 0 0,-3 0-147,1 0 105,5 0 1,-14 0 0,2 0 169,-2 0 1,-6 0-1,-5 0 1,-10 0 124,-7 0-68,-9 0 0,-1 0 47,-7 0 123,-6 0 1,-3 0 820,-10 0-909,3 0 1,-10 0-240,2 0-960,4 0-1790,0-6 459,6 4 1921,0-4 1,0 12 429,0 4 0,-7 28 0,-1 8 0</inkml:trace>
  <inkml:trace contextRef="#ctx0" brushRef="#br0" timeOffset="24">21583 16591 7840,'0'-8'115,"0"0"1398,0 3-259,0 3-543,0-4 0,0 5 905,0-4-981,0 3-479,0-4-123,0 6 403,0 0-179,0 6 1,0 2-206,0 6 1,0-4 0,0-1-1,0 2 154,0 2-269,0 1 1,0 0-1,0 1 1,0-1-404,0 0 253,0 0 323,0 1 160,0-1-546,0-6 202,0-8 1,6-13 0,5-8 0,5 1 0,3-2-380,-2 0 355,-1 4 0,0-4 0,1 6 40,2 2-6,0-3 0,-4 15 0,-1-3-10,0 4 347,-6 7 0,3 7 0,-6 7 0,-2 3 0,-2 0 1216,-1-1-1283,0-1 0,0-2 0,0 0-177,0-2 1,0-1-1,2-2-913,3 0 474,3-6 0,6-1 1,2-7-455,3 0 0,1 0 0,5-2 1,1-1 863,4-2 0,-4-21 0,1-9 0,7-1 0,-1 0 0</inkml:trace>
  <inkml:trace contextRef="#ctx0" brushRef="#br0" timeOffset="25">21796 9937 7736,'0'-14'741,"0"0"1,0 0 796,0-1-1335,0 8 1,0 2-1,0 11 1,0 7-1,0 6 1,0 3-1,0 3 483,0 2 0,-1 1-575,-4 1 1,3-2 0,-2-4 0,2-4-123,2-3 0,0-2 0,0 1-406,0-1 417,0-6 1,2-4 0,1-8 0,1-6 396,0-2-362,-3-9 1,4 4 0,0-7 91,-2-1 0,0-2 1,0-2-1,2 3 5,-2 2-128,-1-3 0,-2 11-1063,0-3 0,4 11-1364,1 8 975,0 13 1,-5 9 1447,0 6 0,-8 15 0,-3 6 0,-1 5 0,0 0 0</inkml:trace>
  <inkml:trace contextRef="#ctx0" brushRef="#br0" timeOffset="26">21569 11686 7645,'0'-14'122,"0"-1"0,0 1 1,0 0-1,0 0 1,0 0-1,0-1 332,0 1 0,1 5 0,4-1 1,5 1-1,2 1 318,2 3-676,7 10 1,-5-2-1,3 6 1,-4 3 0,0 2-1,-1 3 1,-1 2 230,-4-2-302,-3-1 1,-6 0 0,0 1 0,0 2 0,-1-1 89,-4-2-87,-3-2 1,-6 0 0,0 0 0,-1-1 0,1-2 102,0-2-265,6-5 1,2 3 204,6-2 1,1-3 0,4 2 0,6-2 207,7-2-216,10 0 0,4-2 1,4-1-301,-1-1 0,-4-6 1,-7 5-1,-5 2-2674,-3 2 2463,-2 1 0,-6 1 448,-3 4 0,-67 34 0,23-12 0,-1 0 0</inkml:trace>
  <inkml:trace contextRef="#ctx0" brushRef="#br0" timeOffset="27">21355 13278 7703,'7'-14'464,"-6"6"1,7-3-1,-5 5 1,4-2 78,1-3 1,1 0 0,5 1 0,1 5-184,-1 4-286,0 1 0,-1 1 0,-2 3 0,-2 2 0,1 2 40,-2 3 1,-1-3-5,-2 1 0,-3 1 0,3 4 111,-4 0 1,-7 0-117,-4 1 1,-2-1 0,-1 0 0,2 0-128,1 0-47,1 1 0,1-1 1,3 0-1,4 0 1,1 1-320,0-1 359,6 0 1,4 0 0,7 0 238,2 1 1,5-6-173,-5 1 1,0-6-1,-5 4 1,0-1 157,0-4 166,-6-2 1,-3-1 0,-10 0 1295,-4 0-1712,-10 0 1,-3 0 0,-5 0-568,3 0 1,-3 0-379,3 0 1,4 0 0,1 0-2728,3 0 2847,8 0 879,2 7 0,12 13 0,2 10 0</inkml:trace>
  <inkml:trace contextRef="#ctx0" brushRef="#br0" timeOffset="28">23673 11515 7954,'0'-14'207,"-5"5"631,1-1-408,-1 1 1,5-1 0,-2 2 0,-1 0 574,-2 0-1004,1 5 1,4-1-139,0 8 179,0-2 0,4 11 0,1-4 258,-2 4-197,-1-5 1,-2 4 201,0-2 1,0-2-1,0 1 118,0 2-294,0 2 1,0-4-142,0 1 1,0-6-148,0 6 208,0-1 461,0-1-612,0-1-83,6-7 0,-4-7 1,4-2 38,0-4 1,-3-1 0,5 0-1,0 0-219,0-1 344,-5 1 1,8 0 0,-4 1-100,1 4 1,-4-2-1,6 6 122,1 2-28,2 1 0,-4 4 1,-1 3 299,-2 4 0,4 4 1,-6 1-1,1 0 799,1 0-903,-4 1 0,4-1 1,-6 0 13,0 0 0,0 0-1071,0 1-12,0-1-799,0-6 228,0-2-542,0-6 2012,0 0 0,-19-13 0,-4-2 0</inkml:trace>
  <inkml:trace contextRef="#ctx0" brushRef="#br0" timeOffset="29">23957 11402 7803,'0'-8'551,"0"-5"0,-1 5 1,-2-1-1,-4 1 2069,-1 1-2616,-1 3 0,-1 4 0,1 0 0,-2 1 0,-2 2 0,-3 4 0,1 2 12,0 7 1,-5 0-93,10 8 1,-5-6 0,7 6 0,-2 1 0,2 2 0,2 2-391,3-1 404,1-6 0,2 4 1,2-7 79,3-2 1,3-1 10,6-2 1,6-6-1,4-3 1,3-4 32,1-1-55,1 0 1,-1-6 0,-1-5 0,-2-5 0,-3-5 52,-1-1 21,4-1 1,-15-6 0,-1 1-113,-6-1 0,-3 1 1,-3 1-1,-6 2-44,-10 1-73,-7 7 0,-7 2 1,-2 11 92,-1 2 0,3 2 45,-5 0 1,6 6 0,-1 4 0,5 3-29,4 1 62,4 6 1,7-4 0,4 3 0,4-3-1,3-2-43,2 0 0,0 1 0,7-8 0,4 0-46,6-1 0,5-4 0,7 2 1,-1-4-331,0-4 367,1 2 1,-1-9-1,1 5 41,-1-2 1,1 3 0,-3-3 0,-2 2-72,-5 3 208,3 1 0,-6 2 0,3 0 17,-3 0 0,-7 2 0,-1 2 0,-2 6 406,-2 3-306,3 1 1,-5 0 0,3 0 115,-4 0-345,-1 7 1,0-5 0,0 3 39,0-4-271,0-7 0,2-1 1,3-7-1,3-2-274,0-3 373,4-3 0,-4-6 1,6 0 7,0 0 0,1 0 95,-1-1 0,-5 3 1,1 1-1,1 3 298,2 1-287,-6-4 0,6 10 13,-3-4 161,2 10 1,-4 3-1,-3 6 261,-4 0-278,6 0 0,-4 1 1,6-1-216,2 0-25,2 0 1,1-6 0,1-3 0,-1-4 0,0-1-430,0 0 486,0 0 0,-4-1 0,-1-4-47,2-4 0,-3-1-28,2-4 0,-7 1 0,3-9 0,-1 0-73,0 0 41,-1-2 0,-4-4 0,0-1 0,0 1 1,0 0-436,0-1 628,-6 7 0,3-2 1,-5 9-62,2 2 52,1 8 0,-1 2 1,-2 11 428,0 6-144,-5 10 0,12-7 0,-4 7 0,3 1 1,2 4 2659,0 4-2720,0-3 1,0 5 0,0-7 137,0 0 1,5 1-345,0-1 0,1-1 0,-1-2 0,3-3 305,0-1-991,4-2 0,-10-5 0,4-1-2211,1-4 2405,0-2 0,3-7-583,-1 0 0,-4-8 0,3-6 1,-2-9-1527,-2-3 2020,-3-3 1,-1-1 0,0-1 490,0-3 0,-6 6 0,-5 6 0,-5 1 0,-3 4 38,0 7 1,5-1-1,0 7 441,-1 0 1,6 3 1695,-1 1-1797,14 0 0,-3 5 0,15 1-11,3 2 0,8-3 0,6 2 0,-1 0-89,-2-4-415,-2-1 0,0 2 0,1 1-323,-1-2 1,-6-1 0,-3-2-310,-3 0 536,-8 0 1,-2-2 164,-6-3 243,0 4 508,0-5 0,0 12-154,0 3 0,0 4 0,0 1 0,0 0 1538,0 1-1730,0 5 0,0-2 0,0 4 55,0-2 1,0 4 0,2-5-1,1 0 135,2 1-439,0 2 1,-5 1-1,0-3-106,0 1 0,0-6 0,0 4 0,0-1-74,0 1-187,0-10 0,0 10 0,-2-9-1721,-3 2 987,4-4 1332,-12-2 0,12-7-261,-4-4 1,-2-8-113,3-5 1,-1-12 0,5 0-1,0-5-509,0-5 421,0-7 1,5-4 0,1-4-1,2 1 1,3 4-477,2 1 527,7 1 1,-2 14 0,4 5-27,-2 9 1,5 10 0,-2 7 0,-1 6 271,-3 7-78,-4 2 0,-2 9 0,-2 3 71,-1 2 1,-7-2 0,0-2-1,-6 0 41,-7 0 40,-2-4 0,-4 2 0,-2-5-88,0-1 0,-6-2-136,5-2 0,-2 1 1,4-6-659,-2-2-491,0-2-128,5-1 766,6 0 412,2 0 1,18-4-1,6-3 357,2 0-201,7 3 1,-10-8 0,6 2 58,-3-2 1,5-1-57,-1 3 0,-2-2 0,0 2 1,-1-2 184,-4-2-196,-1-1 0,-3 6 1,-2 1 22,-2 2 14,-6 1 0,4 11 1,-7 4 166,0 2 0,0 7 1,-2 0-1,-1 0 509,-2 2-620,0-6 1,5 6 0,0-7-167,0 0 1,2 1 0,3-1-340,4 0 309,4-6 1,1-2 0,0-6-82,1 0 0,0 0 0,3-1 0,1-4-615,-2-4 590,5-10 1,-6 1 0,3-4 90,-3 2 1,-2-4 0,-1 5-1,-2 2 26,-2 1-104,-6 8 0,4 0 168,-7 3 1,0 5 0,0 0 0,0 8 167,0 5 47,0 1 1,-2 2-1,-1 1 41,-2 2 1,0-5-1,5-4 1,0 1 257,0 1-420,0-4 1,2 3-74,3-6 0,3 0 1,6-5-1,0 0-70,0 0-16,0-6 0,1-2 0,-1-7-295,0 1 1,0-2-1,1-1 1,-1-2-478,0 2 633,-6-5 0,3 0 0,-5-5 74,2 3 1,-5 3 0,2 7-79,-3 0 323,-2 0 0,-2 6 0,-3 3-51,-4 4 1,1 7 0,-2 3 0,1 4 222,1 1 288,-5 7 0,7-4 1,-3 5-78,4-1 0,-1 2 1,1-4-1,2 0-241,1 2-342,2-5 0,0 4 0,0-6-625,0 1 0,2-3 173,2-2 1,0 1-1,3-5 1,1 0-368,0 1 488,-5-2 1,5-5-1,-5-2 1,2-3-862,-2-4 273,-1-10 0,-8-3 1,-2-5 977,0 3 0,-3-1 0,4 6 0,1 2 286,0 1 5,1 8 1,3-3 0,-1 4 316,-1 0 0,0 3 0,9 0 0,6 2 2126,7 2-2543,-3 0 1,11 0-1,-6 0-553,2 0 0,-3 0 1,3 0-1,-1 2-2387,-4 2 2749,-1-2 0,5 11 0,1-5 0</inkml:trace>
  <inkml:trace contextRef="#ctx0" brushRef="#br0" timeOffset="30">26659 11601 7902,'-7'-15'2355,"6"7"337,-6-4-2367,7 17 1,2-4-1,1 15 1,2 1 0,0 4-1,-1-1 1,1 3 0,-2-3-1,-1 2 382,-2 0 1,0-3 0,0 3 0,0-1-511,0-4-240,0 5 0,-2-6 1,-1 3-1,-2-3 0,1-2-210,-3 0-351,6-6 0,-7 3 69,3-6 310,4 0 1,-10-7 0,6-3-1,2-6-219,1-6 0,2-5 0,0-8 0,0-3-614,0-5 808,0-3 1,2-7 0,2 3 199,6 3 1,2 6-1,1 9 1,-2 2-87,-1 1 140,-1 13 1,5-1-1,1 13 267,-1 4 0,0 3 0,-1 6 0,-4 2 483,-4 3-559,-4-3 0,-1 4 0,-1-6 292,-4 1 0,-3-1-409,-6 0 1,0-1 0,0-2-1,-1-2 114,1 2-258,0-4 1,0 0 0,-1-3 0,1 0 0,0 1-719,0 1 551,0-4 1,6 6-227,3-3 1,3-2 353,2 6 1,2-6 0,3 2 0,4-3-185,4-2 206,7 6 1,2-4 0,7 2 0,-2-2 0,-2-4-283,-1-2 347,-1 2 1,6-11 0,-1 4 27,1-4 0,-6 4-17,1-1 1,-6 1 0,0-5 0,-2-1 242,-2 1-112,-6 0 1,0 0 0,-5 0 333,2-1-483,0 7 1,-7 2 43,-2 6 1,-4 2 173,-7 2 0,6 3 0,0 4 0,-1-2 872,2 2-764,2 2 0,1-3 0,0-1 0,2 2 579,2 2-832,7 1 0,2-5 1,8-1 79,3-1 0,3 2-228,6-4 1,1 0 0,-1-5-1,2 0-137,3 0 103,-3 0 1,3-2 0,-7-3 0,-4-4-1,-2-4 244,-2-1-117,-2-7 1,-9 6 0,-2-6 0,-3 2-1,-4 0-199,-3 2 143,-2 1 0,-9 3 1,-2 4 94,-1 4 0,-6 4-74,1 1 1,2 0-1,0 1 1,2 2 10,2 2 1,2 4 0,2-2-35,0 1-284,6 1 1,2 1 277,6-1 1,6-6 36,4 2 0,9 1 0,4-1 1,4-2-96,2-1 85,-1-2 1,0 0-1,1 0 1,-2 0 0,-2 1 31,-1 4 61,-7-3 1,4 9 0,-7-5-1,0 0 1,-1 2 871,-4 0-684,4 2 1,-12 4 76,4 0-200,-3 0 1,4 1 111,3-1-375,4-6 1,1-2 0,1-6 0,-1 0-513,0 0 504,0-6 0,0 3 0,1-7 26,-1-1 0,-5 0 1,1 0-1,-1 1 100,-1-1 289,5-1 1,-10 2-97,6 1 0,-4-1 59,5-4 345,-7 6 48,3 2-733,-6 6-1322,0 0 956,-6 0 145,4 0 277,-4 0 1,8 0-413,2 0 424,-2-7 0,10 0 0,-4-8 30,0 1 0,5-5 109,-4 0 1,2 0-1,1 5 1,-5 0 420,0 0-317,4 6 1,-8-3 0,5 8 1409,-2 4-1284,-1 5 0,-5 9 0,0 0 180,0 4 1,0-1-1,0 4 1,0-2-376,0-2-99,0 4 1,0-6-22,0 3 0,0-4-1469,0 0 0,0-6-621,0 1 1711,0-7 0,-2 3 1,-1-7-1,-2-4-865,2-5 1049,2-2 0,1-3 19,0 1 1,0 0 142,0 0 1,0 4-214,0 1 863,6 6 1,-3-4 0,7 7 576,1 0-1041,1 7 0,3-6 0,-1 6-201,0-1 1,5-3-82,0 7 1,1-6 0,-2 4 0,2-1-678,2-4 627,-4-2 0,7 4 1,-6 0-1,-2-2 0,-1-2-725,-2-1 863,-6 0-79,5 0 0,-7 2 197,4 3 0,-4-2 1,-4 5-1,1 0 472,2 0 1,1-4-1,-3 6 745,2 1-897,0-5 1,-1 7 329,1-4-646,0-2-724,-5 5 463,0-10 1,-2 4-1,-3-6 1,-4 0-668,-4 0 518,-1 0 0,-2 0 1,-1 0-1,-2 0 1,2-1-839,1-4 725,2 3 0,-1-10 1,1 4-851,0 0 701,0-5 1,1 5 587,4-6 0,-17-44 0,3-12 0</inkml:trace>
  <inkml:trace contextRef="#ctx0" brushRef="#br0" timeOffset="31">3441 8644 6585,'-8'0'1625,"3"0"-616,10 0-821,-3 0 1,10 0-1,-2 0 1,4 0 0,4 0-1,0 0 1,0 0-1,-2 0 1,-1 0 116,4 0 0,-3 0 1,5-2-1,-2-1 79,0-2-354,6 0 0,2 4 0,6-2 1,-1-2-1,-1 2 269,2 1-221,-3 2 1,5 0 0,-6 0-18,-1 0 0,-6 0 1,-3 0-1,-3 0 199,-2 0 160,-6 0 12,-2 0 0,-7 0 45,-4 0-468,-3 0 294,0 0-486,-4 0 405,10 0-488,-11 0 65,12 0 262,-6 0 0,7 6 81,0 4 0,0-2 0,0 1 0,0 2 335,0 2-220,0 1 0,0 2 0,0 3 113,0 5 1,0-2-1,2 1 1,1 3 615,2 1-938,0 1 1,-5 0 0,0 1 94,0-1 0,0-6 1,0-1-1,0-2-220,0 0 27,0 0-1626,0-5-385,0 0 720,0-6-454,0-1 0,0-9-830,0-3 1445,0 4 1180,0-12 0,-19-20 0,-5-13 0</inkml:trace>
  <inkml:trace contextRef="#ctx0" brushRef="#br0" timeOffset="32">3569 8686 8003,'0'-8'563,"0"-4"428,0 2-535,0 4 1,-1 0 0,-3 7 0,0 4 0,-1 4 89,-1 4 0,4 1 1,-3 0-1,4 2 299,1 3-647,0-3 0,-2 9 0,-1-4 0,-2-1 0,2 2 495,1 1-538,2 0 0,-1 1 0,-2 0 13,-2 1 0,0 0-103,5-1 0,0 1 1,-1-4-1,-3-1 162,0 1-253,-1-2 1,5-5 0,0 0 0,0 0-1,0 1-403,0-1 351,0-6 0,5 0 0,1-5 1,2 2-1,3-2-56,2-2 223,1-1 0,6 0 0,4 0 87,3 0 0,8-4 1,3-3-1,3 1-52,1 0-4,1-6 0,0 9 1,-2-5 104,-3 2 0,0 0-158,-10 1 0,2 3-174,-11-2 126,-6 2-65,-7 2 1,-17 0 28,-3 0-1219,3 0 1,-2 0 0,3 2-848,-2 2 0,-2-2 2083,-1 3 0,-11 3 0,-4 0 0</inkml:trace>
  <inkml:trace contextRef="#ctx0" brushRef="#br0" timeOffset="33">4380 8871 7433,'0'-8'24,"0"0"1,0 4 3031,0-6-2374,0 4 1,-2-1 736,-3 7-1130,4 7 1,-6-4 0,7 6 83,0 2 1,0-3 0,0 2 371,0 1-523,0-5 0,2 7-4,3-4 0,-4-1-153,4 2 1,1-6 0,1 6 32,0 1 1,1 2 0,3 1-1,-1 0 271,1 0-309,2-6 0,1 5 0,0-4 28,0 4 1,0 3-65,1 3 1,0-7 0,3 4 0,2-2-92,3-3 41,-6 0 0,10 4 0,-5-1 0,2 0 0,-2-1-16,-2-4 54,5 4 1,-2-5-1,5 4 26,0-2 0,1 1-13,-1-6 1,-4 6 0,0-3 0,-1 1 82,0 0-84,3-5 0,-10 7 0,3-7 0,-1 1 0,-1 0 189,2 0-183,0-1 0,0 1 0,1 0 24,2-2 1,-4 0-78,1 2 1,1-3 0,1 4 0,-1-1 172,1-1-149,-2 1 0,-5 0 0,0 0 0,2-1-49,3 3 69,-3 0 0,4 1 0,-5-1-22,-1-1 1,5-4 0,0 4-1,-2-1 20,-1-1-24,-2 1 0,5-3 0,0 1 14,-2 2 0,1 1 1,-1-3-1,2 2-7,-1-2-21,-3-1 1,0 2-66,-1 1 0,0 0 1,0-5-1,-1 1-25,-4 4 99,4-3 1,-5 4-1,6-6-12,0 0 1,0 0 11,1 0 0,-1 0 0,0 0 0,0 0 58,1 0-71,-1 0 1,0 0-1,0 2 1,0 1-36,1 1-2,-1 1 0,0-5 0,0 0 32,1 0 0,-1 0 21,0 0 0,0 2 0,0 1 11,1 2 17,-1-1 1,-5-4 0,1 0 0,1 0 327,2 0-302,-6 0 0,6 0 146,-3 0-171,2 0 0,-2 0 47,-1 0-14,-6 0 1,5 0 129,-3 0 33,-4 0 140,6 0-201,-7 0 1,-2 0-756,-3 0 473,4 0 1,-10-6 0,5-2 0,-1-1-317,1-1 172,1 7 0,0-10-412,1 4 572,-7-4 0,4-1-159,-2 0 345,3 6 0,1 0-365,0 3 361,0 4 119,5-6-36,0 7 0,0 2 0,0 3 674,0 4-567,0 4 0,5-4 0,0 1 0,-2 1 956,-1 2-869,-2 1 1,0 0-407,0 0-82,0 0 0,-2 1 0,-3-3 0,-4-1-137,-4-1-822,-1-1 1,0 1 0,-1-2 0,1 0 1096,0-1 0,-23-9 0,-10-5 0,-3 2 0,-1 1 0</inkml:trace>
  <inkml:trace contextRef="#ctx0" brushRef="#br0" timeOffset="34">157 6994 7800,'-6'-7'-337,"-2"-6"1,-2 10-1,2-7 1681,2-1-175,1 5 300,5-7 27,0 12-363,0-6-842,0 7 226,0 0 0,5 7-502,0 2-79,-1-2 0,-2 0-341,3-2 1,3-3-1,6 4-390,0 0 626,-6-4 1,5 4 0,-4-6 0,4 0-314,1 0 418,0-6 0,-1 3 1,-2-5 521,-2 2 0,-6-5-270,2 1 0,2-4 0,-3-4 491,-1-1-431,5 1 1,-6 3-1,3 1 595,-4 0-530,-1 6 98,0 2-238,0 6 1,0 6-1,0 3 354,0 4-506,0 1 0,0 1 0,0-1 0,0 0-811,0 0 560,0 0 1,0-4 129,0-1-302,7 1 1,0 2-358,8-2 851,-7-4 1,4-6 0,-4-1 0,2-2 338,-1-2-315,-6-6 0,8 3-55,-6-6 1,4-1 19,-4 1 1,5 0 0,-4 0 151,2 0-198,-5 6 0,5-5 0,-5 4 25,2-4-58,0 5-307,-5 2 298,0 6 51,6 0 18,-4 0 0,4 6 0,-6 3 810,0 4-593,0-5 0,0 5 404,0-4-737,0 4 1,1 1-182,4 0 75,-3 0 1,4-4-182,-6-1 345,0 1 344,0-2-325,0-2-132,0-6 0,0-2 273,0-2-865,0-4 0,2-2 246,2 1 1,4 1 189,6-2 0,-4 3 0,-1 3 270,3 0 248,0-1 0,-2 5 1,-1 0 83,2 0-119,2 0 1,-4 2 0,-1 2 802,-2 6-900,6-4 0,-11 2-462,4-3 0,-4-2-745,-1 6 545,0-5 0,2 2 15,3-6 506,3 0 0,1 0-93,1 0 0,-1 0 255,5 0 0,1-6 0,-1-4 47,0-3 1,0-1 0,-1 0 117,-4 0-233,4 0 0,-11 4 1,2 1 166,-2-2 58,-2 4-141,6-5-211,-4 10 1,2-3 0,-7 10-1,-1 4 771,0 4-430,3 1 1,-1 1 0,-1-1-1,-2 0 1,2 2 1028,2 3-1128,1-3 1,0 6 0,0-5-36,0 2 0,0 0-209,0-5 0,0 5 0,0 0 0,0-2-179,0-1 1,0-2-1,0 1-273,0-1-296,0-6 530,0 4 425,0-10 0,0 3 1,-2-10-603,-3-5 275,4-2 1,-10-9-1,4-4 0,1-7 1,0-5-1243,3-5 1167,1 0 0,2 1 1,0 1-216,0 2 0,6 12 418,4-3 1,2 10 0,3 2-1,0 4-134,4 4 325,4 5 1,-1 0-1,-2 8 1,-1 6-1,0 3 409,-2 1-422,-7 0 0,1 0 1,-6 0-53,-2 1 0,-2-6-65,-1 1 0,-1-1 0,-4 5 0,-4-1-97,-4-4-6,-1 4 0,0-7 0,-1 5 0,0-3 0,-3-1-961,-1-4 749,0-2 1,5 4-418,0 0 564,6 0 0,3-5 157,10 0 0,4-2 0,10-3 0,5-4 392,3-4-317,1-1 1,-1 0 0,-1 1-22,-3 4 1,-1-9-45,2 4 1,-3-3-1,-7 2 1,-2 1 5,-2 0 1,1 0-96,-6 0 193,-1 6 0,-4 3-53,0 10 1,0-2 62,0 6 1,-4 2-1,-1 7 1,2 1 462,1-2-407,-4-1 1,4-2-1,-2 0 1,2 1-231,2-1-16,6 0 1,-3-1-96,7-4 0,-1 2-21,6-6 1,-1 0 0,0-5 0,0-2-79,1-3 1,-1-3 0,-2-6 0,-1 0 313,-1 0-25,-7 0 1,8-1 0,-6 1 222,-2 0 1,0 1 31,2 4 0,-4-4 139,4 4-483,-3 2 0,-2 3 1,0 8-1,0 6 786,0 2-484,6 3 1,-4-1 0,4-1-20,0-4 0,-2 4 1,5-4-371,2 4-187,-5-5 0,7-2 227,-4-6 1,4 0 19,1 0 0,-4-2 0,-1-2 0,1-6-700,-2-2 625,4-3 0,-9 0 0,5-4 1,-1-4-1,-4 0-304,-2-1 429,-1 0 0,0-2 0,0 2 188,0 5 1,0 3-67,0 2 350,0 6-334,0 8 1,-4 13 0,-1 7 0,2 2 0,1 4 140,2 0-136,0 3 1,0-6 0,0 1 12,0 1 1,0-4-1,2-2 1,1-3 1751,2-2-709,-1 0 1,-4 0-1841,0 1 1,2-7 62,3-4-297,-4-2 1,6-4-680,-7-2 0,-2-4 1,-3-8-1,-4-3 1588,-4-5 0,-20-41 0,14 27 0,0 1 0</inkml:trace>
  <inkml:trace contextRef="#ctx0" brushRef="#br0" timeOffset="35">1337 6753 7800,'6'8'-1009,"2"-2"3324,6-6-1891,1 0 0,0 0 0,3 0 298,1 0 1,1 0-415,-1 0 1,-1 0-1,5-2 1,1-1 156,-2-1-1977,-1-1 0,-2 5 1512,0 0 0,-1-13 0,-3-3 0</inkml:trace>
  <inkml:trace contextRef="#ctx0" brushRef="#br0" timeOffset="36">1849 6810 7927,'0'-15'0,"1"3"0,2 1 0,2 1 0,-2-1 1139,-1 5 0,-2-2 0,0 6 2569,0 2-3401,0 10 1,0 6 0,2 4 0,1 1 0,1 1 656,0 0-692,3 5 0,-5-7 1,3 4-90,-4-5 0,-1 2-233,0-2 1,0-1 0,0-3 0,0-1-720,0 0 418,0-6 0,0 0 0,0-6-693,0-2 847,-6 3 1,0-21 0,-5 2-132,1-4 0,5-1-73,-4-7 1,6 1 0,-2-9-1,4-1-910,1 1 1230,0 5 1,6-3-1,5 9 1,5 3 0,3 3-71,-2 6 397,5 5 1,-6 8 0,3 2-197,-3 3 1,-4 3 108,-2 6 1,1 0 0,-6 0 0,-2 1 1101,-2-1-1127,-1 6 1,-6-9 0,-2 4 0,-1-3-1,-1 1-422,-1 1 184,-2-6 0,-1 3 1,0-6-173,0-2 0,4-1 1,2-1-52,2 4 187,1-4 1,5 4 0,2-8-1,4-3-463,9-2 545,5-2 1,8-5 0,2-3 72,4-1 1,-4-5-1,3 4 1,-3-1 21,-2 1-79,-6 1 0,-1 5 0,-7 1-59,0 4 286,-6-4 1,-3 13-86,-10 0 21,-3 6 0,-1 13 0,-1 0 1,1-1-1,1-3 1007,3 0-783,4-1 0,1 0 1,0 0 84,0 0 0,0 1-230,0-1 0,4 0 0,3-1 0,-1-2 725,0-2-806,6-6 1,-9 8-299,6-6 155,-6 0 95,4-5 0,-7-2-195,0-2 0,0-4 1,0-6-1,0-1-421,0 1 306,0 0 0,0 0 0,1-1 0,2 1 0,4 0-211,1 0 234,-5 0 0,8-1 1,-5 1-1,2 2 1,1 0-153,-1 3 242,5 6 0,-5-4 233,6 7 1,-4-4-569,-1-1 19,-6 0-217,4 5-430,-7 7 0,1-4-190,4 6 1,-4-4 1278,4 4 0,-3-5 0,10 2 0,4-6 0</inkml:trace>
  <inkml:trace contextRef="#ctx0" brushRef="#br0" timeOffset="37">2432 6710 7938,'14'0'608,"-6"0"0,-2-1 1,-4-3 1015,2 0-1115,-2-7 0,4 3 0,-6-6 0,-1 1 1755,-4 3-1808,3 4 1,-5 1-33,2 1-419,-3-1 1,-6 6 0,1 4-1,4 5 1,4 2-121,-3 9 1,6-5 0,-2 4 0,2-1 0,2 0-144,0-2 23,6 6 1,-1-8-1,8 4-697,3-3 1,2-6 736,1-1 1,-1-6 0,5 2 0,3-5-400,1-5 717,-5-3 0,-2-7 0,-5-4 0,-1-5 0,-2-3 332,-2-1-372,-4-1 0,-6 2 0,0 2 4,0 1 1,-6 7-131,-4-2 1,-7 5 0,-4 4 0,1 6 49,-1 2 1,-4 4 0,3 2-1,0 6 40,3 2-40,3 9 1,3-4 0,2 5 161,2-1 0,6-2-247,-2-5 1,5 0-1,5 1 1,4-1-950,4 0 805,7-6 1,1-2 0,4-6 0,1 0 0,2 0-790,4 0 875,-6-6 1,1-2 0,-3-6 65,3 0 0,1-1 0,-1 1 0,-2 0 213,-1 0-236,-7 0 0,6 1 0,-6 3 1247,2 6 0,0-3-164,-5 3-645,0-1 1,-6 6 832,-3 4-487,-3-3-192,-2 10-197,0-10 1,-7 4 0,-2-6-587,-4 0-57,-1 0 1,0 0-1,-1 0 154,1 0 0,0 0 18,0 0 1,4 0 0,1 0-1,-2 2-469,-2 3 641,-1-4 0,4 10 1,3-4-1,0 0 0,4 5 433,1 0-357,2 2 0,0 1 1,2-1-30,3 0 0,3 0 24,6 0 1,0-4-1,2-2 1,1-2-75,2-3-31,7-1 0,-6-2 0,5 0 0,-1-2 0,1-2-253,2-6 170,2-3 1,-6-2 0,-1-4 62,-1-5 0,-1 2 30,-1-2 1,-8 5 0,2-3 0,-5 2 158,-5 2-151,-1 9 1,-4-2-1,-3 6 1,-4 2 50,-4 1 23,-1 9 0,-5 0 0,0 8 1,2-1-1,1 0 358,2 0-308,0 1 1,4-1 0,2 0 0,2 0 0,3 0-65,1 1-129,2-1 0,2-5 0,2 1-148,6 1 0,3-5 147,1-1 1,2-2 0,3 0 0,3 2-160,0-2 0,5-6 0,-5-3 0,1-2-169,1-3 457,0-2 1,4-3-1,1-1 1,-2-2-1,-2 2 694,-1 1-687,-7 8 1,3-3-1,-5 4 147,-1 0 0,0 3 0,0 0 1,-1 4 404,-4 4-385,4-2 1,-11 11-52,2-4 0,-2 4 0,-2 1 208,0 0-226,0-6 0,-2 3-270,-2-6 1,-4 4 0,-6-4 0,-1-2-1421,1-1 1287,0-2 1,-2 0 0,-1 0-118,-2 0 0,5 0 1,4 0-1,-1 0-645,-2 0 915,5 0 1,1 0 51,2 0 211,3 0 239,-4 0 1,8 0-1,2 0-192,6 0 1,4 0-1,3 0 1,4-2 16,1-3-192,2 4 1,-1-12-1,1 4-135,1-4 1,2 4-1,2-1 1,-2-1-63,-4-1 193,4-3 1,-10 6-1,6 1-43,-3 2 1,-1 1 5,-5 5 1,5 0 0,0 1 174,-1 4 64,-9 3 0,-3 2 0,-6-1 0,0 2 963,0 2-1110,0 1 0,-1-6 0,-4-2-204,-4 0 0,-1-4-212,-4 3 0,3-2 0,-8 0-333,3 2 313,2 0 0,0-5-336,-1 0 247,1 0 446,6 0 85,8 0 0,13-5 0,6 0 0,-2 2 190,-1 1-341,5-4 0,-4 3 0,7-7 36,1-1 0,-3 3 0,0-1 0,0-2-19,0-2 25,-4 5 1,1-4-1,-8 4 120,-2 0 1,-1 0-21,2 3 0,-2 4 70,-4-4-68,-2 3 1,6 2 0,-3 0 0,4 0 391,4 0-433,-5 0 1,4 2 0,-2 1 135,2 2-250,2 0 0,1-5 0,-1 0-183,0 0 142,0 0 0,-4 0 1,-1 0-48,2 0 110,2-7 0,-4 6 0,-1-6 35,-1 1 1,-1 5 0,-3-6 460,2 1 89,0 4-173,-5-4 1,0 4-171,0-2-119,0 2 1,1-4-115,4 6 1,1-2-1,5-1 1,-1-2 42,1 2-11,2 2 1,1 1 0,0 0-88,0 0 0,0 0 0,1 0 0,-1 0-148,0 0-105,0 0 272,1 0 0,-1 0 126,0 0-5,-6 0 612,-2 0-99,-6 0-112,0 0-301,-6 0-514,4 0 0,-6 0 180,4 0 0,2 6 0,-4 2 196,-1 0 1,6 4 1,-5-4 306,6 6 1,-2 1-48,-3-1 0,4 0 1,-4 0-1,3 1 780,2-1-859,0 0 0,0 5 1,0 0-1,0-2 0,-1-1 17,-4-2-182,3-6 1,-9 5-1,5-4 1,-2 2-1,-3 0-395,-2-1 290,-7-7 0,4 3 0,-3-6-158,3 0 0,7-1 180,-1-4 1,7-3-1,-2-6 1,4-2-461,1-3 1,8-3-1,4-5 1,7 2-1784,3 1 1724,2 0 0,-2 2 0,-3 3-325,-3 4 0,3 0 89,0 1 0,-6 0 812,-9 0 0,-21-13 0,-7-3 0</inkml:trace>
  <inkml:trace contextRef="#ctx0" brushRef="#br0" timeOffset="38">4124 6284 7940,'-15'-15'621,"3"-4"1,1 1 3838,1 0-3892,7-4 1,-8 11-569,6-3 0,-18 3 0,-1-4 0</inkml:trace>
  <inkml:trace contextRef="#ctx0" brushRef="#br0" timeOffset="39">598 3184 7767,'7'0'3098,"0"2"-2639,-7 3 0,0-2 1,-2 6-1,-1 2 0,-2 2 1,2 1 741,2 1-1015,1 5 1,-5-3-1,0 6 1,2-1 0,1 0 145,2 3 0,0-3-221,0 2 1,0-7 0,0 2 180,0-3-864,0-2 180,0-6-1341,0-2 1,7-17-1,1-3 1733,-1-2 0,-2-21 0,-3-11 0,-2-2 0,0-1 0</inkml:trace>
  <inkml:trace contextRef="#ctx0" brushRef="#br0" timeOffset="40">683 3085 7843,'0'-14'154,"-6"0"0,-2-1 0,-7 1 1567,1 0-1373,-6 6 0,2-3 1,-5 6-1,-1 2 0,2 1 1308,3 2-1353,-3 7 1,6-4-1,-3 8 79,3 5 1,2-2-269,0 5 1,4 3 0,1 2 0,-1 3 89,2 1-124,2 0 0,1 2 0,1 2 1,0 3-1,3 0 248,1-1-312,0 6 0,0-10 1,0 3 6,0-3 0,1 2 1,3-2-1,4-5-10,4-3-201,-1-3 1,11-5-1,-4 0 241,1 1 1,6-7-1,-1-4 1,2-2 560,3-2-485,6-6 1,-4-2-1,7-8 187,2-3 0,-4 1-25,2-5 1,-6-6 0,1-4-1,-5 0 770,-4-2-1086,-4 5 0,-7-11 0,-4 3 0,-4-4 1,-6-4-791,-9-2-256,-12 1 1,-14 6 0,-7 3-99,0 5 0,-2 11 0,0 8 0,4 7-1763,0 6 2932,6 1 0,1 19 0,5 4 0</inkml:trace>
  <inkml:trace contextRef="#ctx0" brushRef="#br0" timeOffset="41">1323 3128 7823,'-15'0'1445,"6"0"195,0 0-1378,12 0 1,5 0 0,17 0 0,5 0 0,5 0 0,-1 0 0,3 0 365,-1 0 1,-4 0-771,1 0 1,-8 0 0,-3 0-1566,-1 0 1240,-2 0 0,-11-2 0,-5-1-1061,-6-2-188,-5 0 1716,-13-1 0,-17 2 0,-9 0 0,-7-3 0,0 0 0</inkml:trace>
  <inkml:trace contextRef="#ctx0" brushRef="#br0" timeOffset="42">1394 3142 7933,'8'14'613,"-2"-6"432,0 5-669,-4-6 1,4 3 0,-6-1 0,0 2 1795,0 2-1847,7-5 0,-6 5 0,4-4 339,-4 4 0,-1 1-529,0 0 1,0 2-1,0 1 1,0 2 235,0-1-464,0-2 0,0-1 1,0 3-1,0 1 1,0-2-88,0-1-552,0-8 0,-4 4 0,-3-2 0,-1 1 0,-3-2-2540,-1-4 2828,-2 3 0,-1-6 0,1 2-51,0-2 1,0-2 0,-1 0 494,1 0 244,6 0-18,2-6 1,12-1 0,5-4 0,7 2 193,5-2 679,-2 4 0,6-1 0,-3 5-624,2-1 0,-2-6 1,0 5-1,1 2-1737,2 2 737,-5 1 0,5-5 0,-5 0-1142,0 2 0,3 1 1667,-6 2 0,7-25 0,-4-6 0</inkml:trace>
  <inkml:trace contextRef="#ctx0" brushRef="#br0" timeOffset="43">1763 3298 7933,'0'-14'331,"0"5"1,0-1 2073,0-1-1501,0 5 1,0-2 569,0 3-1028,-6 3 1,5-2-1,-4 10 79,3 8 0,1 0-409,-4 5 1,3 4 0,-2-1 0,2 1-32,2 1 0,0 0 1,0 3-1,0-2 171,0-1-242,0-7 0,0 3 0,0-5-543,0-1 1,0 0 154,0 0 222,0-6 0,-2-3-408,-2-10 0,2-7 280,-3-7 1,-1-8 0,1 0-1,2-8-491,2-6 597,1 2 1,0-10 0,1 6 0,4 2 0,4 3-185,4 5 242,1 9 1,0 4 374,1 5 0,-1 7 1,0 5 402,0 6-415,-6 5 1,3 7-1,-6-1-72,-2 0 0,-1 5 0,-4 0 0,-1-2 152,-2-1-428,-6-2 1,5 1-1,-5-1-316,1 0 1,1 5 0,-4 0 0,2-3-3213,2-5 2292,-1 1 1337,2-4 0,2 13 0,6 1 0</inkml:trace>
  <inkml:trace contextRef="#ctx0" brushRef="#br0" timeOffset="44">2218 3483 7933,'-9'-5'5028,"-1"1"-3638,7-1-600,-3 5 0,6-2 581,0-3-1522,0 4 0,6-12 1,4 4-235,2-4 1,-2-1 0,-2-2 0,0-1-370,0-2 272,1-6 0,-1-2 1,-2-6-13,1 1 1,-6 2 402,4 1 1,-4 3-1,-1 2 1,0 5 386,0 3-91,0 8 0,-1 2 0,-2 9 634,-2 7-598,-6-1 0,8 18 0,-7-3 348,-1 2 0,3 3 1,0-1-1,2 1 1249,3-1-1695,-5 1 1,7-1 0,-4-1-185,3-3 1,4-2-1,1-5 1,3 2-692,2-2 463,2-7 1,4 1-1,0-6-125,0-2 0,0-2 0,1-1 0,-1-1-1026,0-4 1175,0-3 0,1-8 0,-3-1 155,-2-2 0,1 0 0,-5 7 0,2 0 305,3 3-104,-5 6 1,7-8 362,-4 6 0,-1 0 0,0 7 405,-1 3-705,4-4 1,-10 12-1,6-4 111,-1 4 0,0-4 0,5 1 1,-1-1-314,1-1-153,1 5 0,3-7 0,-1 4-46,0-6 0,2-2 0,1-2 0,4-2-248,1-2 386,-5-4 1,2-6-1,-8-2 27,-1-3 0,-5 1 186,4-5 1,-6 4 0,0-3 0,-7 0-14,-11-1 0,0 11 0,-9-2 0,-1 3 15,-2 3-131,-2 1 1,6 7 0,-1 0 60,-1 0 1,4 7-42,2 2 1,3 4-1,2 1 1,1 0-58,4 0 1,3 5 0,7-1 0,4-4-625,4-3 416,4-1 1,8 2 0,2-1-161,4-1 1,6-7 197,1 2 0,-1-4 0,-3-1 0,0 0 104,-2 0 53,4 0 1,-12-6-1,6-2 1,-4-2 0,-2 3-17,-2 0 354,-9 3 1,4-1 0,-4 0 1428,4 2-1251,-5 1 0,0 4 187,-4 3 1,-2 3-354,3 6 0,1-5 0,0-1 1,1 0-221,-1 0 1,5 0-1,-3 3-76,0-2-208,4-6 1,-4 4-204,7-7 1,-1 0 261,0 0 1,-4-2 0,-3-3 0,1-4-72,0-4 184,2-1 0,-2 0 1,-4 0-1,-2 0 0,-2-2-301,0-3 322,0 3 1,0-5 0,0 7-139,0 0 1,-6 1-1,-2 2 1,-2 3-131,1 2 233,-1 1 1,-4 5 0,0 0 85,0 0 1,-5 7 0,0 2 0,1 4 628,3 1-525,0 0 0,3 0 0,1 1-8,1-1 0,7 0 0,-3 0 0,1 1 43,0-1-216,0-6 0,5 4 0,2-4-19,3 0 0,3 3 1,6-6-1,0-2-189,0-1-75,1-2 0,-1 0 0,0 0 0,0 0 0,-4 0 0,-1 0 1,1-2-267,-3-3 372,0 4 0,-1-10-178,4 6 1,-4-6-154,-1 1 0,3 2 0,-1-1 550,1-2 0,30-21 0,2-6 0</inkml:trace>
  <inkml:trace contextRef="#ctx0" brushRef="#br0" timeOffset="45">3299 3071 8258,'-10'-14'321,"3"-1"0,-1 3 1668,0 2-1014,5-2 1,-5 10-42,3-3 1,3 12 0,-2 7-1,2 6 780,2 2-1378,-6 12 1,4-11-1,-3 12 999,4 0 0,1-4-996,0 7 1,-2-6-1,-1 1 1,-2-3 251,2-1-834,2-7 1,1 3 0,0-6 0,0-2-1446,0-1 125,0-2 540,0-6 1,1-8 544,4-9 0,-2-10 0,8-5 1,3-3-822,4-1 1133,1-7 0,-3 5 0,1-3 0,2 3 0,-2 3-504,-1 3 757,-2-3 1,-1 16 399,-4-3-160,4 3 1,-13 5 0,0 6 450,-8 8-598,-5 4 1,-7 2 0,-2 1 0,-2-1 0,2-1-19,1-4-97,3 4 1,3-10-319,1 6 0,5-6-220,-1 2 0,7-2 1,-2 2 459,4 5 148,1-4 0,8 7 0,4-4 0,6 4 747,-1 1-659,-1 0 0,-2-4 1,2-1-1,1 2 0,2 2 412,-2 1-584,-1-6 1,3 3 0,0-5-260,-1 2 0,2-5 1,-1 2-1,-2-3-929,-1-2 789,-2 0 1,1 0-50,-1 0 0,0-5 270,0 0 0,-4-4 0,-1 2 0,1-1 157,-2-3 136,-2 5 1,-1-7-1,-1 4 1431,0-4-1199,-3-1 1,4 5 923,0-1-1135,-1 7-210,-4-3-22,0 6 1,0 6 0,0 3 0,2 4 0,1 1-166,2 1-137,6-1 0,-3 0 18,6 0 0,0-1 155,0-4 0,1 2 0,-1-6 0,0-2 164,0-1 34,1-2 1,-1-2-1,0-3 1,0-4-1,-1-4 400,-4-1-362,4 0 0,-10 0 0,5 0 0,-2-1 0,-2 1 98,-3 0 73,-1 0 0,0 4 161,0 1-362,0-1-300,0 2 131,0 2 0,-5 8 78,1 2 45,-1-2 1,5 6 0,0-3-73,0 4-26,0 4 0,0 1 1,1-2-1,3 0-252,0-3 392,7-6 0,-7 8 0,3-4 60,0 0 1,4-3-79,-2 0 0,-1 0 0,2-1 0,1 1 280,1 0-284,3-3 0,-1-2 1,0-3-1,2-2 1,1 0 96,2-1-169,0-4 1,-9 4 0,-1-8 42,2 1 1,0 5 46,-1-1 0,-2 2 0,-5-3 184,1 2-8,1-1 0,-5 1 334,0-1-430,0 7 1,-1-3 0,-3 7 118,0 4 296,-1 3 0,5 6 0,-2 0 88,-2 1 0,2 4 0,-4 1 0,1 1 349,0-1-758,-6 5 1,10-2-1,-6 7 144,1 3 1,0-3 0,-4 5 0,4-2 82,0 0-372,4 0 1,-4 0-1,6 0-151,0-1 0,0-7 1,0-3-1,0-1-51,0-4-177,0-1 310,0-8 1,0-3 50,0-10 260,0-3 1,0-11 0,0-1-649,0-3 0,0-2 0,0-8 0,0-3-2132,0-1 2069,0-4 1,4 0 0,1-6-200,-2 1 0,5 3 0,0 5 0,2 5-17,-1 3 471,1 8 1,-1 2 0,1 7-63,1 4 0,3 2 1,3 7-1,2 2-345,-1 3 1011,-3 2 1,-2 8 0,-2-1-35,-2 0 1,-1 0-46,2 1 1,-4-1-1,-6 0 1,0 2 485,0 3-550,0-4 0,-1 6 0,-3-7 1,-2 0 505,-2 1-865,-1-7 1,-5 3-1,-1-7-404,1 0 0,-5-3-138,0-1 1,0 0 0,3 0-1,-1 0-1477,-2 0 32,0 0 0,0 0 2046,0 0 0,-12-13 0,1-2 0</inkml:trace>
  <inkml:trace contextRef="#ctx0" brushRef="#br0" timeOffset="46">1522 4052 7691,'0'-15'743,"-7"8"1,4-6 0,-5 3 0,0-1-1,2 0 1823,0 2-2201,1 6 1,5-2-1,0 10 1,0 6 0,0 5-74,0 3 0,0 1 1,0-3-1,0 2-336,0-1 26,0 4 0,0-6 0,0 3 0,0-4-1001,0 0 566,6-7 1,-2 3 202,5-7 0,-4 1 0,4-7 0,2-2-98,2-6 267,1-9 0,5 2 0,2-7 120,1-1 0,-5 4 33,2 2 0,2 1 0,-2 2 0,0 3 448,1 0-381,-4 7 0,4 0 0,-5 7 0,-1 4 0,0 5 830,0 2-653,1 9 0,-8-5 0,0 4-107,-1 1 1,-4-6-1,2 4 1,-2-3 269,-2-2-1716,0-6 697,0 5 0,2-13-372,2 0 721,4-6 0,6-10 0,1-2 42,-1 0 1,6-3 0,2 4-1,1-1 504,-4 6-347,3-3 1,-7 14 0,4-4-15,-3 3 1,-2 4 0,-1 3 0,-2 4 66,-1 4 1042,-7 1 0,3 5 1,-6 0-205,0-2 1,0 4-591,0-2 0,0 0 0,0-5-1360,0 0-2789,-6-6-1603,4-2 3713,-4-6 1730,6 0 0,-32-44 0,-7-11 0</inkml:trace>
  <inkml:trace contextRef="#ctx0" brushRef="#br0" timeOffset="47">1721 3810 7794,'-8'-14'1123,"-5"0"1,10-1-397,-6 1 961,5 0 0,-2 4-2525,6 1-214,0 6 1,6-4 1050,4 7 0,34 19 0,10 5 0</inkml:trace>
  <inkml:trace contextRef="#ctx0" brushRef="#br0" timeOffset="48">2574 3767 7794,'0'-14'485,"0"6"0,-5-4 0,0 2 2663,2-3-2206,2-1 1,-1 6 0,-1 7 1194,-2 9-1865,0 1 1,5 18 0,0-2 0,0 5 0,0 5 1165,0 1-1284,0-4 0,0 7 0,0-4-205,0 2 0,-4-6-175,-1 2 0,0-7 0,4-4 0,-3-2-477,0-2-1835,-1-3 0,3-7-16,-2-3 1510,2-10 1,-9-7 0,6-9 238,2-1 0,-5-3 667,-1-8 1,2 4 0,1-1 0,1 6 303,1 4 1,-1-4-1,5 5 1291,0 2-693,0 7-90,0 4 0,1 6 0,4 0 0,5 2 1117,2 2-1630,9-2 0,-5 4 0,3-6-157,-4 0 1,4 0-238,0 0 1,0 0 0,-4 0 0,-1-1-831,0-4 849,0 3 0,0-10 0,-1 2 124,-4-2 336,4-3 166,-11 8 1,4 2-1,-6 10 1427,0 4-1458,0 4 0,0 7 0,0 4 176,0 3 1,2-2 0,1 0 0,2 2 679,-2-2-1066,-2 1 0,-1 1 0,0-2-257,0-1 0,0-12 0,0 2-174,0-1-100,0-7 1,2-1-96,3-10 0,-2-3-68,6-6 0,-1-6 0,3-4 0,-1-1-488,1 1 880,1 3 0,3 7 1,-1 0-1,0 1 0,0 4-67,0 4 293,1 4 0,-6 1 0,1 1 456,1 4 1,0 4-241,-2 10 1,2-3 0,-4 5 0,-1-2 384,0 0 1,4 0 0,-4-5-383,2 0-325,1-6 0,6-2 0,-1-6-38,0 0 0,0-1-79,0-4 1,-4-3 0,-1-6 0,1 0-59,-2-1 0,-2 1 1,-6 0-1,0 0-334,0-1 750,0 8 1,0-1-262,0 3 1,-1 3 51,-4-2 0,2 8 0,-5 6 0,0 2 5,0 3 60,5-1 0,-4 0 1,7 0-1,0 1-961,0-1 607,0 0 1,7-1 0,2-2-1,4-3 1,1-2-5458,0-3 4461,1 5 1264,5-6 0,15-15 0,9-11 0</inkml:trace>
  <inkml:trace contextRef="#ctx0" brushRef="#br0" timeOffset="49">3583 3952 7828,'-8'-8'2677,"1"0"14,2 4 1,2 2 991,-7-3-3259,7 4 1,-3 7 0,4 4 0,-1 2 0,-2 4 1388,2 3-1662,1 3 0,2 2 0,0-2-79,0-2 1,0 4 0,0-3-1,0-1-1569,0 1 938,0-2 1,0-10 0,0 1-3282,0 1 2373,0-5 0,0-1-166,0-10 1160,0-3 0,-1-8 0,-2-3 0,-2-6 0,2-5-607,1-3 1031,2-7 0,0 10 0,0-1 313,0 5 1,7 1 106,2 6 1,0 0 0,4 7 0,3 1 942,0 1-1141,6 7 1,-5-3 0,5 6-1,0 0 1,-1 1 150,0 4-1538,-3-3 1,-3 10 0,-1-2-124,0 2 1337,-6-4 0,-46 5 0,-17-5 0</inkml:trace>
  <inkml:trace contextRef="#ctx0" brushRef="#br0" timeOffset="50">3512 4052 8205,'-6'8'2500,"4"-2"0,-2-6-1081,8 0-1414,-2 0 1,15 0 0,-3 0 0,2 0-1,2 0-578,1 0-777,-4 0 1,8 0 0,-6 0 1349,2 0 0,19 13 0,0 2 0</inkml:trace>
  <inkml:trace contextRef="#ctx0" brushRef="#br0" timeOffset="51">3882 4052 10079,'0'-8'2923,"0"1"1,-2 7-2187,-2 0-55,2 0 0,-4 7 0,6 2 1,0 4 103,0 1-967,0 0 1,0 1 0,0-1-318,0 0 0,0 0 0,0 0 0,1-1-348,4-3 398,-3 2 1,5-10 89,-2 2 1,3-2-1,6-4 1,1-2-520,-1-6 886,0-2 0,0-3 1,0 1 154,1 0 1,-1 5 0,0 1 0,0 0 561,0 0-509,-6 5 0,5-4 63,-3 7 0,2 5 1,1 1-1,-2 2 1109,-2 3-1029,-6 2 1,10 1-208,-3 0 1,-3-4-1,3-2-308,1-2 117,-5-1 1,7-5 0,-5-2-75,0-2 0,3-4 1,-6-7-1,-1 0-309,3-4 162,-6 3 1,6-5-1,-7 7 1,0 0-1,0 0-2663,0-1 1875,-7 1 1,4 6 0,-6 4 1046,-2 2 0,-8 40 0,-4 9 0</inkml:trace>
  <inkml:trace contextRef="#ctx0" brushRef="#br0" timeOffset="52">4451 3995 7312,'0'-22'-199,"0"1"1,0 7 3951,0 0-2261,-7 6 0,6 3 750,-4 10-1775,3 3 0,2 8 0,0 1 1,0 3-1,0 1 1955,0 0-2362,0 4 0,0-8 0,0 5-99,0-1 1,0-2-360,0-5 0,0-5 1,0 1-94,0 1 175,0-5 1,-1 1 0,-2-9-1405,-2-3 1402,0-3 1,5-11 0,0-1 37,0-2 1,0 3 229,0-5 1,5 7 0,1-2 0,2 3 256,3 2-125,2 0 1,1 6 0,0 3 0,2 3 0,1 2 810,2 0-330,0 0 1,-4 7 0,-1 2 54,0 4 1,-5 1-191,1 0 0,-7 0 0,2 1 0,-4-1-62,-1 0-765,-6 0 0,-2 1 0,-6-1 0,0-2 0,-2-1-2743,-3-1 2142,3-1 1,-4 6-1,5-1 1000,1 0 0,6-12 0,2-4 0</inkml:trace>
  <inkml:trace contextRef="#ctx0" brushRef="#br0" timeOffset="53">5062 3966 7807,'-14'-8'931,"0"-4"0,1 9 1,2-5 252,1 1 2575,1 3-3182,1-3 0,5 6 0,11-4 0,8 5 62,4 5-873,10-4 1,2 7 0,4-5-209,-1 2 1,-2 0-272,-5-5 0,-6 0 0,-3 0 1,-3 2-5341,-2 2 4462,1-2 1434,-14 4 1,-2-11 0,-15 1 156,-3 1 0,-2-4 0,-4 2 0,3 2 0,1 2 0,2 1 0,5 0 1976,0 0 0,5 0 2331,-1 0-3694,7 0 0,-8 6 0,6 4 711,2 2 1,1 2-569,2 1 0,0-1 1,0 2-1,0 1 1068,0 2-1825,0 6 1,0-4 0,0 4 0,0-3 0,-1-1-920,-4-4-949,3 5 0,-4-6-151,6 3 680,0-3 0,2-4 0,2-2-2162,6-5 2709,3-4 793,7-7 0,28-59 0,-18 22 0,0 1 0</inkml:trace>
  <inkml:trace contextRef="#ctx0" brushRef="#br0" timeOffset="54">5446 3981 7836,'0'-8'753,"0"0"1978,0 3-1762,0 3 0,-2-2 0,-1 8 3094,-2 6-3432,-6 3 0,3 7 0,-4 4-131,2 3 1,-2 1-1,4 1 1,-2-3-233,1-2-264,6 3 1,-4-7 0,6 4-657,-4-5 1,3-3-1013,-2-2 1276,2-6 0,2-3 0,2-12-428,2-7 1,0-2 471,5-7 0,1-6 0,4-5 1,2-1-117,2 0 361,-2 2 1,5 4-1,-7 3 1,0 2-1,0 7-446,1 5 678,-1 0 0,0 12 0,0 0 300,1 8 1,-1 11 0,0 4 0,-1 4 1302,-4 2-1549,-3-1 0,-6 1 1,0-1-132,0 0 1,0-5 0,0-5 0,0-2-709,0-2-631,0-6 0,-1 0-89,-4-3 0,-3-3 0,-6 1 0,0-6-908,0-7 1867,-7-3 0,4-1 0,-5 0 413,1 0 0,2 0 0,5 1 0,0 2-87,-1 1 36,7 7 219,2-9 1,8 10 0,2-3 2574,6 4-2038,3 1 1,7 0 0,2 0-460,0 0 0,5 1 1,-3 3-1,3 0-2928,1-1 2145,1-1 537,-7-2 0,30-6 0,2-2 0</inkml:trace>
  <inkml:trace contextRef="#ctx0" brushRef="#br0" timeOffset="55">5901 3995 12693,'-8'0'1671,"0"0"0,5 1 1438,-2 4-2727,-6 9 0,8 2 1,-5 5-1,0-2 0,2 1 851,-1 2-1335,3-4 0,-1 7 1,0-6 307,2-2-539,1-1 1,2-2-1762,0 0 1314,0-6 1,2-1-388,3-7 1043,3 0 0,11 0 0,1 0 158,2 0 1,-4 0 64,1 0 0,1 0 0,-1-2 0,-1-1 31,-3-2 1,0-4 0,-3 2 0,-1 0 257,-1-5-371,-7 6 1,8-6-1,-6 2-16,-2-3 1,-2-1 0,-1 0 0,0 0-407,0 0 164,-6 6 1,-2-3-1,-6 6-162,0 2 1,-5 1 162,0 2 1,-2 0-1,4 0 1,0 2-162,4 2 216,-1-2 1,7 6-1,-4-5-308,2 2 664,6 6 1,-2-10 210,10 4 1,3-3-231,6-2 0,0-2 0,0-3 1,2-2 431,3-1-532,-3-5 0,4 5 0,-5-8 1,-1-1-1,-2-2 108,-2 2-116,-4 1 1,-1 2-278,0-1 0,-2 3 0,-8 2 1,-4 6-991,-4 2 712,-1 2 0,-5 0 0,0 2-809,1 2 1,3 4-1,2 6-662,4 1 1982,2-1 0,14 19 0,0 5 0</inkml:trace>
  <inkml:trace contextRef="#ctx0" brushRef="#br0" timeOffset="56">6185 3938 7842,'0'-8'1914,"0"0"434,0 3-570,0 4 0,0-7 1695,0 3-3075,0 4 0,0-4 1,-1 8 552,-4 2 1,3 11-682,-2-2 1,-3 8 0,1-2 0,0 3-129,-1 2 1,3 0-1,2 0 1,-1-1-913,-2 1 475,0-4 0,5-1 0,0-5-351,0-1 0,7 0 0,2-1 0,4-4-1597,1-4 1757,0-4 1,7-1-1,1 0-343,0 0 1,3-1-1,-6-4 1,0-4-1333,2-4 1830,-6-1 0,1 1 331,-6 4 0,-20-17 0,1 3 0</inkml:trace>
  <inkml:trace contextRef="#ctx0" brushRef="#br0" timeOffset="57">6569 4023 7842,'-14'-14'243,"4"5"1,1-1 1567,-2-1-620,4 5 1,-5-5 991,2 6-1037,4 0 1,0 7-162,6 2 0,0 4-364,0 7 1,0-1 0,-2 2-1,-1 1 997,-2 2-1346,1 0 1,4 0 0,0 0 0,0 0 0,0 0-574,0 0-118,0 0 0,4-10 0,3 1-170,0 1 0,-2-3 321,5 1 0,-1-6 0,7 2 0,1-4-4218,2-1 3790,0 0 1,-5 0 0,1-1 0,0-4 0,1-4-2123,-1-4 1466,2-1 0,-16-5 1352,4 0 0,-60-25 0,19 21 0,1 0 0</inkml:trace>
  <inkml:trace contextRef="#ctx0" brushRef="#br0" timeOffset="58">6512 4066 7842,'-14'0'-1457,"0"0"857,0 0 5948,-1 0-2483,7 0-2598,2 0 1,8 0-1,2 0 35,6 0 1,3 0-935,1 0 1,2 0-1,1 0 1,2 0-391,-2 0 0,-1 0 1022,-2 0 0,-18-19 0,-6-5 0</inkml:trace>
  <inkml:trace contextRef="#ctx0" brushRef="#br0" timeOffset="59">6484 3938 7842,'14'0'402,"0"0"0,2-2 0,1-1 250,2-2-585,7 1 0,-4 4 1,6 0-1,-1-2-67,-3-3 0,-16-28 0,-10-13 0</inkml:trace>
  <inkml:trace contextRef="#ctx0" brushRef="#br0" timeOffset="60">1493 4947 7713,'0'-14'159,"0"0"1,0 4 0,0 1-1,0-2 1,0-2 1057,0-1-900,0 6 0,2 3 0,1 10 0,2 5 1,-2 2 1600,-1 2-1580,-2 1 1,0-1 0,0 0 0,0 0 293,0 1 1,0-1 0,0 0 269,0 0-603,0 0 0,0 1 1,-2-1 118,-3 0 1,4 7-237,-4 2 1,3-1 0,2 2 0,0 3 498,0 5-601,0 4 1,0 7 0,0-1 0,0 1 0,2-1 358,3 1-311,-4 0 0,6 4 0,-7 1 41,0-3 0,4 0-129,1-3 0,0 1 0,-5 0 1,0-2-58,0-4 0,0 3-81,0-7 1,0 0 0,0-4-1,0-2-152,0-4 116,0 4 1,4-11 0,3 1 0,-1-4-408,0-4 332,-1-5 161,1 2 1,-4-8-1,3-2 1,-4-6-102,-1-3-950,0 6 0,2-11 1,1 4-264,2-2 1,4 0-1,-2 2 1362,1 0 0,1-26 0,5-5 0</inkml:trace>
  <inkml:trace contextRef="#ctx0" brushRef="#br0" timeOffset="61">1479 4862 7713,'-8'-6'679,"-4"4"1,10-11 23,-3 4-471,4 3 0,9-5 1,4 6-1,7 2 0,3 1 1,4 1-1,0-3 1,4 0-1,2 1 1973,1 1-2087,7 2 1,-4 0 0,7 0 0,1 0 0,3 0 524,5 0-589,4 0 1,1 0 0,1 0 0,4 0 0,2 0 407,1 0-446,5-6 0,-12 4 0,4-4-44,-4-1 0,-1 6-61,0-4 1,3-1-1,0 1 1,-2 0-156,2-1 204,1 4 1,-3-6 0,2 5-1,2-1 1,-2 0-14,-2 3 58,-1 1 1,1-2 0,2-1 0,2-2-1,-2 2 142,-1 2-157,4 1 0,-3 0 0,6 0 23,2 0 1,3 0-66,5 0 0,-3 0 1,2 1-1,-3 2-337,-6 2 338,-9 0 1,-4-5 0,-5 0-1,-2 0 1,-2 0-270,-1 0 248,-1 0 0,-4 0 1,0 0 19,2 0 1,-6 0-1,-1-2 1,-3-1-2,-1-2 15,-7 1 1,3 4 0,-6 0 21,-1 0 1,-3 0 0,1 0 0,2 0 205,1 0-151,0 0 0,-5 0 0,0 0 65,0 0 0,0 0 7,1 0 1,-1 0 0,0 0 295,0 0-157,-6 0 0,3 1 163,-6 4-574,0-3 15,-5 4 73,0-6-3145,0 0 1,-8 0 3217,-6 0 0,-36 5 0,-16 2 0,-7 1 0,-1 0 0</inkml:trace>
  <inkml:trace contextRef="#ctx0" brushRef="#br0" timeOffset="62">1635 5459 7713,'-14'0'-226,"6"0"0,-4 0 0,4-1 772,0-4 1900,2 3-1060,6-10-1307,6 10 1,-3-4 0,8 6 0,3 0 0,4 0 532,-1 0 1,5 0-411,2 0 1,4 0 0,4 1-1,3 2-95,1 2 0,2 0 0,6-5 0,2 1 23,1 4-40,7-3 1,3 4 0,8-6-190,0 0 0,4 0-7,-3 0 0,4 0 0,3 0 0,-1 0-229,-1 0 341,-3 0 0,-11 0 0,-2 0 1,-1 0-1,-3 0-36,-2 0 43,-2 0 0,-3 0 0,4 0-144,4 0 1,3-5 64,2 1 0,0-1 0,1 5 0,2-2 91,2-2 0,0 2 1,-7-3-1,-3 4 108,-5 1-17,-2 0 0,-3-5 0,1 0-109,0 2 1,-1 1-110,1 2 1,4 0-1,4 0 1,2 0 1,6 0 121,1 0 1,-2 0 0,4 0-1,4 0 1,2 0 567,-1 0-491,-4 0 1,-13 0 0,-2 0 85,-4 0 0,-8 0-201,-2 0 0,-4 0 0,-2 0 0,0 0-221,1 0 218,6 0 1,1-4 0,5-1 0,-3 2 0,-5 1-597,-3 2-340,-1 0 168,-7 0 1,-7 0-437,-5 0 558,-7 0 0,2 0-18,-10 0 1,4-1 309,-4-4 1,2 3 0,-2-2 373,-5 2 0,-15-11 0,-5-2 0</inkml:trace>
  <inkml:trace contextRef="#ctx0" brushRef="#br0" timeOffset="63">3896 4791 7745,'6'-14'-214,"-4"6"0,4-5 1,-4 5-1,1-1 214,2-1 1907,0 7-1248,-5-3 1,-2 12 0,-1 4 269,-2 2-731,0 3 1,1 3-1,-1 1 411,2-1 1,-4 2-296,3-1 0,-1 7 0,5-4 0,0 1 86,0 1 1,0 0-1,-2 4 1,-1 1 320,-2-1-600,1 0 0,2 1 0,-1 1 0,-2 2 1,0 1 449,-1-2-447,5 6 0,-6-3 1,6 6-19,-4-2 0,3-2 1,-2 4-1,2-3-319,2 3 174,0-5 1,0 6-1,0-5-129,0 0 1,0 6-2,0-5 1,2 0 0,1-1 0,1-1-411,0-4 571,4 6 0,-7-12 1,5 3-1,-1-2 1,0-3 78,-2 1-57,-1-6 1,-2 7-1,0-6 1,0-2-39,0-1 43,0-2 0,0-4 66,0-1-374,0-6-451,0 4 16,0-7-663,0-7 1,0 4 1,0-6 1,0-1 1384,0-4 0,-7-38 0,-1-10 0</inkml:trace>
  <inkml:trace contextRef="#ctx0" brushRef="#br0" timeOffset="64">4195 4905 11856,'-8'0'470,"1"6"1,7 3 0,0 6-1,0 2 1,0 4 0,0 1 1094,0 3-1469,0 2 1,0-3 0,0-1 0,0 1 0,0 0 0,0-2 277,0-2-267,0-1 0,-1-6 157,-4-4 1,4-4-423,-4-10 1,2-4 0,-1-9 0,-2-2-254,-2-2 1,5-2 0,-2-6 0,4-1-296,1-3 510,0 1 0,6 5 1,2 1-137,0 3 0,5 2 0,-4 6 0,4 0-512,1 4 735,0 7 0,0-1 0,-1 7 60,-4 4 0,2 0 0,-6 7 0,-2 4 261,-1 0-169,-2 6 1,0-6 0,-2 3 276,-2-3 0,-4-2-283,-6 0 1,-1 0 0,1 1 0,0-1-921,0 0 346,-1-6 0,6 3 0,-1-5 0,-1 2-2006,-1 3 2543,4 2 0,8-12 0,8-2 0</inkml:trace>
  <inkml:trace contextRef="#ctx0" brushRef="#br0" timeOffset="65">4493 5061 7732,'0'-8'798,"-4"-4"240,-1 2-532,-6 4 0,8-1 0,-7 7 0,-1 0 1282,-2 0-1459,-1 0 1,5 7-1,-1 2 207,-1 4 0,3 1-405,-1 0 1,6 0 0,-2 1-1,3 0-258,2 4 143,0-3 0,2 5 1,3-7-1,4 0 0,4-1 184,1-4-367,6 4 0,-2-11 0,4 2 183,-1-2 0,-3-2 1,-3 0-1,-1-2 664,0-2-525,0 2 0,-4-15 1,-2 2-271,-2 0 1,-1-6 0,-5 1 0,-2-1-2038,-3 0 1770,-2 2 1,-8 5 0,1 0-624,0 0 0,-2 6 0,-1 3 0,-2 4 1005,1 1 0,3 38 0,0 9 0</inkml:trace>
  <inkml:trace contextRef="#ctx0" brushRef="#br0" timeOffset="66">4707 5089 7732,'6'-7'388,"-5"-6"0,4 3 626,-3-2 620,-2-2 0,0 4 114,0 1-1458,0 5 1,4 9-1,1 9 1,-2 2 738,-1 0-659,-2 5 1,0-1-1,0 5-181,0-1 0,0-7-476,0 2 0,0 2 1,0-2-148,0-2-1301,0-1 1100,0-2 496,-6-6 0,4-3 0,-3-11-101,4-9 0,1 0 155,0-9 1,0-5-1,0-5 1,0-1-324,0 0 363,6-4 0,0 9 1,5-2-1,-1 5 1,1 7-283,2 4 214,1-1 0,0 15 0,0-3 153,0 4 1,1 7 0,-3 5 0,-1 5 249,-1 3-161,-7 0 1,3 0 0,-6 0 146,0-2 0,-6 4 0,-3-2 371,-4-2-605,-1-1 0,6-7 1,1-1 62,1-2 1,3 4-337,-6-5 1,5 1-701,0-1 818,2-4 0,4 10 1,2-4-1,6-1 1,2 2-319,3 0-277,-1-5 0,0 8 1,0-6 84,1-2 1,-1 3 0,0-1 0,0-2-714,0-1 1111,1-2 1,-1 0 224,0 0 0,7-57 0,1-14 0</inkml:trace>
  <inkml:trace contextRef="#ctx0" brushRef="#br0" timeOffset="67">5048 5047 7776,'-14'0'1221,"4"-5"-499,1 0 1943,5 1-1764,-2-3 1,8 4-529,2-6 0,6 5 0,9 0 0,5 2-853,2 2 0,8 0 0,0 0 0,1 0-580,0 0 374,-2 0 0,-6 0 0,-3 0 0,-5 0-2662,-4 0 3348,-7 0 0,-84-25 0,25 9 0,0 0 0</inkml:trace>
  <inkml:trace contextRef="#ctx0" brushRef="#br0" timeOffset="68">5161 5004 7790,'8'6'0,"-1"-2"0,-7 5 659,0-6 1,0 5 1418,0-3-5,0 3 0,0 6 1449,0 0-3257,0 0 0,0 1 1,0-1-1,0 0-1404,0 0 723,0 1 1,0-1-1,0 0-778,0 0 1,0 0-3443,0 1 3909,0-1 0,-7-2 727,-2-2 0,-52-14 0,-23-11 0,24 4 0,-1 1 0,1-1 0</inkml:trace>
  <inkml:trace contextRef="#ctx0" brushRef="#br0" timeOffset="69">1835 5146 7782,'-8'-14'309,"0"5"1,5-1-1,-4 1 1,1-1 1616,0 1-1363,1 6 1,5-2 0,0 10 0,0 4 161,0 4 0,0 1 0,0 2 0,0 1 233,0 2-830,0 0 1,0 0 0,0 0-1,-2-2 1,-1 1-57,-2 1-108,1-10 0,4 10 0,-2-11 0,-1 1-647,-2 1 46,0-7 1,-1 2 0,-2-10-1175,0-4 1542,2-10 0,6-3 0,0-7 0,0-1 0,0-3-42,0-5 312,6 3 1,-3-6 0,9 5-98,3-1 1,-4 4 255,8 10 0,-6 2 0,6 8 1,-3 4 387,-2 4-437,0 4 0,-4 7 0,-2 3 1,-1 6-1,0 2 170,-1 2-250,-1 6 0,-5-9 1,-2 5 1,-2-1 1,0-4 0,-5 3 0,-2-3-667,-2-2 293,-1 0 0,-5-4 0,0-1-645,2 2 1,1-5-1,3 1 985,4-1 0,15-23 0,10-1 0</inkml:trace>
  <inkml:trace contextRef="#ctx0" brushRef="#br0" timeOffset="70">2062 5047 8100,'0'-14'1591,"0"4"-569,0 1 872,0 5-430,0-2 0,-5 22 0,1 3 241,0 0-1445,3 5 1,-4-4 0,0 5 0,2-2-1,0-3 503,-2-3-1059,4-1 1,-6-2-1,7 1-400,0-1-1319,-6 0-183,4-6 1790,-4-2 1,6-7 0,0-4 0,0-6 0,0-6-652,0-7 987,6-3 1,2-3-1,7-2 194,-1-1 1,0-5-139,0 5 1,0 0-1,1 6 1,-1 3 81,0 5 290,0 4 1,1 7 0,-1 3 0,0 3 577,0 2-764,-6 7 0,-2 2 1,-6 9-52,0 1 1,0 0 0,-1-4 0,-4 3 180,-4 1-397,-4 0 1,3-5 0,1 0 44,-2 0 1,-2-1 0,1-2-1,1-2-7,1 2-238,1 2 1,-1 1 144,1 1 1,6-1 0,-2 0 0,5-1 130,5-4-92,-4 4 1,12-10-3,-4 6 1,4-1 0,1 2 0,0-6-476,1-2 320,-1-2 0,0 0 1,0 0-628,0 0 0,2 0 0,2-2 0,1-1-1244,-2-1 2141,-1-7 0,17-35 0,5-16 0</inkml:trace>
  <inkml:trace contextRef="#ctx0" brushRef="#br0" timeOffset="71">2446 5004 8468,'-6'-8'4997,"4"2"-4364,-11 6-184,5 0 1,-1 2 0,1 2-1,2 6 1,1 2 969,-1 3-971,4-1 1,-9 5 0,6 1-82,2 2 0,2-4-379,1 1 0,0 1 1,0-1-1,0-1-1036,0-3 660,0 0 0,6-3 0,3-1 0,4-3 0,1-1-4051,0-4 3716,7-2 1,-5-1 0,4-1-257,1-4 0,-5-3 598,3-6 1,-5-2 0,-5-1 0,-4-4 380,-3-1 0,-66-21 0,25 17 0,-1 0 0</inkml:trace>
  <inkml:trace contextRef="#ctx0" brushRef="#br0" timeOffset="72">2361 5104 7784,'-8'0'-433,"0"0"288,3 0 2986,3 0-1876,-4 0 0,8 0-456,2 0 1,6 0 0,9-2 0,5-1-275,2-2-474,3 0 1,-1 4 0,1-2-1,-2-2 1,-2 0-3784,-1-1 3328,-7 4 1,4-4-1,-9 4-388,-2-2 1082,-4 2 0,-69-17 0,-16 3 0</inkml:trace>
  <inkml:trace contextRef="#ctx0" brushRef="#br0" timeOffset="73">2446 5047 7799,'-8'0'952,"0"0"116,3 0-722,4-6 1,-4 2 0,10-4 0,4 1 1073,4-1-1573,7 4 1,3-7-1,5 5-344,0-2 0,-4 3 0,0-2 0,0 0 497,-2 4 0,-2-11 0,-6-2 0</inkml:trace>
  <inkml:trace contextRef="#ctx0" brushRef="#br0" timeOffset="74">2773 4962 8476,'0'7'5828,"0"0"-5051,0-7-127,0 6-75,0-4-181,0 10 1,-2-4 0,-1 6 0,-2 1 1892,2-1-2506,2 0 1,1 2 0,-2 1-1,-1 4 1,-2-1-745,2 1 821,1 4 0,2-9 0,0 3-490,0-3 1,0-2-1824,0 0 1618,0 0 631,0-6 0,0-3 0,0-10 1,0-4-536,0-4 833,0-1 0,0-8 0,0-5-12,0-5 1,2-2 0,3 2 0,4-3 213,4-1-130,1 4 1,-4-1-1,1 9-185,4 5 0,0 4 1,4 2-1,-4 4-1286,0 4 947,5 3 1,-6 4-1,2 3-513,-5 4 1,-3 5 0,2 4-1,-6 1 873,-2-2 0,-8-1 0,-2-2 0,-51 13 0,-10 3 0</inkml:trace>
  <inkml:trace contextRef="#ctx0" brushRef="#br0" timeOffset="75">2801 5089 7022,'-8'7'2959,"2"-6"-1583,6 6-140,0-7 0,2 0-894,2 0 1,0 0 0,5 0-1,2 0 172,2 0-369,1 0 0,2 0 0,1 0-987,2 0 1,0-5 841,-5 0 0,32-31 0,8-4 0</inkml:trace>
  <inkml:trace contextRef="#ctx0" brushRef="#br0" timeOffset="76">3128 4990 8032,'0'-8'3301,"0"0"-802,0 3-1485,0 4 0,0-4 610,0 10-1412,-6 3 1,3 11 0,-5 0-1,2 0 1,1 1 76,-1 4-149,4-4 1,-6 6 0,5-7 136,-2-2 0,0 0-2673,5 2 0,0-3 0,0 3-2082,0-3 3925,7-8 0,1 3 0,6-6 553,0-2 0,21-27 0,8-14 0,3-1 0,1-1 0</inkml:trace>
  <inkml:trace contextRef="#ctx0" brushRef="#br0" timeOffset="77">3398 5004 7844,'8'-8'923,"-1"0"261,-7 4 1597,0 2-354,6-4-2020,-11 6 0,5 6 0,-11 4 1624,2 2-1826,-1 9 0,-4-5 1,0 4-1,0-1 1,1 0-1345,3-2 507,-2-1 1,6-2 0,-6 1-1,5-1 1,-1 0-2429,0 0 1980,5-6 1,-5 3 521,3-6 0,2 0 0,-5-7 1,2-3-736,2-4 1210,3-4 1,-4-6 0,0 0 552,2 2 1,2 1 0,1 2 2571,0 0-2317,0-1 1,1 8 121,4 2 0,3 3 1,8 4-1,1 1 836,2 2-1488,6 6 0,-4-3 0,4 6-185,-1 0 0,-5-1-1267,4-4 1,-5 4 0,1-4 1256,-3 4 0,-21-18 0,-5-4 0</inkml:trace>
  <inkml:trace contextRef="#ctx0" brushRef="#br0" timeOffset="78">5105 4862 8172,'-15'0'-176,"7"0"0,-4-5 0,4-1 0,-2-2 0,1-3 1,0-2 786,1-1 1,1 5 0,7-1 0,0-1 852,0-1-1061,0 4 1,2 1-1,3 7 1,4 0 177,4 0-546,7 0 0,4 0 0,8 0 0,2 0 0,3 0 413,2 0-565,2-6 0,-3 4 0,-2-2 0,-1 2 0,-3 2-303,-2 0 329,-8 0 1,-2 0 0,-5 0 75,-1 0 119,-6 0-60,-2 0 1,-6 2 116,0 2 1,-5 0 78,1 5 1,-3-4-1,4 4 1,-2 2 708,2 2-780,2 1 1,1 0 0,0 1 0,0-1 0,0 0 323,0 0-339,0 7 0,0-4 1,0 5-61,0-1 1,0 4 0,0-3 0,-2 2-54,-3 0 36,4 6 0,-6 0 1,7 4 2,0 1 0,0-5 1,-1 5-1,-2 0-217,-2 3 132,0-4 0,4 6 0,-2-5 20,-2 1 1,0 0 0,3 4 0,-1-2 8,-1 1-4,-1-4 0,5 6 0,0-3 31,0 3 1,0 0-1,0-2 1,0-2 101,0-2-162,0-2 1,0-5-1,0-1-99,0-3 0,0-4 1,0-6-17,0 1-136,0-1-823,0-6-352,0-2-1791,0-6 1896,0 0 1330,0-6 0,-38-46 0,14 17 0,1 0 0</inkml:trace>
  <inkml:trace contextRef="#ctx0" brushRef="#br0" timeOffset="79">1266 6412 8203,'-14'0'109,"-1"0"0,1 0 1,0 0-1,0 0 1338,0 0 599,-1 0-225,7 0-1640,2 0 1,17 0-1,3 0 818,2 0-812,0 0 0,6 0 1,5 0-1,6 0 1,5 0 945,6 0-985,-1-7 1,11 6 0,-5-4 0,3 3 0,3 1 614,0-4-734,5 3 1,-9-4-1,6 6 191,0 0 0,-1 0-180,1 0 1,-5 0 0,-1 0 0,0 0 447,-1 0-488,2 0 0,-1 0 0,-2 0 0,-2 0 1,2 0 146,2 0-90,1 0 0,0 0 0,-1 0 36,-2 0 0,4 0-51,-1 0 0,2 0 0,-2 0 1,-3 0 102,0 0-225,2 0 1,2 0 0,3-1 0,1-3 0,-2 0 29,-1 1 7,-9 1 0,9 2 0,-7 0-6,-1 0 1,3 0 20,-1 0 1,-1 0 0,-3 0 0,4 0 9,4 0-3,-3 0 1,1 0-1,-2 0 1,4 0 0,3-2 201,2-2-166,0 2 1,-5-6 0,0 5 168,2-2 1,0-1-175,-2 1 0,-3 4 1,-7-4-1,3 2 86,2-2-70,4 3 0,5-4 1,1 5-1,0-3 0,-2 0 494,-2 0-454,2 3 0,-13 1 0,0 0 28,-12 0 0,-4 0-171,-7 0 0,0 0 0,-4 0-40,-1 0 27,-6 0 1,4 0-26,-2 0-560,-4 0-96,0 0-1425,-6 0 395,0 0 1,-1-5 1800,-4 0 0,-24-18 0,-13-9 0,-5 1 0,1-1 0</inkml:trace>
  <inkml:trace contextRef="#ctx0" brushRef="#br0" timeOffset="80">4550 5743 8101,'-8'0'38,"-3"-1"0,5-2 0,-2-4 602,-3-1-70,5 5 0,-5-5 0,6 4 0,2-6 830,1-2-1255,2-3 1,6 7 0,2 2 0,2 1 214,-1 1-342,-6-1 0,10 5-73,-4 0 1,-1 0 131,2 0 0,-7 1 1,3 4-1,-1 5 188,0 2-130,0 3 1,-5-1-1,-2 0 1,-1 2-1,-4 1 224,0 2-292,3 0 0,-3-5 0,3 1 111,0-1 1,-1-5 0,5 1 325,0 1-470,6-5 0,4 0 0,9-6-249,4 0 1,4-1 0,2-4 0,-1-3-579,1 0-1880,-7-4 2673,-2 4 0,-12-13 0,-2-1 0</inkml:trace>
  <inkml:trace contextRef="#ctx0" brushRef="#br0" timeOffset="81">3825 8132 8050,'-6'-8'842,"4"0"0,-4 5 656,-1-2-1057,6 0 1,-5 4-1,6-4-168,0-4 0,4 1 0,3 0 0,1 1-186,3 4-160,1 2 1,2 1-1,1-2-193,-1-3 288,0 4 0,0-4 0,-1 10 155,-4 4-30,-2 4 1,-7 1 0,0 0-29,0 1 1,0-1 0,0 0 0,-2 2 165,-3 3-198,-2-3 1,-6 9-1,2-6 1,1-2 0,6-1 0,-4-2 0,1 0-48,4 1 82,2-7 0,2 3 0,4-7 252,4-1 0,7-1 0,6-2 0,7 0 620,1 0-745,0 0 0,-2-2 1,-1-1 15,-3-1 1,1-6 0,-8 4 45,-4-2-1663,-5 5 576,-2-4 0,-10 9 0,-3 1 0,-7 3-4010,-5 2 3814,0 8 0,0 0 972,0 3 0,-38 9 0,-4 2 0</inkml:trace>
  <inkml:trace contextRef="#ctx0" brushRef="#br0" timeOffset="82">5275 11657 8234,'0'-14'43,"0"6"1,0-4 0,0 2 0,0-2-1,0-3 671,0 1-89,0 0 0,0 0 0,0 0 423,0-1-822,0 7 0,0 4 0,0 8 513,0 6-592,0 3 0,0 5 1,0 3-1,0 1 1,0 3 499,0 2-492,0 2 1,0-1-1,0 1 21,0-1 0,0 2 0,-1 2 1,-3-1 441,0-4-605,-1 8 0,5-16 0,0 8 10,0-5 0,0-3 1,0-5-340,0 0 63,0-6-925,0-2-771,0-6 1444,0-6 0,0-2 0,0-6-1185,0 0 0,2-1 1690,2 1 0,0-23 0,0-9 0,3-5 0,0 0 0</inkml:trace>
  <inkml:trace contextRef="#ctx0" brushRef="#br0" timeOffset="83">5204 11601 8296,'-8'-13'314,"2"8"0,6-9-99,0 1 269,0 7 1,0-7 0,1 6 0,6-1 518,7 3-843,0 3 1,18-2 0,-4-1-12,2 2 0,5 1 0,0 2 1,1 0-58,4 0-82,1 0 0,-3 0 0,-2 0 181,-1 0 0,-2 6-93,-5 4 0,-6-2 1,-3 1-1,-3 1 119,-2-2-82,-6 4-1,3-4 1,-6 6 516,-2 1-318,-1-1 1,-4 0-56,-2 0 0,0 0 1,-4 1-1,1 0 383,-1 4-460,5-3 0,-5 10 1,4-6 438,0 2 0,-1 2-289,5 4 1,-2-4-1,-1 0 1,-2-1 548,2-1-814,2-1 1,1-2 0,0 0 0,0-2 428,0-1-371,0-2 1,-7-1 15,-2-4 1,-4-2 0,-2-7 0,-6 0 216,-7 0-628,-7 0 0,-9 0 1,-4 0-480,-4 0 1,-8 0-705,-2 0 1,9 0 0,12 1 0,12 4 1433,13 5 0,53 2 0,18 2 0</inkml:trace>
  <inkml:trace contextRef="#ctx0" brushRef="#br0" timeOffset="84">5488 13392 8305,'-7'-21'295,"0"6"0,6-6 0,-2 7 1,-2 0-1,2-1 0,1 1 1644,2 0-1389,0 6 0,0 3 0,-2 10 1,-1 6-1,-1 6 495,0 7 0,1 3-815,-1 1 0,2 6 1,-3-1-1,4 0 211,1 2 1,0-5-238,0 3 0,0-3 1,0-2-1,0-1-170,0-3 1,0-2 0,0-5-307,0 2 201,0-6 477,0-7-197,0-6 0,0-6 0,0-5 0,0-5-561,0-3 162,0-6 1,0 3-1,0-7 1,0 1-1,0-2-155,0-3 302,0-4 1,-2-1 0,-1 2-188,-2 1 1,0 2 0,5 6 0,2 4-85,3 4 273,-4 3 0,12 6 1,-4 3 189,4 0 1,8 2-9,2 5 1,4 0 0,2 0 0,-1 2 230,0 3-341,1-4 1,4 7 0,0-5 0,-1 2 0,-2 0 150,-2 1-173,1-4 0,-7 9 1,-3-5 107,-3 2 0,-2-3 8,0 4 1,-6 1 0,-3 6 0,-4 1 445,-1 2-308,0 0 1,0 0 0,-1 1 0,-3 1 0,-2-1 1187,-2-2-1253,-1 4 0,-4-6 0,2 3-202,2-4 1,1 0-1,-3-1 1,3 0-235,1 0-271,-4-6 1,10 0-569,-4-3 313,-3-4 0,-1 6 0,-9-7-1970,-1 0 2143,-6 6 1,3-4 0,-6 4 0,-2-1-1,-4 1 591,-4 2 0,-16 15 0,-8 8 0,-7 3 0,0 1 0</inkml:trace>
  <inkml:trace contextRef="#ctx0" brushRef="#br0" timeOffset="85">5858 15539 20051,'-8'-7'-823,"2"6"0,4-12 1,-1 4-1,-2-4 938,2-1 405,2 6 0,-4-5 1,0 4 1541,2-4-1605,1 11 0,1 10 1,-2 16-1,-2 3 855,2 1-1072,-5 1 0,6-1 0,-2 1 1,0-1-1,1 0-388,-1 1 243,-1-1 1,5-1 0,-2-2-40,-2-1 1,2-11-24,-3 1 0,4-3 43,1 3-42,0-6 0,0-3 1,-2-10-1,-1-4 1,-3-4-149,-2-1-292,5-7 0,-5-1 0,4-6 0,0-1 1,1-1-739,1-3 794,2-3 0,2-2 0,1 2 101,1 1 0,12 2 339,-2 4 1,5 6 0,-1 0 0,2 4 724,2 7-510,2-2 0,0 12 1,0-3-1,-1 4 0,-1 2 1250,-3 4-1143,-3-3 1,-2 9 0,1-5 152,-1 2 0,-5-3 0,1 3 206,1-2-525,1-1 0,-4-4 1,-1 2-109,-1 2 1,-3 0-666,7-5 544,-1 0 1,1 0 126,-1 0 1,-4 0 315,4 0-274,-6 0 1,5 0-41,-3 0 0,-3 6 0,2 4 1,-2 2-186,-2 2 54,0 1 0,0 0 0,0 4 643,0 5 1,0-2-691,0 2 1,0-2 0,0 3-1,0-1-387,0 1 252,0-4 1,0 1-1,0-5 1,0 2 0,0-1-986,0-3 897,0-7 1,0 5 307,0-4 1,-2-2 131,-2-2 1,-6-2 0,-10 0 0,-9 2-1666,-7-2 920,-5-2 0,-8 4 1,-5 1-1,-6 1 724,-6-1 0,-8-3 0,-10-1 0,23-2 0,1 0 1,-1 0-1</inkml:trace>
  <inkml:trace contextRef="#ctx0" brushRef="#br0" timeOffset="86">5759 11160 8210,'0'-14'174,"0"-1"1,0 6-1,0 0 1,0-3 0,0 0 1502,0-2-1014,0 6 0,0 3 0,0 11 48,0 8 1,0 2-473,0 8 0,0 0 0,0 4 0,0 1 0,0-1 1,0 0 441,0 1-547,0-7 0,0 0 0,0-5 1,0 2 352,0-1 448,0-2-779,0-9 1,0-2-1,0-11 1,0-8-201,0-8 27,0-5 1,0-6 0,0-2-159,0-2 0,0 4 44,0-5 1,0 7 0,0-2-1,0 4-445,0 5-20,0 4 1,0 10 0,-2 4 0,-1 6-2707,-2 11 2469,-6 14 1,3 13 0,-6 8 832,0 2 0,-15 7 0,-7 6 0,-3 4 0,1 0 0</inkml:trace>
  <inkml:trace contextRef="#ctx0" brushRef="#br0" timeOffset="87">5716 12809 8090,'0'-8'204,"-2"-3"0,-1 5 1,-3-2 530,-2-3 0,3 3 0,-4-2 86,-2-1-646,4 5 0,1-2 0,6 3-17,0-4 0,2 3-163,2 1 1,4-1 0,7-1-1,0 1-12,4 0 0,-1 1 0,5 5 0,1-2 93,-2-2-39,5 2 1,-11-4 0,3 6 69,-3 0 0,-4 6 0,-1 2 1,-3 1 129,-2 1 1,-1-1 0,-5 10 0,-1 0-123,-4-1 1,-3-3 0,-6 0 0,1 0 221,4 4-395,-4-9 0,5 9 0,-6-11 67,0 0 1,4 3 0,2-5-233,2 2 106,1-5 0,7 3 299,3-6 1,2 0-36,8 0 1,-1 0 0,0 0 0,0 2 410,1 3-366,-1-4 0,-5 6 1,-1-6-1,0 2 0,-2 4 492,1 0-160,-3-3 1,-4 4-324,0-4 0,-6-1 1,-3 5-1,-4-1 310,-1-4-1083,-7-2 0,4 4 0,-5 0-603,1-2 0,2-1 0,5-1 0,0 2 1175,0 2 0,-1 25 0,1 2 0</inkml:trace>
  <inkml:trace contextRef="#ctx0" brushRef="#br0" timeOffset="88">5858 14913 8218,'0'-8'217,"0"-5"606,0 4 99,0 3-186,0-1-649,0 7 1,0 2-1,0 3 716,0 4-688,0 4 0,0 1 1,0 0-1,0 0 0,2 1 353,2-1-395,-2 0 0,4 0 0,-6 1 44,0-1 1,2-5-313,3 1 1,-2-2-1,5 3-99,-2-2 0,5-6 144,-1 2 247,2-3 1,-2-4 0,-2-3 24,-2-4 1,3 1-1,-4-2 206,-2-1-111,5 5 0,-6-7-30,3 4 0,-2 3-309,1 1 157,-2-3-553,4 6 290,-6-4 150,0 6 2960,0 0-2704,-6 0-334,4 0-64,-4 0 195,6 0-1562,0 0 0,0 13 1,0 3-1</inkml:trace>
  <inkml:trace contextRef="#ctx0" brushRef="#br0" timeOffset="89">5929 14814 8218,'8'-8'-1921,"0"0"1921,-3 3-195,-4 3 1,12-4 194,-4 6-46,-2 0 1,5 0 509,-2 0 1,-2-5 317,1 1-562,-6-1 0,4 3 193,-7-2 1,1 2 34,4-3 1,-3 2 123,2-2-36,-2 4-203,-2-6-264,-6 7 1,2 0 0,-5 0 6,-2 0-13,-2 0 0,-1 5 0,1 1 104,4 2 0,-4 3 0,4 7 0,-4 2 332,-1 2-328,0-4 0,1 10 0,2-1 257,2 5 1,1 1-228,-2-5 0,-1 5 0,6 1 0,2-4 142,2-5-384,1 2 0,6-11 0,4 3 1,4-4-1,3-2 4,2-4 89,6-2 1,-3-7 0,5-2-130,-3-3 1,3-2 85,-3-8 0,-4 1 0,-1 0 0,-3-2 56,-2-3 41,-6 3 1,-2-9 0,-6 6 0,-1 0-1,-4 0 134,-5 0-559,-8 7 1,-3 1 0,-4 6-55,1 2 0,-3 1 0,-3 4 0,3 2-1539,0 6 1533,7 3 0,-1 2 0,9 4-1799,2 5 2178,4-3 0,31 9 0,13 4 0,2 1 0,-1 0 0</inkml:trace>
  <inkml:trace contextRef="#ctx0" brushRef="#br0" timeOffset="90">5744 9454 7682,'-7'0'-955,"0"0"1145,7 0-183,0 0 1,-6 6-1,-2 2 1</inkml:trace>
  <inkml:trace contextRef="#ctx0" brushRef="#br0" timeOffset="91">5716 9497 7021,'-57'-29'0</inkml:trace>
  <inkml:trace contextRef="#ctx0" brushRef="#br0" timeOffset="92">5616 9454 8290,'7'-8'0,"-6"-5"0,-20-1 0,-12-8 0</inkml:trace>
  <inkml:trace contextRef="#ctx0" brushRef="#br0" timeOffset="93">5844 9553 8290,'28'0'33,"-6"0"0,-4-1-33,-7-4 0,-30-3 0,-13-6 0</inkml:trace>
  <inkml:trace contextRef="#ctx0" brushRef="#br0" timeOffset="94">6100 10321 7266,'-8'-6'-426,"0"4"0,5-4 426,-2 0 0,7-15 0,6-9 0</inkml:trace>
  <inkml:trace contextRef="#ctx0" brushRef="#br0" timeOffset="95">5915 12482 8428,'14'-14'-223,"0"-7"1,1 4 0,-1-4 0,0 4 222,0 4 0,-6 21 0,-1 2 0</inkml:trace>
  <inkml:trace contextRef="#ctx0" brushRef="#br0" timeOffset="96">6043 14458 8320,'-8'14'-23,"2"1"1,4-6 0,-1 0-1,-2 3 1,2 0-576,2 2 0,-4 1 598,0-1 0,-12 6 0,1 2 0</inkml:trace>
  <inkml:trace contextRef="#ctx0" brushRef="#br0" timeOffset="97">5673 16562 8382,'-14'-14'616,"0"6"0,4-5 0,3 4 0,-1-2 0,1 0 1626,1 1-1389,1 7-526,5-3 1,2 6-183,3 0 0,-2-2-87,6-2 0,-4 2 228,4-3 1,-4 4 339,5 1-453,-7 0 0,5-2 254,-4-3 0,0 2 262,5-6-598,-6 5 0,4-3-40,-7 2 0,0 2 0,1-5-26,4 1-108,-4 3 1,6 2 92,-7-3-142,0 4 133,0-5 35,0 6-1840,0 0 2014,0 6 566,0-5 724,0 6-1031,0-7 0,0 1 41,0 4-325,0-3 240,0 4-718,0-6-3326,0 0 3565,0 6-204,0-4 225,0 4 747,0-6-2681,0 0 1,76-38 0,-29 15 0,0-1 0</inkml:trace>
  <inkml:trace contextRef="#ctx0" brushRef="#br0" timeOffset="98">10934 10023 8045,'0'-15'520,"0"1"0,0 0 0,-2 1 0,-1 2 1331,-2 2-1674,1 6 1,2-8 0,-3 6 0,-4 2-1,-4 1 1,-1 2 0,-2 2 521,-3 2-563,3-2 1,-4 11 0,4-4-1,-1 4 1,-4 3 523,-1 2-600,5-2 0,-9 6 1,7-4-1,4 1 0,2-2 253,4-1-443,5-2 1,-7 0 107,7 1 1,5-3 133,9-2 0,4 1 0,5-5 1,5 2 215,2 3-159,9-5 1,-5 7 0,3-4 0,-3 4 0,-3 1 300,-3 0-353,3 1 1,-11 0-1,3 3 1,-5 2 0,-5 1 484,-4-1-372,-3 6 0,-9-6 0,-2 6 22,-4-3 0,-7-5 0,-4 1 1,-3-4 0,-1 0-126,5-1 0,-3-6 0,2-4-149,-3-2 1,0-2 0,3 0-1,4-2-1427,-1-2 1013,12-4 1,-8-2 0,12 1-996,2-2 1,1-2-1,2-1 1,2 0-2093,2 0 2980,4-1 543,7 7 0,56-30 0,-29 19 0,1-1 0</inkml:trace>
  <inkml:trace contextRef="#ctx0" brushRef="#br0" timeOffset="99">11161 10193 8096,'0'-14'0,"-1"1"0,-2 2 1762,-2 2 1,0 4 386,5-4-1629,0 5 0,0 0 1,0 8-1,2 7 1307,2 7-1670,-2-2 1,9 10-1,-5-3 511,2-1 1,-3 5-384,5-4 1,-7 3-1,3-1 1,-1-1 355,-1 1-657,1-5 1,-3 6 0,1-7-1,2-2 1,-2-1-517,-2-2 362,-1-6 1,2 3-97,3-6 1,-2-1-1,6-5 1,2-6-373,2-7 462,1 0 1,1-13-1,0 3-2,4-2 1,-3-1 0,3 2 0,-3 2-257,-2 3 501,-6 1 0,3 9 0,-5 3-47,2 0 0,-3 2 0,4 7-115,3 3 514,-6 3 1,5 7 0,-6 3 98,-2 1 0,5 5 1,1-6-1,4 1 460,1 2-777,0-5 0,5 4 1,2-7-30,1-4 0,-3 2 1,3-6-1,0-2 16,0-1-95,-4-2 1,4-6-1,-5-4-57,2-2 1,0-9-1,-6-1 1,-2-2 32,-2 0-67,-6-6 1,4 0 0,-7-4-113,0-1 1,0 5 0,-2-3 0,-1 4-1018,-2 6-210,-6 2 1,8 13-302,-7 3 1,7 5 0,-1 5-1530,2 5 947,2 9 2220,0 3 0,0 19 0,0 3 0</inkml:trace>
  <inkml:trace contextRef="#ctx0" brushRef="#br0" timeOffset="100">12014 10207 8103,'0'-20'0,"5"4"0,0-4 0,-2-1 1128,-1 5 1,2 0 0,1 7 0,-2-2 2151,-1-2-2480,-2 5 0,5 4 894,-1 8-1332,7 4 0,-9 11 1,4 2 246,1 1 1,-6 2-252,4 4 1,-2 0 0,0 1-1,2-1 759,-2 1-1002,-1-7 1,-2 3 0,1-4 0,2-1 0,2 2-94,-2 0-735,-1-4 1,-2 2-1202,0-5 1,0-6-1229,0 0 180,0-5 2962,0 2 0,-6-44 0,-2-9 0</inkml:trace>
  <inkml:trace contextRef="#ctx0" brushRef="#br0" timeOffset="101">12242 10151 8091,'8'-7'822,"-2"4"0,-6-6 1213,0-2-1527,0 4 1,6-5 0,6 4 0,5 0 1075,7 3-1567,2-3 0,4 7 1,4-4-1,4 3 0,3 2-339,1 0 43,1 0 0,-7 0 0,-4 0-1350,-7 0 0,-4 0-792,-7 0 1904,-6 0 0,-5 0 0,-11-1-73,-6-4 1,-5-1 589,0-4 0,-2 2 0,-2 5 0,4-2 0,3 2 0,2-5 0,-1 7 0,3-2 0,2 6 447,-2-2 0,10 12 0,-3-4 738,4 4 0,1 1 0,1 0 1,3 2 3358,0 3-3793,1-3 1,0 6 0,0-3-317,-2 5 1,3-2-1,-1 2 1,-1 1 412,3 2-700,-6 1 1,6 1 0,-6-1 31,4 0 1,-3-1 0,2-1 0,-2-4-133,-2-2-247,0 5 0,0-9-1641,0 3-614,0-3 1554,0-8 1,0-3-301,0-10 1,0-3-1,2-6 1200,2 0 0,17-39 0,9-8 0</inkml:trace>
  <inkml:trace contextRef="#ctx0" brushRef="#br0" timeOffset="102">12995 10122 8086,'0'-14'168,"5"0"0,0-1 1128,-2 1-496,-1 0 0,-1 5 1,2-1 1553,2-1-921,0 5-276,-5-1-881,-6 7 1,-2 7 0,-7 4 83,1 6 0,-5 0-165,0 7 0,-4-5 0,2 5 0,1 1 426,-1 2-644,-4 1 0,11 1 0,-2-1 1,6 1-1,4-1 67,3 1-32,1-7 1,5 3 0,5-6-400,6-2 0,10-1-3,0-2 0,4-4 0,4-2 0,1-2-766,-1-3 192,-2-1 0,-2-2 0,1 0 1,-3 0-1,0 0-2481,-3 0 2391,-5-7 1054,2 0 0,-18-52 0,-4-10 0</inkml:trace>
  <inkml:trace contextRef="#ctx0" brushRef="#br0" timeOffset="103">13223 10165 8096,'0'-14'522,"0"-1"0,0 6 1178,0-1 1195,0 1-613,0 1-1413,0 8 1,0 14 0,0 10 108,0 3 1,-5 1-408,0 1 1,1-1 0,4 0-1,0 2 182,0 4-801,0-4 0,0 3 0,0-8 0,0-1 1,0 0-351,0-2-339,0-2 1,0-6 0,0 1-4520,0-1 3942,0-6 1,0-4 447,0-8 0,1-11 0,2-10 1,4-6-991,1-7 1643,1 3 0,1-5 1,-2 9 253,-2 4 0,0 0 1,-3 8 195,2 2 430,0 7 0,-4 4 555,4 6 1,3 2-504,6 2 1,-3 0 0,2 3 0,3 0-76,0-4-616,-1 5 0,0-7 0,0 4 1,3-3-1,1-2-113,-2 0 67,-7 0 0,2-2 0,-4-3-328,0-4 1,0-5 0,-5-4 0,2-1-548,-2 2 848,-1-5 1,-4 11 0,-1-3 762,-2 1 1,-1 5 248,1-1-713,3 12 0,-4-2 0,8 15 436,2 3 1,0 3 0,3 8-1,1 2 1361,0 1-1563,-5 0 1,8 0-1,-6 0 315,-2-1 0,4-2-744,-3-1 0,1-6 0,-5-1 0,0-1-848,0-4-112,0-1 1,-1-8-2951,-4-3 1874,3-4 1977,-4-1 0,12-44 0,2-11 0</inkml:trace>
  <inkml:trace contextRef="#ctx0" brushRef="#br0" timeOffset="104">13991 10193 8092,'-7'-8'4177,"6"-4"-2497,-6 10-742,7-4 1,0 7-1,0 6 1,0 5 1460,0 6-1819,0 7 1,0-3-1,0 6 1,0 1 0,0-1 1291,0 1-1609,0-1 0,0-1 0,0-2 104,0-1 0,0-7-610,0 2 0,-4 2 1,-1-2-698,2-2-648,1-7 0,1-4-2674,-4-6 3596,3 0 666,-4 0 0,19-51 0,2-12 0</inkml:trace>
  <inkml:trace contextRef="#ctx0" brushRef="#br0" timeOffset="105">14261 10207 8101,'-6'-14'1875,"4"0"401,-3 0-951,4 0 1,2 6 0,4 3 1236,4 3-2126,4 2 0,1 7 0,0 4 574,1 6 1,-6 0-408,1 7 0,-6 0 0,4 4 0,-1-1-285,-4-3 0,-2 3 0,-1-5 0,0 1-341,0 1-80,0-6 0,-1 2 0,-2-6-801,-2 1 0,-5-6-1007,6 0-298,-7-5 1407,9 2 1,-4-12-1,6-5 1,0-7-1839,0-6 2039,6-9 1,2-8-1,6-8 174,0-1 0,1 4 468,-1-1 1,0 7 0,-1 5 0,-2 5 449,-2 8-213,-6 11 0,5 6 0,-5 10 1,4 6-1,1 7 1926,3 5-771,-5 4 1,7 2 0,-4-1 355,4 0 1,3 1-1243,3-1 0,-4-1 0,6-2 0,-2-3 594,0-1-1092,6-2 1,-8-5 0,6-1 0,-3-2 0,-1-3 480,2-2-427,-6-1 0,6-5 0,-7-2 140,0-2 1,1-4-385,-1-7 0,-2 0 0,-2-4 0,-5-5-1473,-4-3 1100,6-8 1,-6 4 0,4-6-1,-4 3 1,-1 2-3537,0 2 2614,-6 2-2275,5 6 2671,-12 7 1,10 11 0,-5 10 0,2 7 1039,2 4 0,-4 27 0,1 2 0</inkml:trace>
  <inkml:trace contextRef="#ctx0" brushRef="#br0" timeOffset="106">15356 10108 8136,'0'-14'941,"0"-1"0,1 3 1,2 1 620,2 1-1065,0 7 0,-7-8 0,-1 5 0,-3-1 0,-2 1 1603,-3 3-1797,-2 1 0,-6 2 0,-1 2 0,-2 3 0,-4 4 432,-1 4-700,-1 7 0,4-2 1,1 5-16,-3 3 0,6-1-102,1-1 1,3 2 0,2 0-1,1 2-61,4 1 0,2 2 1,9-9-1,4 0-562,8-3 546,1 4 0,12-9 1,-4 2-210,4-5 0,-3-8 289,0 1 0,-1-2 0,4-2 1,-2-2 195,-1-2-54,-7 2 1,4-10 0,-8 2 0,-2-1 157,-2 2 415,-6-4-246,4 11 1,-9-4 157,-3 6 1,-3 6 0,-6 4 0,2 2 1706,2 3-2000,-3-1 0,7 0 1,-3 0-1,2 1 1,3-1 268,-1 0-602,0 0 1,5-4 0,0-1 0,0 2-462,0 2-1701,0-5 1,-2 4-937,-2-2 0,-3 2 3176,-2 3 0,-61-20 0,-9-5 0</inkml:trace>
  <inkml:trace contextRef="#ctx0" brushRef="#br0" timeOffset="107">11076 11899 8074,'8'-6'1213,"5"4"1,-10-10 1070,6 2-1924,-6 4 0,4 3 0,-7 11 0,0 7 0,-2 6 0,-1 4 0,-2 4 0,2 2 2575,1 2-2639,2 7 0,0-9 1,0 7-1,0 2 1,0-1-23,0-1 1,0 2 0,0-7 0,2-2 42,3 0-500,-4-9 1,6-2 0,-6-7-1070,4-4 947,-3-2 1,4-9-1,-6-3-796,0-4 0,0-4 0,0-1 0,0-2-2846,0-3 3351,6-3 596,-4-6 0,-1-33 0,-2-14 0,-2 21 0,1-1 0,-1 1 0</inkml:trace>
  <inkml:trace contextRef="#ctx0" brushRef="#br0" timeOffset="108">11048 11942 8086,'-7'-14'563,"6"4"1,-4 1 885,3-2-837,2 4 0,0-5 0,2 4 446,3 0 0,6-5-595,12 4 1,7 2 0,15 1 0,1 1 756,1 1-1207,7-1 0,-10 5 0,3 0 0,-4 0 0,-7 0-2321,-7 0 1947,-7 6 1,-14-3 0,-4 7-1522,-2 1 0,-4-3 858,-2 1 0,-11 1 0,-8 4 1024,-4 0 0,-15-1 0,-8 1 0,-3 1 0,-1 0 0</inkml:trace>
  <inkml:trace contextRef="#ctx0" brushRef="#br0" timeOffset="109">11090 12070 8088,'-8'6'570,"-4"-4"1628,10 4-1691,-4 0 1,9-4-1,6 3 1,10-4 1215,7-1-1095,8 0 0,1 0 0,5 0-587,-2 0 1,-5 0-1,3 0 1,0 0-2447,1 0 2032,-12 0 1,7 0 0,-13 0 372,-2 0 0,-8 6 0,-2 2 0</inkml:trace>
  <inkml:trace contextRef="#ctx0" brushRef="#br0" timeOffset="110">11901 11999 8536,'8'-15'1590,"-2"1"55,-6 0-343,0 6 1,0-1 1562,0 9-2333,0 3 1,-5 17-1,0 4 46,2 3 1,-3 6 0,1 0-1,0-1 187,-1-2-449,5 5 0,-6-5 0,6 3 25,-4-3 0,3-2 0,-2 1 0,0-3 87,0-2-413,2-3 1,-4-7-100,6 0 339,-7-6-472,6-8 0,-5-14 0,6-10-162,0-3 1,1-7-1,4-6 1,4-6-1228,4-6 1262,1-3 1,7-4 0,1-1-102,0-1 1,3 5-1,-6 12 1,-1 9 519,-3 12-54,0 12 1,-1 6-1,0 11 173,0 9 1,1 11 0,-1 12 0,0 2 2023,0-2-1783,0 3 1,1-5 0,-1 7 272,0-1 1,-4 1 0,-3-2 0,1-3 1556,0-5-2044,-5-3 1,5-6 0,-5-2-530,2-1 0,0-2-161,-5-5-3793,0-6-3266,0-2 4013,0-6 3515,0 0 0,-25-51 0,-7-12 0</inkml:trace>
  <inkml:trace contextRef="#ctx0" brushRef="#br0" timeOffset="111">11929 12169 8116,'-8'0'4101,"-4"0"-2270,10 0-1167,-4 0 0,9 0 0,5 0 0,8 0 384,4 0-1119,4 0 1,4 0-1,1 2-984,-1 3 1,1-2-2678,-1 6 3732,-6-6 0,18 16 0,-3-3 0</inkml:trace>
  <inkml:trace contextRef="#ctx0" brushRef="#br0" timeOffset="112">12455 12013 8170,'0'-14'556,"0"-1"0,-5 1 3462,1 0-3130,-1 6 0,5 3 1,0 10 2123,0 5-2424,0 9 0,2 3 0,1 6 10,1 1 1,6 5 0,-4 3-1,2 1 416,3-1-876,-4-5 1,5 3-1,-4-7-40,0 1 0,5-1 0,-6 1 1,3-3-215,-1-2-174,1-3 1,4-12 0,0-1-367,1-2 0,5-1 1,4-7-1,3-4-949,1-8 1146,1 0 1,4-13-1,0 3-55,-2-3 0,-1-6 0,-3 0 0,-1 3-727,-3 5 1090,-12-2 0,2 11 1,-13-3 143,0 3 1,-8 7 0,-8 1 0,-11 2 227,-9 2-193,-5 3 1,-2 1-1,-1 0 301,-3 0 0,4 0 1,-1 0-1,6 1 581,3 4-689,2-3 0,6 9-145,3-6 0,12 6-740,12-2 532,12-3 0,11 1 1,5-7-213,0 0 0,1 0 1,-1 0-1,1-2-784,-1-3 711,1 4 1,-6-12 0,1 4 117,1-4 0,-4-6 0,-4-1 0,-6-3-370,-6-2 609,-3-8 1,-2 3 0,-4-3 184,-5 3 0,-5 3 0,-12 3 0,1 5 1080,-5 3-1064,2 9 1,-7-4 0,7 6 206,-1 2 0,1 3-494,-1 4 1,1 9-1,1 6 1,5 0-1171,8 1 877,-1-4 0,14 10 0,-2-6 0,6 1 439,6-1 0,29-3 0,13-2 0,3 0 0,1 0 0</inkml:trace>
  <inkml:trace contextRef="#ctx0" brushRef="#br0" timeOffset="113">13209 11913 8170,'-8'-14'354,"-5"0"0,10 6 0,-5 2 3484,2-1-3077,1 6 0,5-4 0,0 11 0,0 7 218,0 4 1,2 9 0,1-1 0,3 5 735,2 3-1178,-5 0 0,4-3 0,-6 2-143,4 1 1,-4 5 0,6-5 0,-3-3 179,1-5-461,0 2 0,-5-9 0,0 4-273,0-2-53,0-7 151,0-7 1,0-7 0,0-4-169,0-5 0,0-8 0,-2-6 1,-1-5-1444,-2-4 1155,1-9 1,4-4 0,0-8-143,0-4 0,4 1 0,3-5 0,1 5-995,3 5 1317,1 3 1,-2 16 112,-1 9 0,1 13 0,4 21 593,0 9-201,-6 6 1,-2 3-1,-6 1 140,0-1 1,0 1 0,0-2 0,0-2 233,0-1-348,0-7 1,0 3-1,-1-4 200,-4 3 1,-3-3 0,-6 3 327,0-3-645,0-8 1,-1 3-372,1-7 1,0 3-88,0-3 252,6-2 0,2 6 203,6-3 1,1-4 0,4 6-1,4-3-43,4 1 151,7 0 0,-4 0 1,3 1-424,-3 2 1,3-5 0,0 3 0,0-1-1473,1 0 1293,-4-1 1,11-4 0,-5 2-594,0 3 0,4-4 1,-7 4-1,0-3 1014,1-2 0,8-13 0,9-3 0</inkml:trace>
  <inkml:trace contextRef="#ctx0" brushRef="#br0" timeOffset="114">13806 11871 8170,'-6'-15'1516,"4"1"1,-4 0 1969,6 0-2522,0 6 0,-5 0 1,2 11 1347,4 8-1600,-1 18 0,7-4 1,-6 13-1,2 1 0,2 2 1789,-2 2-1973,-1 0 1,-2-1 0,0 1-247,0 0 0,0-2 0,-2-2 1,-1-2-283,-2-3 0,-6 0 0,5-8 0,-3-2 0,4-5 0,-3-3-505,6-8 0,-4-8-1123,6-10 1,2-2 0,2-4 0,7-3 1627,7-5 0,23-28 0,11-8 0</inkml:trace>
  <inkml:trace contextRef="#ctx0" brushRef="#br0" timeOffset="115">14531 12013 8170,'-21'-21'393,"6"6"0,-6-11 0,5 7 3916,-3 2-3827,-3 1 0,-3 7 1,-2 1-1,-3 3 0,-2 8 2163,-2 10-2308,4 7 1,-3 9-1,9 1 1,6 3-1,6 3 624,2 1-484,7 4 1,-2-11 0,10 3 0,6-3 0,7-2 1137,5 1-1364,4-1 0,8-6 0,3-3 38,3-3 1,2-6 0,1-1 0,0 1 152,-1-3-660,3 0 1,-12-7 0,4 0-491,-5 0 0,-9 0 0,-5-2-1059,-3-3 38,-8-2 0,-4-1 0,-10 3-3955,-8 3 5684,-13 2 0,-32-7 0,-13-5 0,18 4 0,1 1 0,-1-1 0</inkml:trace>
  <inkml:trace contextRef="#ctx0" brushRef="#br0" timeOffset="116">9228 10236 7956,'0'-8'-76,"0"-5"1,0 4-1,0-4 3235,0-1-2831,0 0 1,0 0 0,0-1-1,1 1 1,4 1 0,5 2-1,2 3 1,2 1 1901,1-1-2039,-1 5 0,-2-5 0,0 4 0,-3 0 0,2 1 47,2 1 0,-5 8 0,-2 4 1,-1 2 316,-1 3-474,1-1 1,-5 2 0,-1 1 259,-4 2 0,-3 5-208,-6-5 1,-1 4-1,1-4 1,0 0 265,0 2-475,0-5 1,-1 4-1,3-6 1,1-1-1,3-2-188,1-1 242,3-1 0,7-1 1,6-2-46,10 1 1,8-6 0,8 4-1,8-4-341,7-1 253,-1 0 0,0-1 1,-8-2-929,-3-2 0,0-1 0,-10 2-1240,-5 0-365,-12-1 2688,-5 5 0,-57-25 0,-12-7 0</inkml:trace>
  <inkml:trace contextRef="#ctx0" brushRef="#br0" timeOffset="117">9555 9852 8081,'-7'-28'208,"0"-1"1,-12 2 0,-2 2 2000,-1 1-1683,5 13 0,-6-6 1,6 12-1,-3 2 1,-3 1 1881,-2 2-1997,-2 7 1,-1 2 0,-2 9 0,-2 4 0,-3 3 971,-1 5-1047,-2 2 1,2 1 0,4 0-111,7-2 1,0 6-1,6 1 1,1 1 85,3-1-127,7 3 0,-3-6 1,6 4 48,2-1 1,1-4 0,2 2 0,2-1 226,2-4-332,4-1 1,13 2 0,1-2-118,0-3 0,10-7 1,-2 2-1,6-1 35,8-4 191,5-7 0,8 1 1,2-7 37,2 0 0,1-3 0,6-4 0,0-5 134,-5-6-431,-9-10 0,-2 2 0,-8-8-6,-3-3 1,-14 1 0,-3-6 0,-7-1-1111,-3-2 639,-6-8 0,-2-6 0,-6-9-400,0 0 1,-7 5-1,-8 2 1,-7 8-1254,-5 5 1841,-7 14 1,2 5 0,-6 15-531,-1 6 1,-9 8-1,-2 7 1,-1 5 839,4 3 0,12 13 0,0 6 0,-2 0 0,0 1 0</inkml:trace>
  <inkml:trace contextRef="#ctx0" brushRef="#br0" timeOffset="118">8830 9610 8106,'-35'-20'170,"5"4"0,-2-3 0,7 3 0,6 4 0,3 2 2146,2 5-1923,6 4 0,2 2 0,6 4 0,1 5 0,3 4 0,0 5 0,1 4 1188,1 4 1,-4 6-1181,3 1 1,1 5 0,-1-1-1,-2 3 210,-2 2 1,-1 6-275,0 3 0,0 8 1,0 1-1,0 1-33,0 1 0,0-3 0,0 7 0,0-1 378,0-1-562,0-2 1,0-8-1,0-3-138,0-4 0,0-1 0,0-4 0,0-7-285,0-4 22,0-10-752,0-2 206,0-12 1080,0-8 0,7-8-353,2-6 0,4 5 1,3-1-1,3-1-420,4-2 476,11 6 1,-3-4 0,7 4-26,2-1 1,1 5-1,3-2 1,2 4-84,1 1 99,7 0 1,1 0-1,7 1 8,-2 4 0,-2-2 1,-1 7-1,1-1 199,4-1-132,3 5 0,1-10 0,1 5-83,0-2 0,5 4 1,2-4-1,2 0-340,-2 1 270,5-3 1,-5 1 0,-33-2 0,0-1 110,3 0 1,-1-1-1,38 1 1,-39-2-1,1 0 1,-1 0-1,0 0-59,0 0 1,-1 0 139,2 0 0,0 0 0,1 0 0,0 0 0,-1 0 0,0 0 28,36 0 0,-4 0 0,0 0 0,2 0-236,2 0 61,-5 0 0,5-5 0,-3 0 56,-36 3 0,1 1 0,3 0 1,2 0-1,1 1 0,0 0 1,2 0-1,-1 0-159,-1 0 0,1 0 158,1 0 1,0 0 0,-3 0 0,1 0 0,2 0 0,1 0-37,0 0 1,0 0-1,-3 1 1,-1 0 0,-1 0-1,-1 1 1,-2 0-1,-1 1-92,0-2 1,-1 1 109,0 2 0,0 0 0,4-3 0,1 1 1,-2 2-1,1 0 8,-2-1 0,-1 0 0,37 8 0,-38-7 0,0 0 0,2 1 0,0 0 143,2-1 0,1 1-72,-5 0 1,0 0 0,5 2 0,0 0-1,-4-1 1,-1 0-20,2-1 1,0 0 0,-2 1 0,0 1 46,1-3 0,-1 1 0,34 6 0,2 0 0,-2-3 1,2-2-67,-4-1 1,-30-2 0,0-1 0,37 3-1,-39-4 1,1 1 0,39-1-153,-39-1 1,0 0 143,1 0 1,0 0 0,2 0-1,1-1 1,-2-1 0,-1 1-30,37-4 1,-39 0 0,1 0 0,-1 2 0,0 0-1,2 0 1,0 0-210,1 0 1,-1-1 158,37-7 1,-1 10 0,-7-5 55,0-1 0,-5 4 1,-1-5-1,-4 0 220,-5 0 23,-6-1 0,-12-5 1,-1-1-101,-3 1 0,-1-5 0,-4-1 0,-2-2 163,-4-4-130,4-1 1,-5-3 0,5-3-117,-3-5 1,1 2 0,-4-3 0,-1-3-114,1 1-2,-2-4 1,-7 8-1,-2-5 81,-5-1 0,-4-4 0,-1-1 0,0 2 34,0 2-28,-6-5 1,-2 3 0,-6-4-20,0 1 0,-2 3 106,-3 8 1,3-3 0,-5 3 0,3-1 97,-1 1-190,0 3 1,3 11-1,-2 1 1,-2-1-1,-1 2-71,1 3 121,-5-3 0,7 6 0,-7-3 126,-5 3 1,0-3-167,-8 0 1,0-1 0,-6 2-1,-4-1-10,-4 2 42,-9-5 0,1 5 1,-8-6-1,-5 3 0,33 11 1,-1 1 183,-2-1 1,-2 2-293,-4 0 0,-2 0 1,3-1-1,0 1 0,-2 0 1,-1 0 153,0 0 1,-1 0-1,0 2 1,0 0-56,-2 1 1,-1-1 0,-3 1-1,-1 0 1,2-1 0,0 1 0,-1 0-1,0 1-10,-2 0 0,-1 0 0,-1 2 0,-2 0 0,-3-2 0,-2 0 0,1 1 0,-1-1-37,-1 1 0,1 0-155,-3-1 1,0 1-1,6 2 1,1 0 0,-3-1-1,0 0 160,1-1 0,0-1 1,-1 3-1,0-1 1,3-1-1,0-1 0,3 2 1,0 1-46,1-1 0,0 2 48,-4-1 0,-1 0 1,3 0-1,-1 0 0,-5 0 1,-1 0-110,1 0 1,-1 0-1,-2 0 1,1 0 100,2 0 1,0 0 0,-1-1 0,0 2 0,-1-1 0,-1 1 0,2 1 0,0-1 14,1 1 1,0 1 6,2 2 0,0 1 0,3-2 0,0 0 0,0 3 0,0 0 0,-1 0 0,1 0 1,-1 1-1,2-1-29,1 0 0,0 0-29,3 0 1,2 0 0,10 0 0,2 0-1,2 0 1,1 1 0,-34 6 0,11-2-659,13-2 381,3 3 0,20-10 0,1 5-440,8-2 0,5 0-128,6-1 1,3-2 906,6 7 0,-38-1 0,-10 5 0</inkml:trace>
  <inkml:trace contextRef="#ctx0" brushRef="#br0" timeOffset="119">3768 8985 8182,'-9'0'272,"1"-2"1,1-3 285,4-4-1077,2-4 1,2 5 518,4 4 0,41-4 0,15 0 0</inkml:trace>
  <inkml:trace contextRef="#ctx0" brushRef="#br0" timeOffset="120">19649 10819 8134,'0'8'61,"-1"-2"1,-4-6 1138,-4 0-692,2 0 0,-1 0 0,4 0 1010,-6 0-890,4 0-93,-7 0-485,12 0 0,-4 0 0,10 0 0,4 0 12,4 0 1,7 0 0,2 0 0,2 0-680,0 0 536,-1-6 1,6 4 0,-2-3 87,-4 4 1,-2 1 44,-7 0 1,5 0 0,0 0 517,-2 0-305,-1 0 0,-6 0 560,-1 0-557,-6 0 97,4 0-92,-7 0 43,-7 0-300,6 0 670,-12 0-554,12 0 0,-6 1 2,7 4 1,0-2-45,0 7 0,0-6 0,0 6 91,0 1-133,0-5 1,0 7 0,0-4 0,0 4 229,0 1-204,0 0 1,0 1 0,0-1 0,0 2 0,0 1 513,0 2-269,0 6 1,-4-4-1,-3 4 12,-1-1 1,5-5-175,-2 4 0,-1-5 0,1 1 0,2-3-122,2-2-61,1 0 1,-5-5-289,0 1-359,0-7 0,5 2-467,0-10 1,0 2 0,0-7-1414,0-1 1694,0 5 1,0-7-955,0 4 0,0-4 1813,0-1 0,-50-44 0,18 23 0,1 0 0</inkml:trace>
  <inkml:trace contextRef="#ctx0" brushRef="#br0" timeOffset="121">19578 10876 8136,'8'-8'58,"-2"-5"1,-6 4 261,0-4 1,2 0-1,1 2 781,2 2-164,0 6-97,-5-4 0,0 9 345,0 3-864,0 2 0,0 8 1,0-1 118,0 0 0,-2 2-113,-3 3 1,4-2 0,-4 5 0,2 0 399,-2 1-572,4-6 0,-7 8 0,5-6 0,-2 0 1,0 0 307,-1 0-323,4 0 1,-6-3-1,5 1-44,-2 2 0,1 0-76,4-5 0,-5 1 0,0-1-88,2 0-275,1-6 1,2 0 51,0-3 438,0-4 1,7 5-1,2-6 102,4 0 0,7-4 0,4-3 1,3-1-16,1-3-257,7 5 0,0-5 0,4 5 47,-1-2 1,0 0 0,3-2-1,-1 4 65,-2 0-138,-13 4 0,7-4 1,-14 6 220,0 0 215,-9 0-201,-2 0 0,-9 0 365,-3 0 1,-3 0 0,-6 0-1,0 0 141,0 0-625,0 0 0,-1 0-704,1 0 1,2-2-337,2-2 1,2 2-2849,3-3 2303,4 4 0,-12 1 0,5 1 1518,0 4 0,-61-10 0,-10 4 0</inkml:trace>
  <inkml:trace contextRef="#ctx0" brushRef="#br0" timeOffset="122">13166 17344 7990,'-8'-8'213,"2"-5"1,6 4 520,0-4 0,0 4 0,0-1 76,0-1-861,0 5 0,6-5 1,4 6-1,1 1 0,0-1 1,-2 0 233,2 2-275,2 1 1,1 2 0,0 0 0,1 0 69,-1 0 26,-6 0 1,4 5-1,-4 1 1,0 2-29,-3 3 21,-4 2 1,-1 1 0,0 0-25,0 1 1,0-1 0,-1-2 0,-2 0-311,-2-3 222,-6 0 1,8 4-1,-5-2-78,2-1 0,1-6 0,5 6 20,0 1 562,0-5-234,0 7 1,6-7 0,2 5 0,2-3 397,-1-2-437,0-1 1,1 0-1,-2 1 169,-2 2 0,-1 2 0,-5 4 310,0 0-525,0 0 0,-2-1 0,-1-2-5,-2-2 1,-6 1-1,2 4-519,-4 0 323,-1 1 0,1-6 0,2-1-565,2-2 1,4-1 0,-4-5-966,-2 0-238,4 0 1899,1 0 0,-13-38 0,-5-9 0</inkml:trace>
  <inkml:trace contextRef="#ctx0" brushRef="#br0" timeOffset="123">13450 17131 7879,'0'-14'-69,"-4"-1"0,-3 1 1,1 0 530,0 0 1,-5 4 0,3 1 0,-2-1 402,1 2-666,-1-4 1,-9 9 0,-1-5-1,-1 1 1,-1 4 936,0 2-962,-2 1 0,-6 0 0,-3 1 28,-5 4 1,2 3 0,0 8-1,1 1-22,3 2-49,-4 6 1,6 2 0,-3 6-105,3-1 0,3 3 0,3-1 1,5 3-249,3 2 104,9-4 1,0 4 0,9-4-19,3 2 0,1-1 0,6 3 0,1-2-54,3-3 473,1 0 1,2-3 0,2-1-82,1-3 1,3-3-75,8-1 0,-1 0 1,6-8-1,1 1 558,2-3-462,2-8 0,0 1 1,1-6-1,2-2 1,1-2 1150,-1-6-1254,-2-9 0,4-3 0,2-8-87,5-3 0,-7-4-108,4-5 1,-8-6-1,-7 1 1,-9 0-219,-7-2 194,-12 4 1,-11-5 0,-13 2-1,-12-2 1,-11-4-1196,-8-3 668,2 16 1,-10-6 0,7 22-1012,1 6 0,2 6 1635,1 13 0,13 32 0,3 7 0</inkml:trace>
  <inkml:trace contextRef="#ctx0" brushRef="#br0" timeOffset="124">20431 10861 7851,'-8'0'307,"1"0"1,3-1 0,-2-2 891,-2-2-978,5 0 0,-3 7 0,6 2 1,0 6-1,0 3 0,0 1 438,0 0 1,0 5-479,0 0 1,0 6 0,0-3 0,0 2 0,0 0 0,0 1 759,0 2-852,0-5 0,0 3 0,0-6-40,0-1 1,0-3-383,0 0 1,0-6-214,0 0-790,0-5 0,0 0-2352,0-8 2938,0-4 750,6-6 0,15-58 0,-6 30 0,0-1 0</inkml:trace>
  <inkml:trace contextRef="#ctx0" brushRef="#br0" timeOffset="125">20403 10932 7422,'-14'0'748,"6"-6"550,3-3-996,3 2 0,2-1 1,2 4-1,4-4 410,9 0-594,5 2 0,4 6 1,0-2 77,1-3 0,0 4-109,-1-4 1,1 3 0,-6 2 0,0 0 303,1 0-413,-4 0 0,0 0 0,-6 0 0,-1 2 46,-1 3 104,5-4 0,-12 12 1,4-4 61,-4 4 0,4 1 0,0 0 0,-2 1 408,-1-1-337,-2 0 1,1 5-1,2 0-56,2-2 1,0 4 0,-5-2-1,0-2 338,0-1-413,0-2 0,0 0 1,0 1 11,0-1 1,-2-1-1,-1-2 1,-3-4 230,-2 0-301,5 4 0,-10-10 0,5 6-76,0-1 1,-4-4-68,2 2 0,-7-2 0,-2-2 0,0 0-746,-2 0 468,-1 0 0,-1 0 0,0-2 0,1-1 0,2-3-1706,-1-2 1279,2-1 0,7-1 0,2 1-229,5-2 0,5 3 1005,5-2 0,66-25 0,-24 12 0,0 1 0</inkml:trace>
  <inkml:trace contextRef="#ctx0" brushRef="#br0" timeOffset="126">20957 10890 7851,'-9'0'3688,"-1"0"-3160,7 0-210,-3 0 1,4 0 0,-1 1 0,-2 4-1,2 5 1,2 2 1334,1 2-1409,0 1 1,0 0 0,0 3 0,0 1 0,0 0 844,0 1-887,0-4 0,0 6 1,0-4-12,0 1 0,0-1-146,0-3 0,0-6 0,0 1 18,0 1-2019,0 1-177,0-4 1683,0-1 1,0-9-17,0-3 1,0-4 0,0-10 0,1-3-81,4 0 435,-3-5 0,4 1 0,-4-4 112,2 4 1,-2 2-1,3 0 1,-4 4 32,-1-1 443,0 5 0,0-4 605,0 6-656,0 6 0,2-3 1,2 6-1,6 2-374,-4 1 0,12 4 0,-4 1 0,2 2 0,1-1-33,2 3-84,-3-6 1,9 6 0,-6-6-28,-2 4 0,-1-4 1,-2 4-1,1-3 127,-1-2 227,-6 0 182,4 0-230,-4 0-26,0 0-113,-1 0 1,-3 6 0,1 4 355,-2 2-227,-1 2 0,-2 1 0,0-1-92,0 0 0,0 2 0,0 1 1,0 2 179,0-1-177,0-3 0,0 4 0,-2 0-42,-3-1 1,4-3-1,-5-2 1,1-2 192,0-1-219,-6-1 1,3-1-1,-5-2-55,4 1 0,-8-6-92,2 4 0,-2-3 1,1-2-1,-1 0-332,-2 0-105,-6-7 0,7 6 0,-4-6 0,0 3 0,1-3-2686,1-1 2152,1 5 0,6-5 38,4 4 1033,-4 2 0,56-30 0,6 1 0</inkml:trace>
  <inkml:trace contextRef="#ctx0" brushRef="#br0" timeOffset="127">21412 10890 7851,'0'-10'1352,"0"1"-28,0-1-748,0 2 0,2 2 0,1 8 403,2 2 0,1 3-646,-1 2 1,-4 9 0,6-4-1,-2 3-95,-1 4 0,1-5 1,-5 4-1,2-1-77,2 0-113,-2 0 1,4-5 0,-6 0 0,0 1 0,0-1-73,0 0-61,0-6 0,0 0-184,0-3 1038,0-4 1,-1 5-561,-4-6-277,3-6 1,-6-3-1,5-9 1,-1-2-1,0-2 48,3-4-391,-6 6 0,6-7 0,-4 5 72,4 0 0,1 1 1,0 7-1,0 0-1000,0 0 1161,0 6 1,0 0 0,1 5 165,4-2 0,3 0 0,6 5 0,2 0 452,3 0-378,-3 0 0,9 2 0,-5 1 103,2 2 0,1 4 0,2-4 0,-3-2 423,-1-1-466,-3 4 1,1-5 0,0 4 80,-1-3 0,-2-1 0,-2 3 81,0 0-256,0 1 0,-4-5 93,-1 0 1,-6 6 165,2 4-232,-3-4 0,-2 2 1,0-3 78,0 4 1,0-1 0,0 2 0,0 1 527,0 1-512,-7 3 0,6 0 1,-4 3-16,3 1 0,2 1 0,-1-2 0,-2 1-153,-2-2 13,0-1 1,5-2-13,0 0-51,0 0 941,0 1-738,-6-8 0,3 0 0,-7-7 0,-2 0 1,-6 0 427,-5 0-926,-4 0 0,-3-5 0,-5-1-293,-8-2 1,1 3-221,-6-4 1,9 5-1,4 0 1,3 1-1844,6-2 2719,7 3 0,36 9 0,16 8 0</inkml:trace>
  <inkml:trace contextRef="#ctx0" brushRef="#br0" timeOffset="128">14147 17316 7361,'0'-15'2089,"0"6"0,0-1-273,0-1-1668,0 5 0,0 1 0,0 10-34,0 5 1,0 8 0,0 6-1,-1 5 230,-4 4-321,3-3 1,-9 9 0,6-4 0,1 0-1,-1 0-2,0-4 6,-6-1 1,8-3-1,-5-3-318,2-5 1,-5-5-387,1-5 261,4-2 0,-5-14 0,5-4-154,-2-6 0,4-7 0,-2-7 0,1-4-494,1-1 1000,-1 4 0,5-9 1,0 5 23,0-1 1,1-4-1,4 5 1,5-2 58,2 0 65,9 6 1,-4 2 0,7 8 64,1 2 0,4 7 0,2 8 1,2 4 391,-1 1-434,-2 0 1,-3 1 0,-3 4-16,-5 5 0,-4 2 0,0 2 0,-3 1 88,-2-1-121,-4 6 1,-6-4-1,0 5 90,0-1 1,-6-2-1,-4 4 1,-4 0 454,-5 0-518,3-5 0,-9 4 0,6-7-48,2 0 1,1-1-1,3-2 1,2-3-151,2-2-14,6-1 0,-4-3 78,7 2 0,2-2 1,4 3-1,7-4-114,4-1 453,8 7 1,-9-6 0,5 5 6,-1 1 0,-4-1 0,3 5 0,-3-1 318,-2 1-530,-6-5 0,3 7 0,-6-4-69,-2 4 1,-3 1 0,-3 0 42,-2 0-50,-6 1 0,3-6 1,-6-1-204,0-2 1,-5-1 0,0-5-266,1 0 489,2 0 0,2 0 1,0 0-43,0 0 1,4-5-1,1 1-11,-2 0 34,5-4-280,-1 7 0,7-7 1,2 5 13,3-2 171,2 0 1,14 5-1,3-1-183,2-4 0,3 3 1,-1-4-1,1 0-594,-1-4 714,1 4 1,-1-7-1,1 4 185,-1-4 0,-6 4 1,-3-1-1,-3 1 292,-2 1 1076,0-5 209,0 5-373,-6-6-864,-1 6 0,-9 4-265,-3 8 0,-1 6 0,-5 7 0,3 2 331,2-2-274,-5-1 1,9-2-1,-3 1-288,4-1 0,1 0 0,0 0-1442,0 1 1110,0-1 1,1-6-158,4-4 0,3-2 0,6-2 0,0-2-563,1-2 1067,-1-4 1,0-6-1,0-1 146,1 1 1,2-5 0,-1 0 0,-4 2-144,1 1 744,-7 2 0,5 0 466,-6-1-212,0 8-682,1 0 0,-4 14 0,3 4-12,-4 6 0,-1 0 1,0 5-1,2-1-55,2-4-158,-2 5 1,11-6 0,-4 3-275,4-3 1,1-3 0,0-4-1,0-4-850,1-4 935,-1-1 0,5 0 1,1-1-92,2-4 1,-3-3 0,4-8 0,-3-3-369,-3-4 592,6-4 0,-9-3 1,2-2-23,-5-1 1,-7-6 0,4 1 0,-1-2-94,-4 2 362,-2 4 0,-2 5 63,-4 1 0,-3 7 0,-6 7 596,0 8-697,-1 4 1,3 8 0,1 4-43,1 3 1,2 1 0,-3 2-1,3 1 500,2 2-429,-5 6 0,9-7 1,-2 5 158,2 2 0,2 1 0,-1-1 1,-3-1 377,0 1-520,-1 2 1,5 1-1,0 2-12,0 3 1,5-3 0,-1 4 0,0-4 251,-3-2-325,-1 1 1,0 4 0,0 0-63,0-2 0,0 4 0,0-2 0,0 1-60,0 0-86,-6-4 0,4 5 1,-4-6-82,0-1 1,4 0-1,-4-1 1,1-3-466,0-5 463,1-3 0,2-7-105,-3 1 1,2-7 308,-6 2-68,5-10 0,-8-2 0,4-4 57,0 2 0,-5-2 0,5-7 0,-1 0-205,-1 0 136,1-4 0,1 6 0,3-3-52,4 4 1,1-1-43,0-3 0,0 3 1,3-3-1,5 2-486,6-2 548,3 3 0,2-6 0,2 4 0,1-1 0,3 0-384,2-1 406,2-2 0,-1-5 1,0 2-68,1 1 0,-1-1 1,1-7-1,1-1-310,3 1 382,-3-4 1,9 6 0,-5-3-13,-3 3 1,4 1 0,-3 1 0,-4 1-5,-3 3 60,-7 4 0,-4 6 0,-9-1 260,-4 1 0,-2 5 0,-4 1 510,-5 2-541,-2 1 0,-4 3 0,-1-1-130,-2-2 1,-5 1 0,3 5 0,-1 2 64,-3 2-150,4 6 0,-4-8 0,6 7 52,2 1 1,1 1 0,3 3-1,2 0 411,2 4-277,6-3 1,-4 5-1,7-5 99,0 3 1,0 1-1,0 5 1,0-3 735,0-1-789,7 4 1,-6-4 0,6 4 17,-1-1 1,-4-1 0,2 6 0,-2-1 240,-2 1-407,0-1 1,0 5 0,0 1 41,0-3 0,0 4 1,0-2-1,-2-1 261,-2-2-411,2-2 1,-9 1 0,5-1-124,-2 0 1,3-6-1,-5-3 1,-1-3-104,-1-2 188,4-6 1,-5-1-15,4-7 0,-4-2 0,-1-3 0,0-6-948,-1-6 793,8 1 0,-6-11 1,3 4-156,-2-4 1,-2-2 0,1 2 0,2 2-563,1 1 874,7 7 1,-3-3-1,6 5-56,0 1 0,2 0 0,2 0 0,6 1-412,2 4 524,9-4 1,3 5 0,7-5-40,2 4 1,2-4 0,-2 4-1,4-4-34,-1-1 102,5 0 1,-11 0 0,3-2-34,-3-3 1,-3 1 0,-3-4-1,-4 0-118,1 0 145,-12 5 1,9-5 0,-14 4 136,0-1 0,-3 0 0,-1 5 0,-1 0 422,-4 0-384,3 6 1,-10-3 57,2 6 1,-2 0 0,-3 5 13,1 0-233,0 0 0,0 7 0,1 2 1,4 4 1,-4 1-1,5 0 1,-1 0-43,-1 0 77,7 1 1,-5 1 0,5 1 7,-2 2 1,0 0 0,5-5 0,0 0 87,0 0-253,7 1 1,-4-6-1,6 1-63,2 1 0,4-5 0,2-1 1,4-4-349,1-1 462,-5 0 1,10-1-1,-3-2-39,2-2 0,1-11 0,-1 0 1,-3-3 132,3-1-62,-6-6 1,5 4 0,-7-4 160,-6 2 1,1-1-1,-7 6 1,1 1 443,-1 2-218,-1 9-362,-5 0 0,-7 7 1,-2 0-1,-2 2-55,1 3-21,-2 2 1,4 3-1,-5-1-15,4 2 1,1-4-1,5-1-730,-2 0 520,0-4 0,7 4 112,2-6 1,4 0 0,8 0-1,3-1-106,5-4 248,-4 3 1,7-9 0,-5 5 210,0-2 1,4 3 0,-7-3 0,-2 2 410,-1 3-48,-2 1 0,0 4-84,1 3 0,-8 3 1,-2 6-1,-3 2 862,-2 3-1009,0-4 1,-2 11-1,-1-7-36,-2-2 1,-1 4 0,3-3 0,-2 0-610,2-2-316,1-8 24,2 4 0,7-10 1,2 3-906,4-4 1283,1-1 1,2-5 0,1-1 61,2-2 1,2-1 0,-4-6 0,2 0-31,-2-4 280,-1 3 1,-2-5-1,1 7 327,-1 0 1,-5 4-1,1 1 300,1-2-337,-5 5-106,0-1 0,-6 9 198,0 3-342,0-4 0,0 12-162,0-4 1,0-1 0,0 2-236,0 1 212,0-5 1,0 7-31,0-4 0,2-1 0,3 0-25,4-2 180,-2 5 0,5-9 41,-2 3 1,2-4 0,3-1 144,-1 0 689,-6 0-268,4 0-285,-4-6 1,2 4-346,-1-2 213,-6 2 12,4 2-178,-7 0-1314,0 0 562,0-6 397,0 4 1,0-6 75,0 3 1,1 4-1,2-5 24,2-1 84,0 6 0,-4-6 201,4 7 1,-2 0 487,7 0-336,-1 0 0,5 0-143,1 0 0,4 0 0,0 0 0,0 0-477,1 0 426,-4 0 1,11 0 0,-4 0-73,4 0 0,2 0 0,-2 0 0,-2 0-153,-1 0 4,-1 0 0,4 0 0,-2 0 155,-1 0 0,-5-4 0,5-1 1,-1 0-131,0-1 153,3 4 0,-10-9 0,5 5 59,-1-2 1,-5 3-1,0-3 1,-5 0 261,-4 1-164,-1 3 0,-5-8 98,0 2 1,0 2 0,-2-1-24,-2-2-359,2 5 0,-11-2-97,4 3 1,-4 3 0,-1-2 0,0 2-239,0 2 326,-1 0 0,1 2 0,0 1-64,0 1 0,4 8 0,1-3 411,-2 4-153,-2 1 0,5 0 0,2-1 210,-1-4 0,6 4 0,-4-4 562,4 4-666,1 1 0,0 0 1,1 1 106,4-1 1,3 0 0,6 2 0,0 1 746,0 2-767,1 6 1,-1-7 0,2 5 56,3 3 1,-8 1-1,3 1 1,-3 0 311,-3 1-529,-2-7 1,-1 5 0,0-5-31,-2 0 0,-3 3 0,-5-6 1,-3-1 243,0-2-324,-4-2 0,4-6-63,-6-4 0,-1-2 0,1-2-191,0 0 227,-7-6 0,6-2 1,-6-7-40,0 1 0,6 0 0,-3 0 1,6-2 38,2-3-2,7 3 0,-3-11 1,6 5-158,0 0 0,1-3 0,4 6 1,5 0-578,2-1 529,9 10 1,-6-9-1,6 10-85,0-4 0,-6 3 1,4 3-1,-3 0-423,-2 4-117,-6-5 1,5 7-796,-4-4 0,-1-1 1677,2 1 0,-51-50 0,-8-9 0</inkml:trace>
  <inkml:trace contextRef="#ctx0" brushRef="#br0" timeOffset="129">7593 9667 8135,'-8'-8'-40,"-3"0"0,4 5 1,1-3 553,0-2-265,1 5 0,5-5 360,0 3-503,0 4 0,2-6-269,2 7 180,-2 0 0,4 2 0,-6 3 155,0 4-283,7 4 1,-6-4-1,4 1 98,-4 1 1,4 1 0,0 3 0,-2-1 20,-1 0 30,-2 0 0,1 5 1,4 0 1,-3 0-1,2-5 1,-2 1 1,-2-1 15,0-6 317,0 4 51,0-4-571,0 0-40,0-2 0,0-17 126,0-3-208,0-3 1,0 3 0,0-2 38,0-3 0,0 3 0,0-5 1,-2 3-200,-2-1 386,2-7 0,-4 10 0,4-4 165,-3-1 0,4 6 0,-6-4 0,3 3 270,-1 2-324,0 6 0,5-5 314,0 4 0,0 1-171,0-2-168,7 7 0,0-3 0,8 6-31,-1 0 0,2 0 0,1 0 0,2 0 79,-2 0-68,-1 0 0,0 0 0,1 0 16,2 0 0,0 0 0,-4 0 51,-1 0 126,-6 0 1,0 0 239,-4 0-180,-2 0-256,4 0-188,-6 0-15,0 0 135,0 6 115,0-4 1,0 10-42,0-2 1,0 2-6,0 3 1,5-1 0,0 0 0,-2 0 247,-2 1-195,-1-1 0,2 5 1,1 0-1,2-2 1,-2 0 174,-1 2-281,-2-3 0,0 5 0,0-7 186,0 0 1,0 0-128,0 1 0,-2-6 1,-1 1-15,-2 1 28,0-5 0,4 0 0,-4-6-497,-4 0 361,-4 0 0,-1-1 1,-2-3-556,-3 0 1,2-6 649,-7 6 0,-50-27 0,28 16 0,0-1 0</inkml:trace>
  <inkml:trace contextRef="#ctx0" brushRef="#br0" timeOffset="130">7152 9610 18360,'0'8'-579,"2"5"0,1-4 1,1 6-1,0 2 1,-3 2-1,1 0-711,2 1 1215,-2-4 1,4 5 0,-6-7 0,0 0 0,0 0 0,0 1 0,2-3 129,3-2 526,-4-4 1,6-8-1,-7-2-281,0-6-334,-7-2 0,6-7 0,-4-2 0,3 1 0,2-3-821,0 1 913,0 5 1,0-8-1,0 6-32,0 1 1,0 3 0,0 0-50,0 1-187,0 0 0,0 4 1,2 2 52,3 2 1,-2 1 0,6 5 988,2 0-410,2 0 0,1 0-188,0 0 0,1 2 0,-1 1 563,0 2-486,-6 0 0,5-5 227,-4 0 1,-1 0-95,2 0 1,-6 1-102,6 4-460,-1 3 0,1 1 0,-2 1-400,-2 1 206,-1-5 1,-4 7 106,4-4 1,-3-1 0,2 2-61,-2 1-10,-2 1 0,5-2 0,-1-1 25,0 2 1,-3-3-1,-1 2 1,0 1-266,0 1 419,0 3 1,-1-3-1,-3-1 33,0-1 1,-3-1-1,4 6 1,-2-1-664,2 0 587,-5-6 0,5 3 0,-5-5-543,2 2 1,0-3-1,1 3-814,-5-2 1131,-2-1 406,-2-5 0,-21-15 0,-8-8 0,-3-1 0,-1 1 0</inkml:trace>
  <inkml:trace contextRef="#ctx0" brushRef="#br0" timeOffset="131">6825 9553 8371,'-8'0'587,"2"0"0,4 0-563,-3 0 216,4 0 1,-5 2 0,6 3 0,0 4 1,0 4 1,0 1-1,0 0 1,0 2 170,0 3-473,-7-3 1,6 9 0,-4-4 0,3 1 0,2 1-98,0 0 113,0 3 1,0-10 0,0 3-246,0-3 618,0-2 428,0 0-576,0-6 1,0-8 0,-1-9 0,-2-4-1,-2-3 335,2-3-548,1 4 1,1-11 0,-3 6-1,0-2 1,0-2-209,3 2 172,1-5 0,0 11 0,0-4-84,0-1 1,0 10 0,0-3 0,1 3-62,4 3 78,-3 2 1,6 6 0,-4 0 32,6 0 1,-2 0 0,1 0 0,2 1 24,2 4 181,-5-3 1,4 9-1,-2-5 6,3 2 0,1-3 0,0 2 400,0 0-429,0-2 1,1-5 56,-1 0 1,0 0 13,0 0-134,-6 0-385,5 0-19,-12 0 366,6 6 0,-6 2 27,4 6 0,-3 0 0,2 0 0,-2 1-65,-2-1 28,0 0 1,2 5-1,1 0 3,1-2 0,1-6 1,-5-1-1,0 1 8,0 2 167,0 1 1,0-5 138,0 1 0,-1-7 0,-4 3 0,-5-1 156,-2 0-427,-9-1 1,-1-2 0,-6 1-236,-1 2 0,1 4-203,-1-4 0,6 5 0,1-4 0,1 2 422,4 3 0,14 8 0,4 3 0</inkml:trace>
  <inkml:trace contextRef="#ctx0" brushRef="#br0" timeOffset="132">6043 10264 7793,'0'-14'716,"0"5"-213,0-1-304,0 7 1,-2-8 0,-2 5 0,-6-1 0,-2 1 0,-3 3 112,1 1 1,-2 7-354,-3 0 1,-3 6 0,-8-2 0,-3 4 0,-5 1 0,-5 2-162,-4 3 161,3 3 1,-13 8 0,2 3 0,-8 5 0,-4 3-27,-1 2 70,32-19 1,0 1 0,1-3 0,0 1-1,-3 3 1,-1 1 0,-1 0 0,1 1-1,-2 0 1,1 1-947,0-1 0,1 1 948,0 1 0,1 0 0,2-5 0,1 0 1,-1 3-1,1 1-2,-1-1 0,0 1 1,-2 2-1,-1 0 1,0-1-1,-1 1 0,0-1 1,-1 0-82,1 0 1,0-1 34,0-1 1,-1 0 0,-2 1-1,-1-1 1,0 1 0,-2-1-9,-1 0 0,0 1 0,0 2 1,0 0-31,0-1 0,0 1 1,-1 3-1,1 0 1,-3-1-1,0 1 1,1 0-1,0 1 3,2 1 1,0-1 78,-3-2 1,2-1 0,3 3 0,1-1 0,-2-1-1,1-1 1,0 2 0,1 0 0,3 0 0,0 0-12,1 0 1,1 0 26,4 0 1,0-2 0,1-3 0,-1-1-1,2 1 1,1-1 13,0 0 1,-1 1 0,2-1 0,1-1 0,-22 25 0,4-4 28,4-4-79,8-1 1,-5-1-1,4-1-19,1-3 0,-5 3 1,5-3-1,-2 2-229,0-2 247,-7 9 0,8-15 1,-1 5-29,6-5 0,5-4 1,3-1-1,6-3-130,2-5 1718,8-10-1592,2-2 0,7-7 0,2-2 741,2-3-595,6-2 1,-8-9 0,7-2-70,1-1 1,-3-4 0,0 2 0,-2-1 15,-3-3 18,-1-2 0,-2-1 0,0 1-52,0 3 0,-5 3 1,-1 9-1,-1 1-77,1 1 70,-5 7 1,8-2 0,-5 12 17,1 7 0,-2 2 0,3 7 0,-1 4 440,1 5-386,1-2 1,5 5 0,0-7 146,0 0 1,0-1-1,2-3 1,3-3-66,4-1-360,-3-10 0,9 2 0,-3-12-196,6 0 0,2 0 0,-2-1 0,2-4-398,2-5-299,-11-2 1099,8-2 0,-30-13 0,2-3 0</inkml:trace>
  <inkml:trace contextRef="#ctx0" brushRef="#br0" timeOffset="133">21171 9596 7921,'-7'-8'-77,"-2"3"738,-4 4-432,5 1 0,0 0 0,5-2 1,-3-1 15,-2-2 1,5-6 0,-2 2-357,4-4 114,7-1 0,3 0 0,10-2 0,3-3 0,4-5 94,2-3-159,-3-1 1,10 0 0,-6-2 111,-1-4 1,-1 4 0,-3-3-1,-5 5 203,-4 4-75,-7 4-4,5 5 0,-13 7 0,0 5-54,-8 6-43,-5 5 1,-6 7-1,-1 0 85,-2 4 0,3-3 0,-5 3 1,0-3 207,2-2-390,-5 0 1,12-4 0,-6-2 82,1-2 1,4-1 100,-3-5-464,9 0 0,6-11 0,10-4 141,8 0 1,3-6-1,10 1 1,5-1 132,3 1 14,-4 1 0,4 9 0,-7 2 135,1 2 0,-1 1 0,-1 5 0,-3 2 369,-5 2-495,-3 4 1,-8 2-47,-4-1 1,-2 1 0,-4 2-234,-2-2-700,2-4 1,-11-6 981,4 0 0,-35-38 0,-10-9 0</inkml:trace>
  <inkml:trace contextRef="#ctx0" brushRef="#br0" timeOffset="134">21142 8558 8052,'8'-6'-268,"-2"-2"1,-1-6 0,0 0 0,0 1 1311,1 4-789,-4 2 1,4 10-1,-6 5 1,0 8 0,0 5 1243,0 4-1407,0 2 0,0 1 1,0 1-1,0-3 1,0 0-30,0-3 1,-2-5 0,-1 1 0,-2-3 54,2-2 47,-5 0 0,5-6 0,-6-3 177,-2-4-387,4-7 0,-1-4 1,5-7-15,-1-2 0,-1-8 1,5 0-1,1-6-136,4-3 204,-3 4 1,9-4 0,-5 4-30,2-1 1,1 2 0,6 5-1,-1 4-9,0 2 45,0 7 0,1 2 54,-1 6 1,0 2 0,-1 8 115,-4 4-181,4 4 1,-12-4-1,4 1 14,-3 1 0,-2 2 0,-2-1 1,-3-2-93,4 2 0,-10-9 1,4 5 1,-1-1 0,-1 4 1,-5-2-67,0 4 67,6 1 1,-3 0 0,6 1 171,2-1 0,1 2 1,2 1-1,0 2 388,0-2-294,6 5 0,-2-6 0,7 3 86,4-3 0,1-7 0,6-1 0,0-1-63,1-4-228,0-2 1,1-2 0,-2-4-107,-1-4 0,-2-4 0,-7-1 0,-1-1-867,-1 1-1196,-7 0 2178,3 6 0,-25 27 0,-4 13 0</inkml:trace>
  <inkml:trace contextRef="#ctx0" brushRef="#br0" timeOffset="135">6626 9312 8532,'-8'0'-361,"-5"-5"1,4-1-1,-4-1 1852,-1 1-1328,0 1 1,4 5 0,1 0 0,-2 0 0,0 2 546,1 3-655,-2-4 1,5 12-1,-4-5 1,2 1 0,-2 1-110,-2 1 1,-1 1 0,1 3 0,2 0-160,2 4 43,-1-3 1,-2 11 0,2-2 0,4 5 0,1 5-347,0 1 495,1 2 1,4 5 0,1 0 34,4-1 0,3 1 1,6 0-1,0-2 267,0-3-211,1-4 1,-1-5 0,2-2-2,3-4 0,-2-2 0,5-7 0,0 0-61,0 0 11,2-6 1,0 3 0,-1-4-2,3 1 1,4-4-35,-2 6 0,8-7 0,-7 3 1,3-1-26,2 0 137,3 0 1,4-5-1,-2 0 1,1 0-1,2 0 441,4 0-415,2 0 1,-6-5 0,1-2-62,-1 0 0,3 2-23,2-5 1,-1 1 0,6-5 0,3-1 34,5 1-117,-1 0 0,10-5 0,-4 0 0,1 2 0,-1 1-62,-2 2 35,-1-1 1,-2-2 0,-3 1 53,-7 4 1,-5 1 0,-7-4 0,-5 3 382,-3 2-330,-14-2 0,3 4 1,-12-8 146,1-3 0,0 2 1,-5-5-1,2-1 606,-2 1-724,-1-1 1,-2-6-1,-2-1 27,-2-3 1,-4-3-150,-7-7 0,-5-1 0,-5-2 1,-7-3-138,-6-2 161,-3 6 0,-2-3 0,-1 10 0,-3 5 0,-5 3-122,-4 2 149,-7 6 0,-2 7 0,-9 11-367,-6 2 0,35 5 0,0 0 219,-9 1 1,-1 2 0,2 2 0,1 3-1,-4 1 1,0 1 0,1 2 0,1 2-518,0 1 0,1 2 124,2-3 0,-1 0 0,-5 3 0,0 0 547,5-4 0,0 1 0,-1 2 0,2 0 0,5-2 0,0-1 0,-1 0 0,-1 0 0,1-1 0</inkml:trace>
  <inkml:trace contextRef="#ctx0" brushRef="#br0" timeOffset="136">19422 10819 8121,'-14'-26'81,"-1"0"0,1-4 1,0 0-1,0 0 0,0 0 1,-2-2 533,-3-1-838,3 0 1,0 6 0,8 3 0,2 5 0,1 3-1,1 2-79,-1 0 330,0 6 1,10 3 0,1 10 0,2 4-85,3 4 1,-3 8 0,1 2 0,1 4 101,-2 2 503,4-1 0,-10 2 0,3 2-318,-4 1 0,4 0 0,0-5 0,-2 1 165,-1-1-346,-2 1 1,4-1-1,1 1-27,-2-1 0,0 0 0,1-1 0,2-1 8,2-3 0,-5-5 0,10 7 1,-4-6-71,4-2 1,-4-1 0,2-3 0,3-2-44,4-2 78,1-6 1,0 4 0,0-7-90,-2 0 0,4-5 0,-2-1 0,-2-2-42,-1-3 99,-2-2 0,-1-1 0,-2 0 69,-2-1 0,-6 6-15,2-1 0,-3 1 1,-2-5-132,0 0 119,0-1 0,-2 6 1,-3-1 19,-4-1-84,2 5 1,-5-5 14,2 6 1,2-4-1,1 2 87,0-1-42,2 5 239,-1-3-211,5 6 76,-6 0 67,7 0 1,0 2-1,0 2 99,0 6-202,0-4 1,5 7-290,0-4 1,-1-1-197,-4 2-70,0-1 1,0 1-67,0-1 1,-7-4 550,-8 4 0,-56-12 0,25 2 0,1 1 0</inkml:trace>
  <inkml:trace contextRef="#ctx0" brushRef="#br0" timeOffset="137">21597 11487 8108,'0'-8'-949,"0"0"1,0 3 948,0-4 0,0 3 0,0-2 0,2 4 0,3 0 0,4 1-58,4 1 1,1 2-1,0 0 23,0 0 0,0 0-123,1 0 158,-7 0 0,23-6 0,1-2 0</inkml:trace>
  <inkml:trace contextRef="#ctx0" brushRef="#br0" timeOffset="138">23261 11373 8045,'22'0'-82,"3"0"0,-4 0 0,-1 0 0,2 0-789,0 0 772,2 0 1,3 0 0,-2 0-1,-3 0 1,0 0 0,-1 0 0,0 0-43,-4 0 309,-1 0 1,-7 0 0,1 0 129,1 0-284,-5 0 1,7 0-15,-4 0 0,-9-19 0,-1-5 0</inkml:trace>
  <inkml:trace contextRef="#ctx0" brushRef="#br0" timeOffset="139">23616 11316 6207,'43'-42'0</inkml:trace>
  <inkml:trace contextRef="#ctx0" brushRef="#br0" timeOffset="140">22038 11288 8169,'8'0'765,"4"0"2035,-2 0-4672,3-6 1872,-6-2 0,-32-32 0,-14-6 0</inkml:trace>
  <inkml:trace contextRef="#ctx0" brushRef="#br0" timeOffset="141">12995 18424 7780,'0'-7'-12,"0"-1"0,0 3 993,0-5-836,-6 4 0,5-2 1,-6 5-1,1-2 0,-4 2 1,-2 2 234,-2 1-328,-1 0 1,7 6-1,4 3 1,1 4 0,-1 1-17,0 0-112,-1 7 0,5-5 1,0 3-108,0-3 1,5-2 113,-1 0 1,7-1 0,-1-2 0,3-3-137,1-2 110,0-1 0,5-5 1,0 0-1,-2-2 1,-1-3-36,-2-4 164,1-4 0,-1-1 1,0 0 142,0 0 1,-4-1-1,-2 1 211,-2 0-292,-1 6 255,-5 2 0,0 7 680,0 4-788,0 3 1,0 11-1,0 0 53,0-2 0,0 4 1,0-1-1,0 1 694,0-1-882,0 6 0,0-11 1,0 4 24,0-3 0,0-2 1,0 1-1,0-1 121,0 0-147,0-6 0,0 0-900,0-3-569,0-4 0,1-4 0,2-8-3,2 0 1365,0 0 0,7-29 0,4-5 0</inkml:trace>
  <inkml:trace contextRef="#ctx0" brushRef="#br0" timeOffset="142">13195 18240 7780,'-15'-7'235,"6"4"0,-1-5 514,-1 2-652,5 1 0,-7 0 0,4 1 1,-4 1-1,-1 1 258,0 2 0,-5 0 1,0 0-1,1 0 217,3 0-441,-6 0 0,1 0 1,-6 2-1,4 1 1,0 3 545,0 2-553,-2 1 0,2 6 0,2-1 39,-1 0 1,5 0-92,-3 1 0,4 3 0,2 3 1,2 1 155,1 3-210,7 2 1,-5 0-1,5-2 1,-2-1 0,2 1 284,2 2-293,1-5 1,0 4 0,0-7-193,0-2 0,4-1 126,1-2 1,5 5 0,-4 0 0,2-3 112,3-5-32,-5 1 0,7-4 0,-4 6 0,2 1 0,0-3 269,-1-2-188,-1 2 1,1-8-1,-1 3 7,2 0 0,2 2 1,1-4 168,0-2-327,1-1 1,-1-2-74,0 0 0,0 0 0,1 0 0,-1 0-353,0 0 377,0 0 1,0-5 0,1-1 40,-1-2 0,2-2 1,3-4-1,4 0-184,4 0 361,2-1 0,1 1 1,1 0 53,2 0 1,1 0-1,-6-1 1,0 3 134,1 2-154,-7-2 0,3 4 1,-6-6 46,-1-1 0,-7 1 0,-3-2 1,-1-1 50,1-2-189,-4 0 1,2-2-1,-6-1-33,0 0 0,-2-6-215,-2-1 1,-4 6 0,-7-6 0,0 2-711,-4 1 647,3-3 1,-11 5-1,3 2 1,-3 2 0,-1 2-1356,0 3 1095,-1 7 0,1 1 0,-1 7 1,1 0-1,-1 4 503,1 5 0,-7 38 0,-1 21 0</inkml:trace>
  <inkml:trace contextRef="#ctx0" brushRef="#br0" timeOffset="143">14218 18311 7621,'0'-8'460,"-1"0"1,-4 5 0,-5-2 775,-2 2-1116,4 1 1,-5-2-1,4-1 1,-4 2 0,-1 1-1,0 2 1,-1 0 570,1 0-601,0 0 0,0 5 1,-2 1-1,-1 2 1,-2 2-17,1-3 1,7 6-56,2-3 0,-1 2 1,-2 2 11,2 1 0,4-6 0,6 1 169,0 1-177,0 1 1,5 2 0,1 1 51,2-1 1,1-3 0,5 0 0,1 2 102,-1-2-125,0 0 1,-1 3 0,-2 0 46,-2 0 0,-6 1 1,4-1-1,-2 0 6,-1 0-57,1 1 1,-11-3 0,-4-1 19,-2-1 0,-4-6-96,-3 6 0,1-7 1,-5 2-1,-3-4-533,0-1 458,3 0 1,-3-6 0,4-3-1,-2-4 1,2-1-330,1 0 405,9-1 1,-1 1 0,5-2-88,0-3 0,2 8 25,6-3 1,0 3 516,0-3-262,0 6 1,1 3 0,4 10 280,5 4-327,-4 4 0,5 1 0,-6 0-38,-2 1 1,3-6 0,0 1 0,1 1 1,-1 1-14,-1-4 1,1 5-30,4-4 0,2 2 0,4-1 0,1-5 41,2-4-128,7-1 0,-9 0 1,5 0-107,-1 0 0,4 0 51,-1 0 0,1-6 0,-1-4 0,-4-2-287,1-2 335,-5-1 1,6-4 0,-5 0 0,2 2 0,-2 1-418,-1 2 405,-2 0 1,1 1-1,-1 2-63,0 2 154,0 5 1,0-2 0,-1 8 5,-3 2 177,-4-2 0,-1 11 231,-1-4-295,1-3 163,-5 1-90,0-7 0,-1 0 0,-4 0-213,-5 0-40,4 0 1,-7 0 0,4-2-1,-4-1-8,-1-2-78,0 1 1,4 4 0,1 1 45,-2 4 0,-2 1 37,-1 4 1,4 2-1,1-2 39,-2 2 51,-2 3 1,5-1 0,4 0-1,2 0 1,2 1 350,0-1-361,0-6 1,6 4 0,4-4 57,3 0 1,5-2-91,1-6 1,7 0 0,-3 0 0,4-1-138,2-4 116,-1-3 1,5-6 0,0 0-1,-1-2 1,-2-1-381,-1-2 177,-7-7 0,-2 9 0,-6-7 60,1-1 1,-3 0 0,-2-1 0,-6 4-150,-2 2 180,-2 1 1,-2 9 79,-2 1 0,1 6 0,-7-2 233,-1 3-198,5 2 0,-7 7 139,4 2 0,-2 5 1,-1 4-1,5 1 803,0-2-724,3-1 1,-1-2-1,0 0 163,2 1 0,0-1 0,0 0 0,-2 0 607,2 0-856,1 1 1,2-1 0,0 0 120,0 0 1,-5 1 0,1-1 312,0 0-352,3-6 1,1 0-1954,0-4 944,0-2 665,0 4 1,0-7 73,0-4 1,0 2-156,0-7 179,0 7 1,0-5-88,0 4 1,1 2-428,4-3 394,-3-3 290,4 7 0,-4-5 16,2 6 29,-2 0 1,4 1 89,-6 4 1,0-2 227,0 6-430,0 1 1,0-1 8,0 1 0,0-5 27,0 4 68,0-6 243,0 4-487,0-7 82,0 0-186,7 0 1,-4-7 0,5-2 0,0-2-396,-1 1 418,-3-2 0,8 4 28,-2-6 0,2 1 0,3 3 0,-1 6-123,0 2 307,-6 2 0,5 0 0,-4 0 18,4 0 1,-4 2-1,1 2 1,-1 6 575,-1 3-507,5 1 0,-12-5 0,6 1-12,-1 1 0,-3 1 0,5 3-167,-2-1 68,5-6 0,-8 3 0,7-6-95,1-2 0,-3-2 0,3-1 0,3 0-347,4 0 322,1 0 1,-5-1 0,2-4-40,3-5 0,-4-2 1,4-2-1,-3-1-121,-2 1 228,1 0 1,-1-5 0,-2 0-63,-2 2 1,-4 1 33,-6 2 0,0-1 126,0 1-115,0 0 0,-6 6 0,-4 3 0,-4 4 0,-3 2-343,-2 4 366,0 3 0,3 6 0,-1 0 58,-2 1 0,0-1 0,6 0 1,2-1 256,2-4-285,5 4 0,-2-5 1,6 6 12,0 0 1,0-4-1,2-2 1,2-1 90,6 1-151,3-5 0,7 4 1,2-7-35,0 0 1,5 0-1,-3 0 1,3-2-151,1-3 134,1-2 0,-3-3 0,0-1-7,-3-5 0,1 2 6,5-5 0,-6 2 0,-1-1 0,0-1-191,1 2 191,-6 8 0,8-3 1,-6 8-1,-1 1 0,-3 1 139,0 2-83,-1 0 0,-2 2 156,-2 2 1,1-1 0,-6 7 55,-2 1-22,-2-5 226,-1 1-96,0-7-58,-6 0-365,5 0 1,-12 0-126,3 0-27,-2 0 0,-2 0 155,-1 0 1,1 1 0,0 2 0,0 4 25,0 1 72,-1-5 1,1 9 0,0-4 133,0 0 0,4 3 0,2-4 0,0-1 320,0 0-349,5 5 0,-3-8 139,6 7 0,2-2 0,2 1 187,6-4-343,9-3 0,-2-2 0,7 0-30,1 0 0,2-7 0,1-2 1,1-2 58,-1 1-187,1-9 0,-2 10 0,-2-12 64,-1 1 0,-7 2-63,2-5 0,-10-3 0,-4-5 0,-3-2-246,-2 1 327,0 2 0,-7 2 0,-1 1 1,-1 3-1,-1 5-305,-1 3 204,-1 8 41,4 2 0,-3 8 0,6 2 0,2 7-274,1 7 493,2-2 0,0 10 0,0-2 153,0 3 1,0 1 0,0-1 0,0-1 397,0-3-619,0 1 0,0 0 0,0-1 116,0 3 1,0-6 0,0-1 0,2-3 1018,3-2-1078,-4 0 1,7-1 0,-3-2-733,4-1 0,4-7 406,1 1 1,0-2-1,1-2 1,-1 0-335,0 0 419,7-6 1,-6-4 0,4-7 0,-1-2 0,-1 0-105,2-2 106,0-1 1,-5-5-1,0 2-28,1 1 0,-6 7 3,1-2 1,-6 0 0,4 3-53,-1 4 173,-3 7 1,-4 0 0,0 10 0,0 4 30,0 4 110,0 1 1,0 5-1,0 0 51,0-1 1,0 2-1,0-1 1,0-2 260,0-1-411,0-1 0,7-1-91,2 0 0,4-6 0,1-2 0,0-1-447,0 0 393,1-1 0,-1-5 1,0-4-35,0-4 1,2-4 0,1-1-1,2 0-239,-1-1 360,-9-5 1,4 4 0,-4-3 50,4 3 0,-5 2 91,-3 0 14,3 6 45,-7 2 1,5 12 0,-6 3 379,0 4-416,0 1 1,0 0 0,2 1 119,3-1 0,-2 0 1,6-1-1,3-2 33,0-2-312,2-6 0,5 5 0,2-5-80,1 2 1,2 0 0,3-7-1,-2-1-498,-2-2 485,1-6 1,3 4 0,-3-8-29,-5 1 1,0-5 69,-5 0 0,3-6 0,-9 1 0,0-3-390,-3-1 437,-4-1 0,-1-1 0,0 0 0,0 2 0,0 6-111,0 5 273,0 9 0,-1-3-21,-4 6 1,2 0-120,-7 5 29,7 0 1,-5 6 0,4 4 54,-6 3 1,2 2 0,-1 3 0,-2 2 690,-2 2-603,5-4 0,-4 7 0,4-4 59,0 1 1,-3-3 0,6 3 0,0-2 27,-1-2-228,4-3 1,-4 4 0,6 0 90,0-1 0,5-2-184,-1-2 0,8-5 0,-3 1 0,4-1-372,1-1 333,0 5 0,2-12 1,1 4-1,4-3 1,-1-2-341,1 0 338,4 0 0,-8-2 1,7-1 42,1-2 0,-2-6 0,0 2 0,1-4-141,-2-1 174,5-7 0,-11 5 1,3-4 32,-3-1 51,-2 6 0,-2-6 86,-2 7-159,-4 6 1,-7 3 0,-3 10-36,0 4 123,-7 4 0,9 1 0,-3 0-41,4 1 1,1-1 0,0 0 4,0 0-114,0 1 1,6-3 0,4-2-176,2-6 1,2 3 0,1-3 0,0 0-483,4-3 561,-3-1 0,9-5 0,-4-1 16,1-2 1,-3-1 0,3-5-1,0 1 97,0 3 41,-4-2 1,2 5 0,-5-2 120,-1 4 0,0 4 1,0 1 371,0 0-297,1 0 1,-3 1-1,-1 4 47,-1 4 1,-5-1 0,2 2 0,1-1 148,0-1-282,2 5 1,-1-10 0,1 5-49,1-2 0,3-1 1,3-5-1,2 0-246,-1 0 179,-3 0 0,4-2 1,0-1-15,-1-2 0,-2-4 0,-2 3 0,0-2 423,0-3-366,-6 4 1,3-5 0,-6 2 0,0-2 1,-5-3-1,-2 3 43,-3 2-61,4-2 0,-12 10 0,2-3-157,-6 4 1,-1-4-1,-4 0 1,0 4-433,0 4 495,5-2 0,-9 12 0,6-3 134,-2 2 0,4 2 0,1 1 0,4-1 113,4 0-148,-1 0 0,2 5 0,4 2 433,2 1 1,2-3-1,0 3 1,2 0 1066,2 0-1280,4-4 0,5 2 0,-2-6 58,-2 1 0,-5-1 1,2 0 102,0 0-257,-4 0 0,3-6 0,-10-3-242,-5-3 1,-2-2 0,-4 0 0,-3 0-1023,-5 0 633,-3 0 1,4-7-1,1-2-131,1-4 0,4-1 0,7-2 0,5-1-512,4-2 803,7-6 0,4 2 0,10-5 55,9 0 0,5-1 309,9 1 0,-5 4 0,0 2 0,1 1-279,2 4-43,2-5 0,-8 8 1,-5-2-1,-6 5 303,-4 0 0,-39-2 0,-14-1 0</inkml:trace>
  <inkml:trace contextRef="#ctx0" brushRef="#br0" timeOffset="144">21199 9667 7508,'-8'0'-464,"0"0"0,5-1 812,-2-4-458,1 3 1,4-6 0,0 4 118,0-6 40,0 4 102,6 0 0,3 1 0,9 0 0,1 2 62,-2 1-128,-1 2 1,5 0-1,2 0 154,4 0 0,1 0 0,1 0 0,1 0 274,3 0-460,3 0 0,7 0 0,0 0 44,-1 0 1,1 0-1,0 0 1,1 0 236,3 0-402,-9-6 0,10 4 0,-10-2 69,3 2 1,1 2 0,1 0 0,-2 0 107,-3 0-15,-3 0 1,-7 0 0,1 0-1,-1 0 0,-1 0 0,-2 0 0,-3 0 154,-1 0-174,4 0 0,-4 0 0,2-1 41,-4-4 0,-3 3 1,-2-3-1,0 4 145,1 1-73,-7-6-33,4 4 1,-5-6 33,2 3-178,-3 4 1,-1-7 166,0 3-14,0 4-377,-5-6-38,0 7 1,-2 0 143,-3 0 50,4 0 1,-12 0 0,4 0 49,-4 0 0,-3 0 1,-3 2-1,-3 1 124,0 2-107,-11-1 1,9-4-1,-11 0 40,1 0 0,-1-1 0,-5-2 0,2-2 19,-1 2-39,-2-5 1,-2 6 0,1-2-8,-1 2 0,0-3 0,2 1 1,2 0 10,1 3-131,6 1 0,-3 0 0,7 0 60,-1 0 0,1 5 0,0-1 0,-1-1-27,1-1 65,-1-2 0,2 5 1,2-1 13,1 0 0,7-3 5,-2-1-53,10 0 31,2 0 1,9 0 0,3 0-1,4 0 84,4 0 31,7 0 0,9 2 1,9 1 66,3 2 1,12-1 0,4-4-1,2 0 178,-1 0-391,5 0 0,4 0 0,9 0 61,4 0 0,-37 1 0,-1 0 1,3 0-1,-1 1 0,0 1 1,0-1-444,-2-1 0,0 1 417,1 2 0,-1 0 0,23-1 1,-3 7-28,-12 1 0,-15-3 1,-10-1-304,-9 0 164,-11-2 0,-5-5 84,-10 0 1,-8 0 0,-8 0-1,-7 0-895,-10 0 757,1 0 1,-17 0 218,7 0 0,-6 6 0,7 2 0</inkml:trace>
  <inkml:trace contextRef="#ctx0" brushRef="#br0" timeOffset="145">23403 9468 8130,'0'-14'177,"0"0"1,-5-1-1,0 1 1,2 0 721,2 0-512,1 6 1,0 0 0,1 6 844,4 2-1210,-3 4 1,4 11-1,-6 4 1,0 3-1,1 2 649,4 0-601,-3 0 1,4 4-1,-6 0 1,0 1 0,0-2 502,0-4-529,0 4 0,0-9 0,0 4 1,0-2-1,0-2 65,0-3-107,0-7 1,-2 3 838,-2-6-951,2 0 0,-4-11 1,6-4-161,0-3 0,5-7 152,-1-4 0,3 2 0,-3-3 0,6-4-333,2-2 396,-4-2 0,5 4 1,-5 1-1,1-1 0,1 2-677,1 4 600,-5-10 0,5 15 0,-4-7 0,1 4 89,3 2 110,-5 1 1,2 10-122,-3 3 0,-2 5 28,6 5 1,1 3 0,4 6 0,2 2 296,3 3-233,-4-4 1,6 11-1,-7-6 1,-1 1 0,-2-1 657,-2-2-511,-5-3 0,2 0 0,-6-1 102,0 0 0,-2 0-156,-2 0 0,-4-6 1,-8-1-1,-2-3-57,0 1 1,-13 0 0,5-5 0,-1 0 50,2 0-222,1-6 1,2 4-1,3-4 135,3-1 1,6 6-65,1-4 1,6 2-98,-2-2 0,5 4 81,5-4 119,9 3 1,2 7 0,3 1-14,-3 2 1,-2 2 31,0 4 1,0 0-1,0 0 1,1 1 48,-1-1-47,0 0 0,-4 5 0,-1 0 0,2 0 0,2 0 739,1 0-692,0 0 1,-4 0 108,-1 0 0,-6 0 478,2-5 836,-3-6-615,-2-2-605,0-6-284,0 0-10,0-6-728,0 4-183,0-4-3029,0 6-2522,0 0 6408,-7 0 0,-25-15 0,-13-8 0,-6-1 0,1 0 0</inkml:trace>
  <inkml:trace contextRef="#ctx0" brushRef="#br0" timeOffset="146">28493 3938 7658,'0'-8'767,"-7"-5"1,6 10-295,-4-6 0,2 6 1,0-4 1038,-2 1-1130,-6 4 1,9-10 233,-2 2-476,2 4 0,4-5 1,2 6-146,6 2 1,-2 1 0,1 2-120,2 0 139,2 0 0,1 0 1,0 0 214,1 0 0,-1 0-14,0 0 1,0 2-1,2 1 1,1 2 387,2-2-419,0-1 0,-9-2 1,-1 0-1,2 0 476,2 0-432,1 0 1,-6-2 6,-3-3 1,1-3 0,-1-6-1006,-2 0 429,-1 6 0,-2-5-228,0 4 0,0 1 0,-2 0-750,-3 2 760,4 1 1,-7 5-1025,3 0 0,-3 2-1203,-6 2 2785,0-2 0,0 42 0,-1 4 0</inkml:trace>
  <inkml:trace contextRef="#ctx0" brushRef="#br0" timeOffset="147">29104 3782 7670,'0'-15'0,"0"1"1189,0 0 0,0 0 619,0-1-1112,0 8 0,-1-4 113,-4 6-761,3 0 0,-10 11 1,4 4 167,0 2 0,-5 3-102,4-1 1,1 0 0,0 0 0,0 1 66,0-1-230,5 6 1,-3-4-1,6 3 1,0-3-1,0-2 179,0 0 16,0 1 1,1-6-1,2 0 62,2 3 0,5-5 1,-4 1-1,2 0 406,3 0-294,-5-5 569,7 4 66,-5-7-780,0 6 0,-4-5-220,-8 4 1,-4-3 0,-6-2-1,-1 0-260,1 0-824,-6 0 1,4 0 0,-3 0-825,3 0 1,7 0 1952,-1 0 0,-12-13 0,-8-3 0</inkml:trace>
  <inkml:trace contextRef="#ctx0" brushRef="#br0" timeOffset="148">24768 5189 7952,'-10'-2'136,"1"-2"1,-2-6 0,-2-1 1292,-1 2-405,6-4 1,-5 11 145,4-2-1050,3 2 0,1 2 0,10 0 0,4 0 1,5 0 470,5 0-401,-3 0 1,16 0-1,-2 0 117,4 0 1,11 0-99,7 0 1,6 0-1,7 0 1,8 0 463,4 0-525,-3-6 1,-33 5 0,0 0-1,37-4 1,-4 4 0,-4-1 593,-10-2-585,-11 2 0,-5-4 1,-6 6 112,1 0 1,-4 0-242,-2 0 0,2 0 1,0 0-1,1 0 81,3 0 59,3 0 0,-6 0 0,-3 0 0,-3 1 574,-1 4 5,-7-3-416,-8 4 1,-9-6-111,-10 0 1,2 0-861,-7 0-1194,7 0 0,-5 0 0,3 0 1832,-4 0 0,-67 13 0,30-6 0,-1 1 0</inkml:trace>
  <inkml:trace contextRef="#ctx0" brushRef="#br0" timeOffset="149">23886 9042 7873,'-14'0'113,"0"0"1,0 0-1,-1-2 1,1-1-1,0-2 1,-2 2 1246,-3 1-1214,3 2 0,-9-1 0,5-2 0,-3-2 1,-2 2-1,-2 1 0,-1 2 75,-1 0 1,-4 0-1,-1 2 1,-1 3 175,0 4-319,2 4 1,0 1-1,1 2 1,4 3-1,4 4 234,3 4-211,-4 2 1,9 4 0,-1 2 1,6 1 0,-2 2-219,4 4 1,-4 1 0,-1 0 0,0 1 69,-1 3 0,3-2 0,1 2 1,3-4 38,2-6 30,1 5 1,0-6 0,0 5 108,2-3 0,6-3 1,4-7-1,1 0 691,3 1-778,8-7 1,-2-1-1,7-7-34,1 0 1,7-5-1,2-1 1,3-1-4,2-4 27,2-2 0,2-1 0,-1-1-45,1-4 0,1-3 1,2-6-1,2-2-32,-3-3 216,0-3 1,-3-6-1,1-1 23,0 1 0,-7-5 0,-4-2 0,-6-1 440,-2-4-583,-13-1 0,2-2 0,-13-1-139,0-3 1,-13-5-1,-6-8 1,-8-2-706,-6 2 514,-3 8 0,-7 4 0,1 11-206,-1 3 0,2 15 1,3 7-1,5 4-1781,3 5 1779,8 1 0,-4 10 0,9 6 484,4 8 0,24 56 0,1-32 0,0-1 0</inkml:trace>
  <inkml:trace contextRef="#ctx0" brushRef="#br0" timeOffset="150">25137 9298 7911,'-6'-8'71,"-2"-5"1,-1 10 0,-1-5 2721,-1 2-2449,5 1 0,1 5 1,10 0-1,4 0 163,4 0 1,9 0-329,7 0 1,2-2 0,10-1 0,3-2 122,1 2 0,0-5-209,3-1 0,-4 1 1,3-1-1,-4-1-54,-5 2 1,-5-3-1,-9 5 93,-5-2 70,-10 5 1,-4-4-389,-10 7 1,-7-4 0,-9-3-1,1 1-520,-1 0 347,-4-5 0,7 9 0,-4-3-442,2 4 0,6 1 125,4 0 498,7 0 1,-2 0-1,10 0-114,4 0 1,9 0 538,1 0 0,6 6 1,-3 2-1,2 1 985,0 1-669,-7-7 0,3 10 0,-7-4 1,-3 4 177,-6 1-1431,-2 0 1,-8 0-1,-4 1-293,-3-1 0,-2 5 0,-3 0 983,-1-2 0,-19 18 0,1 3 0</inkml:trace>
  <inkml:trace contextRef="#ctx0" brushRef="#br0" timeOffset="151">28663 15041 8284,'-14'0'523,"0"0"1,4 0 0,3-2 0,-1-1 2707,0-2-3253,5 1 0,-2 4 1,10 0-1,6 0 0,4 0 1,6 0-1,1 0-1953,3 0 1320,2 0 1,-3 0 0,-2 0 0,-1 0 654,-4 0 0,-58 25 0,-16 7 0</inkml:trace>
  <inkml:trace contextRef="#ctx0" brushRef="#br0" timeOffset="152">27953 4734 8068,'-8'0'318,"0"0"1,5-2 636,-2-2-677,0 2 0,0-6 0,-1 5 553,-2-2-656,5 1 0,-3-3-105,6-2 1,0 1-41,0-2 1,6 7 0,3-3 225,4 0-248,1 4 0,1-4 1,-1 6-1,0 0 1,2 1 118,3 4-31,-3-3 1,4 4-1,-6-4 30,0 2 0,5-2 0,2 3 0,0-4 359,-1-1-462,5 0 0,-7 0 0,4-1 188,-2-4 0,4 3 0,-7-4 1,-2 1 463,-4 1-266,-8-8 1,3 5-269,-6-8 0,-1 1 0,-4 0 194,-5 0-1650,-2-1 0,-2 8-2358,-1 2 3673,7 3 0,34 9 0,13 0 0</inkml:trace>
  <inkml:trace contextRef="#ctx0" brushRef="#br0" timeOffset="153">28834 4706 8314,'0'-15'104,"0"6"1,0-1-1,0-1 1,0-1-1,0-2 1003,0-1-928,0 1 0,6 6 0,2 2 1,2 1-1,-1 0 0,2 2 0,2 2 1047,1 1-1089,0 6 1,-1 2 0,-2 6 0,-3 0-1,0 1 213,0-1 0,-5 0 0,2 0 0,-4 0 3,-1 1-262,0-1 0,0 0-18,0 0 0,0-4-479,0-1 170,0-6-35,0 4 1,0-9 0,2-3-881,3-4 915,-4-4 1,10-1 0,-5 0 88,2 0 0,2-1 0,4 3 0,-1 1-248,-4 1 646,4 1 0,-5 1-51,6 3 1,0 4 0,0 2 353,1 4-205,-8-4 1,1 12-1,-4-3-97,0 2 0,3 2 1,-4 1-1,2-1-397,-2 0 111,5-6 1,-5 3 0,5-5-213,-2 2 0,5-5 0,-2 2-885,4-3 934,1-2 0,1-2 0,-1-3 65,0-4 1,0-8 0,0-2 0,-1 1-124,-3 2 543,2 2 1,-5 0 0,4 0-74,-2 0 0,-4 6 0,4 3 458,2 3-509,-4 2 1,4 2 0,-5 3 86,2 4 1,-5 4-1,3 1 1,-1 0 331,0 0-477,0 1 0,-5-6 1,0 1 68,0 1 1,0-3-392,0 1 0,-2-1 0,-3 1 0,-6-2-1345,-6-1 1183,1-4 1,-6 6 0,5-5 0,-2 1 0,1 0-2744,2-3 3121,9-1 0,19-12 0,12-4 0</inkml:trace>
  <inkml:trace contextRef="#ctx0" brushRef="#br0" timeOffset="154">29886 4791 8235,'-9'0'469,"1"-2"1997,1-2-1404,-4 2 0,8-4-408,-6 6 1,4 0 0,-3 1 0,2 4 83,3 5-478,-5-4 1,5 6-480,-7-2 0,2 3 1,-3-1-1,3-1-2079,2-1 1982,-5-1 0,9 1 316,-2-1 0,2 7 0,2 6 0</inkml:trace>
  <inkml:trace contextRef="#ctx0" brushRef="#br0" timeOffset="155">30185 4663 8464,'0'-14'449,"0"0"1,0 4 0,0 1-1,0-2 1257,0-2-975,0 5 1,0 0 0,0 7-330,0 1 1,0 3 0,0 11 0,0 0 318,0 0-544,0 1 0,1 0 0,2 3 49,2 1 1,0 0 0,-5-5-1,0 0 291,0 0-372,0 1 1,0-1-1,0 0-103,0 0 1,0 0 0,0 1-1,0-1 155,0 0-97,0 0 1,0 0 0,0 1-39,0-1 0,0 0 1,-2 0-1,-1 1 60,-2-1-388,1 0 0,-1 0 45,0 0 0,0 1 0,4-3-414,-4-2-2026,4-4 484,-6-6 1,9 0-736,3 0 2912,-4-6 0,24-34 0,-1-13 0</inkml:trace>
  <inkml:trace contextRef="#ctx0" brushRef="#br0" timeOffset="156">30156 4819 8219,'-8'0'950,"0"-4"970,4-1-691,2 0 336,-4-1-1042,6 4 1,1-4-430,4 6-128,3 0 1,6 0 0,0 0-1,2-2 1,2-1-487,1-2 74,0 1 0,0-3 0,-1 0 156,0-1 1,-1-5 0,1 3 0,1-4-571,-2-5 817,-1 4 0,-7-11 0,-1 7 285,-2 2 1,-1 1-1,-5 2 848,0 0-622,0-1-141,0 8-138,0 0 1,-5 14-1,-1 4 1,0 4 665,-1 4-715,3 7 0,4-11 0,0 6 0,0-2 0,0 0 386,0-2-415,0-1 0,0-2 0,0 0-182,0 1 0,4-6 0,3-1 1,1-2-133,3-2-351,1-3 1,3-1-1,0 0-344,4 0 1,-1-6 0,5-5-1,1-5-350,-2-3 1114,5-6 1,-5 3 0,7-7 180,-1 1 1,-6-1 0,-3 1 0,-3 1 1083,-2 3-419,-6 4 19,5 6 1,-13 6-1,0 3 170,-8 3-837,2 2 0,-7 8 0,5 5 44,0 4 1,-3 4-1,6-4 1,2 4 156,2 1-156,1-5 1,0 9 0,0-8-92,0 0 0,4-2 0,1-2 0,0 0 46,1 0-20,-4 1 0,4-6-143,-6 0 0,-8-5 0,-6 0 0,-8-2-629,-5-2 277,-2 0 1,-1 0 0,-3 0-1,-3 0 451,0 0 0,-21-8 0,-10-3 0,-2-1 0,-1 0 0</inkml:trace>
  <inkml:trace contextRef="#ctx0" brushRef="#br0" timeOffset="157">19393 8757 8262,'-7'0'-13,"-1"-4"0,3-1 1,-3 0 1589,0-1-936,2 4 0,6-6 500,0 4-900,0-4 1,1-2 311,4 1-396,-3 6 1,10-10 0,-2 3 124,2-2-214,3-2 0,-1-1 1,0 1-276,0 0 1,1 0 37,-1 0 1,6-1 0,2 1 0,2-2-183,0-3 273,-1 4 0,6-6 1,-1 7-1,1 0 1,-1-1-117,1 1 208,-1 0 1,-1 0-1,-2 1-16,-1 4 0,0-7 19,4 6 0,-1-7 0,-2 4 0,-1-4 3,1 0-41,2 1 1,1-3 0,1-2 0,-1 1-1,2-2-33,4-1 42,-4 0 1,11-6 0,-5 1 0,2-1 0,0 1-50,1 0 63,2-1 1,-4 2-1,-4 2-2,-3 1 0,3 2-13,0-1 0,5-4 0,-3 3 0,1-3-38,4-1 64,1-1 0,8-1 0,3-1 0,3-2 1,4-1-6,2 0-2,-2 4 0,-1-10 0,-7 7 14,-2 1 1,-4 2-1,-7 3 1,-4 2 71,-4 2-73,-2-1 0,-4 2 0,-2 3 31,-2 3 1,-1 2 0,-4 0-1,-1-1 51,0 1 20,0 0 1,0 4-1,-1 1-37,-3-2 0,2 3 0,-2-2 94,2-1-92,-4-1 0,3 2 416,-6 1-441,0 6 11,-5-4-406,0 7-1034,0 0 1294,-7 0-3,6 0 1,-7 0-95,3 0 191,-3 0 1,-1 0-85,-1 0-167,7 0 173,-3 0 1,1-1-240,0-4-277,1 3 366,4-4 568,0 6 0,0 6-31,0 4-229,6-4 1,-4 7 35,2-4 1,3 4 14,-3 1-562,1 0 1,-5-4-440,0-1 0,-2-4 850,-2 5 0,-36-7 0,-13 3 0</inkml:trace>
  <inkml:trace contextRef="#ctx0" brushRef="#br0" timeOffset="158">23047 5516 8079,'0'-8'663,"0"0"0,0 3 843,0-4-994,0 3 1,-1-5 0,-2 4-290,-2-1 0,-6 5 0,1-2-178,-2 4-160,4 1 1,-5 0 0,4 0 0,-5 0 0,-4 0-397,-1 0 511,0 0 1,5 0 0,0 0 11,0 0 0,-1 0 61,1 0 0,5 0 0,-1 0 63,-1 0 41,5 6 0,-1-3 201,7 7-27,0-7-136,0 10 0,0-5 328,0 6-451,7 0 0,-6 0 1,4 0 68,-3 1 1,2 0-1,3 3 176,1 1-329,-5 0 0,8-5 1,-6 0 8,-2 0 1,3 2 0,-1 2 0,-2 0-19,-1 0-29,4 4 0,-5-5 0,4 5 45,-3-1 0,-2 0 0,0-4 0,0 3 149,0 3-109,0 0 1,0 1 0,0 0-24,0 1 0,0-3 0,0 2 0,0-1 97,0 0-193,0 3 0,0-8 1,0 5 54,0 3 1,5-4 0,-1 0-1,-1 0-57,-1 0 90,-2-4 0,0 4 1,0-5 89,0 2 1,5 0-1,-1-5 1,0 2 28,-3 3-110,-1-3 0,0 4 1,0-6-37,0 1 0,0-1 1,0 0-1,0 2-212,0 3 179,0-3 1,0 6 0,0-5 23,0 2 1,0 6 0,0-2 0,0 0-49,0 1 186,0 0 1,0 1 0,0 0-19,0 0 0,5 5 1,0-6-1,-2 1-171,-2-1 63,-1 3 0,0-5 0,0 5-20,0-3 0,2-2 0,1-3 0,2 3 0,-2 0 18,-1-2 0,-2-5 0,0-1 21,0 0 0,0 0 68,0 1-192,0-1 86,0-6 0,0 0 13,0-4-203,0-2 145,0 4 75,0 0 0,1-4 0,2 4 57,2 1 1,0-6 0,-4 6 0,3-6 0,2 2 314,2 2-249,-5 0 1,5-5-1,-3 0 420,4 0-378,4 0 1,-4 0 0,1 0-1,1 0 295,1 0-414,3 0 1,-1 0-47,0 0 1,0 0-489,0 0 0,-4-5-966,-1 0 0,-1-1-1906,2 1 2335,-4 4 1014,-6-6 0,-12 1 0,-4-2 0</inkml:trace>
  <inkml:trace contextRef="#ctx0" brushRef="#br0" timeOffset="159">23346 5843 7738,'0'-8'30,"2"-3"0,1 5 1,1-2-1,0-3 988,-3-2 49,-1 5-223,0 2-640,0 6 1,0 6-1,0 4-19,0 2 0,0 7 0,0 0 0,0 0 112,0 2-178,7 1 1,-6 2 0,4-1 95,-4 2 1,4 1-195,0-3 0,0 3 0,-5-7 0,0 0-300,0 1-37,0-10 1,4 9-1,1-10-594,-2 4-43,-1-5-363,-2-2 634,0-6 0,0-6 1,0-4 681,0-3 0,-6-51 0,-2-14 0</inkml:trace>
  <inkml:trace contextRef="#ctx0" brushRef="#br0" timeOffset="160">23360 5985 9599,'14'0'349,"-4"0"1,-1-1 14,2-4-467,8 3 0,-3-4 0,5 4 0,-2-2 1,1-4 503,2 0-458,-4-5 1,2 5-1,-6-4-219,1 2 0,-3-7-64,-2 3 1,1-4-1,-6 4 1,-1 0 86,3 0 427,-6-1 1,6 6 535,-7-1-599,0 7 1,-2-3-1,-1 7 131,-2 4 1,0 5-94,5 9 1,0-2-1,0 7 1,0 1 283,0 2 37,0 1 1,0 1-1,2-1 1,1 1-1,2-1 491,-2 0-836,5-5 0,-7 2 0,4-5-36,-3 2 48,-2-4 0,0 2-472,0-5-276,0-8 0,0-2-554,0-10 46,0 4 1,0-12-1,1 5 1119,4 0 0,16-42 0,9-5 0</inkml:trace>
  <inkml:trace contextRef="#ctx0" brushRef="#br0" timeOffset="161">23900 5886 7850,'0'-15'766,"0"6"267,0-1-575,0 7 0,-6-8 0,-3 6 1,-4 2 865,-1 2-1185,0 7 1,-1 4 0,1 7-5,0 2 1,0 5 0,1-4 0,2 2-52,2 3-85,5-4 1,-7 1 0,7-5-304,0 2 1,3 0 0,1-4-213,0-1 151,6 0 0,-3-6 0,7-3 90,1-4 0,2-1 0,2-1 0,3-4-325,1-5 664,0-2 0,-7-2 0,-1-1-10,-1 1 0,-1-2 0,4-1 0,-2-4 274,-2-1-216,1 5 1,-2-4 0,-2 7 394,0 0 0,-4 0-95,3 0-308,-4 6 0,1 1 0,1 9 50,2 3 1,0 4 0,-5 9 0,0 1 295,0-2-471,0 5 0,4-6 1,1 3 6,-2-3 0,4-2 0,-1 0 0,0 0-59,0 0-383,-1-6 0,2-1 142,2-7 1,4 0 0,1 0 0,-2-2-50,-2-3 288,3-3 1,-5-7-1,6-4 90,0-5 0,-5 2 0,1 0 1,-1 1 195,-1 4-43,5-5 1,-11 6 736,2-3-635,4 9-156,0 10 1,2 8-1,-3 7 14,0-1 0,2 0 0,-2 2 0,-1 1 89,0 2-190,5 0 1,-4-5 0,4 1-9,-2-1 0,-1 0 0,3-1 0,-3-2-228,-2-2 22,-1 1 113,1-2 0,-3-2 0,7-6 306,1 0-234,-5-6 1,5 2 0,-4-5-8,1-2 1,1-3-1,5-4 1,1-1-304,-1 2 280,-6-5 0,4 6 0,-2-5-275,2 1 1,3 4 133,-1-3 245,-6 3-112,4 8 0,-8 2-71,5 6 182,-6 0 1,10 6 37,-4 4 0,4 3 1,1-1-1,-1-1 381,-4-1-478,4-7 0,-10 8 1,5-5-2,-2 2 0,4-3 1,-4 3-14,2-2 188,-5-1 398,3-5-488,-6 0-156,0-6 0,-1-2 10,-4-7 0,2 6 0,-5 0 1,0-1-159,0 2 125,-1 2 0,-1 1 1,1 0 4,-2 2 0,-3 2 0,-4 1 0,-1 0-75,2 0 121,-5 6 0,6 2 0,-3 6-24,3 0 0,4 0 0,0 1 0,5-1-138,0 0 167,3 0 1,5-1-1,4-2 11,4-1 0,6-3 1,3 3-1,6-5 70,3-4-69,1-1 1,-4 0 0,0-1-4,1-4 1,-3-3-1,0-8 1,-1-1-11,-4-2-8,-1-6 0,-3 7 1,-4-5 29,-4-3 1,-3-2 0,-2-4 0,0-1-34,0 1 219,-7 2 1,-1 8-1,-4 3 31,2 4 1,-2 7-166,2 3 31,4 16 0,-5 0 0,6 13 103,2 1 1,1 2 0,2 1 0,0 1 428,0-1-494,7 1 0,-6-6 0,5-1-124,1-1 0,-1-1 0,5-2 0,-1-1-453,1-4 142,1 1 1,-2-12 0,-1 2 145,2-2 0,2-2 0,0-2 1,-2-1-188,-2-1 319,1-8 0,2 5 1,-1-9 7,-1-3 1,-5 3 0,2-5 0,1 3 490,0-1-267,-5 0 0,5 4 355,-3 1-412,-3 6-46,10 2 0,-10 12 0,3 4 112,-4 2 1,4 4 0,0 2 0,-1 1 309,3-2-496,-6-1 1,12 3-333,-4 0 1,-1 0 0,2-7-512,1-2 556,1-4 1,3-6 39,-1 0 0,-1-2 164,-4-2 1,2-4-1,-6-6 1,-2-1 227,-1 1 1,2 0 0,1 0 420,-2-1-478,-1 8 0,-2-1-37,0 3-41,0 3 1,0-2 0,1 7 0,2 3 57,2 2 1,5-3-1,-4 4 1,2 1 10,3-2-204,2 4 1,-4-9 0,1 5 0,1-1 0,1-4-647,3-2 764,5-1 0,-9 0 0,3 0 11,-1 0 1,0-6 12,1-3 1,-5 1 0,-1-2 0,-1-1 42,-4-2 32,-2-1 0,-1 0 1,0 0-1,-1 1 540,-4 4-637,3 2 1,-9 6-109,7-4-328,-1 3 1,8-4 139,6 6 1,3 0 0,11 0 0,2-1-419,2-4 628,2 3 1,-2-6 0,-2 5 0,-3-2 0,-1 1-62,-4-3 155,-1 6 0,-2-5 383,0 6 7,-6 0 1,-2 1 671,-6 4-350,0 3-476,0 0 1,-1-2 0,-2-4 354,-2 2-660,0-2 0,4 4-93,-4-6 0,2 0 0,-7 0-395,-1 0 252,5 0 1,-7 0 122,4 0 1,-4 6 147,-1 4 0,4 1 1,1 0-1,-1-1-74,3 1 85,0 1 1,6 2 0,-3 1 0,0-1-431,1 0 420,1-6 1,8 3-27,4-6 1,-2 0 18,1-5 1,1-2-1,2-3 1,-1-4-20,-1-4 75,-1-1 0,4 0 0,-2-1 1,-3 1-1,-2 0 274,-3 0 38,5 0 0,-6 4-203,3 1 1,-2 5-108,1 0 1,0 4 227,5 4 0,-6 4 0,4 7 0,-3-1 68,1 0-361,6 0 1,-8-4 0,5-1 0,0 1 0,-2-1-656,1 1 566,4-7 0,-8 5 0,6-5-220,2 2 0,-3-1 120,2-4 0,-1 0 0,6-1 68,-1-4 1,0-1-1,0-5 1,0 3 199,1 1 53,-1-4 1,0 10 0,0-6 558,1 1-146,-1 5 1,-2-7 96,-2 3 0,1 2-40,-6-7-400,6 7 1,-10-5-292,4 3 1,-2 2-745,2-6 524,-3-1 120,4 2 872,-6 2 2,0 0-444,0 4-209,0-4 0,-2 6 0,-1 2 17,-2 2-156,1-2 1,2 6-182,-3-4 244,4-2 1,-6 11 13,7-4 85,0-3 0,0 2 0,0-3 472,0 5-341,7 2 0,-6-2 0,6-1 1,-1 2 749,3 2-711,-2-5 1,5 3 0,-4-5 72,0 2 1,5-3-207,-4 4 1,-1-6 0,2 2-17,1-3 1,1-2 0,3 0 129,-1 0-322,0 0 0,0 0 1,0-2-102,1-3 1,-1-2-78,0-8 0,2 1 0,1 0 0,4-2-741,1-3 811,-5 3 0,4-9 0,-7 5 0,0-1 0,-1 0-538,-4 4 623,-2 1 0,-7 7 0,-3 1 0,-5 2 0,-8 4-628,-5 5 763,4 5 1,-5 6 0,6 2 0,0 1-1,5 2-81,3-1 313,-3-2 1,10 3-115,-4 0 0,10-1 5,4-3 1,5-3 0,4-1 0,2-3 122,2-1-290,-4-3 1,7-4-1,-6 0 1,-2 0-1,-1-1-1223,-2-4 910,1 3 1,-3-10-1,-1 2 392,-1-2 0,-32-15 0,-4-3 0</inkml:trace>
  <inkml:trace contextRef="#ctx0" brushRef="#br0" timeOffset="162">26716 5871 7729,'0'-8'641,"0"1"1,0 2 1181,0-5-2008,0 4 0,1 0 0,4 6 1,4 0-1,4 0 185,1 0 0,26 12 0,6 4 0</inkml:trace>
  <inkml:trace contextRef="#ctx0" brushRef="#br0" timeOffset="163">26957 5985 7813,'0'-8'305,"0"0"302,0 4 0,2 0 1,1-5 493,2-2-1066,6 5 1,-3-7 0,6 3-8,0-2 1,0-2 35,1-1 0,0 0 0,3-3 0,1-2-1566,-2-2 1379,-1-2 1,-2-5 0,-1 1 0,-4-2 0,-4-2-405,-3-1 782,-2 0 0,-5 6 1,-2 4 2,0 4 1,-3 4 0,-4 6 0,0 4 172,-1 4-361,1 7 1,0 3 0,0 10 26,0 5 1,6 3 0,1 1 0,3 2 286,-1 3-290,0-3 0,7 5 1,1-6 111,2-1 1,6 1 0,-2-1 0,4 0 141,1 1-488,7-7 1,-4-2-1,5-5 20,-1-1 0,2-5 1,-2-1-1,-1-1-375,1-4 251,-2-2 1,0-5 0,-2-3 79,-4-1 0,1-1 0,-6-5 0,1-1 36,1 1 150,-1-6 0,1 2 0,-2-4 44,-2 2 1,4-1-1,-6 4 1,1-2 505,1 1-150,-4 9-34,4-4 1,-7 7-172,-4-3-126,3 9 1,-10 6-1,4 5-24,0-2 1,-5 1 0,5 4 0,-1 0 97,-1 1-131,7-1 0,-3 0 1,4 0-1,-1 0 1,-2 1 8,2-1 1,2 0 1,2 0 0,2 0 22,2 1 1,6-1 0,-1-1-32,2-4-51,3 4 1,-1-12-1,2 4-22,3-3 1,-4-2-1,4 0 1,-3-2-116,-2-3 178,-6-3 1,5-6 0,-4 0-32,4 0 1,-4-1-1,-1 1 1,-1 0 41,-4 0-19,5 6 0,-7-5-25,4 4 0,-2 2-476,2 3 437,-3 2 0,10 2 367,-2 0 0,2 6 1,1 4 508,-4 3-822,4-6 1,-11 1 0,4-4 54,0 0 0,-4 3 196,3-3-437,-4-2 69,-1 4 0,6-6-379,4 0 349,-4 0 0,2 0 90,-3 0 0,-2 0 136,7 0-72,-7 0 0,5 0 502,-4 0-283,-2 0-251,11 0-72,-12 0 53,5 0 239,-6 0 508,0 0-853,0-6 89,0 4-126,0-4-94,0 6 0,0-2-958,0-2 345,0 2 258,0-4 568,0 6 364,0 0 0,-1-5 418,-4 0 107,4 1 80,-6 4-1036,7 0-887,0 0 822,0-7-328,0 6 75,0-6 352,0 7-1521,0 0 1,-19 13 0,-4 3 0</inkml:trace>
  <inkml:trace contextRef="#ctx0" brushRef="#br0" timeOffset="164">27597 5871 7851,'0'-8'-1159,"-2"-3"682,-2 7 1184,2-7 1,-9 7-154,6-5 0,-1 4 35,1-4 1,4 4 250,-4-4 501,3-1-168,-4 2-926,5 2 0,-4 6 302,10 0 1,2 1-102,8 4-401,-1 3 0,-5 5 0,-1-2 6,-1-2 0,2-4 1,-3 4-39,2 3-390,2 0 0,4-2 222,0-1 1,-4-6 0,-1 2 0,2-3-165,2-2 294,-5 0 1,4 0 0,-4-2 18,0-3 0,3-3 1,-4-6-1,-1 0 24,0 0-54,-1 0 0,-5-1 0,0 1-95,0 0 0,0 0-434,0-1 131,0 1 6,0 6 1,0 8 320,0 10 33,0 2 0,6 1 1,4-2 95,2-1 0,4-6 0,3 4 0,5-1-147,3-4 6,-5-2 1,5-1-1,-4 0 110,4 0 1,-5-1 0,-3-4-1,-3-3-111,-2 0 249,0-4 1,-6 4 9,-3-7 0,-3 1 0,-4 2-2,-3 2-132,4 4 1,-12 6-52,4 0 1,-4 5-1,-1 1 1,1 3 5,4 7 89,-4-2 1,10 8-1,-5-4 4,2 1 0,1 0 0,5-5 0,0 0 47,0 0-168,6 1 0,-3-6 1,7-1 18,1-2 0,3-1 0,4-5 0,1 0-51,-2 0-135,5 0 0,-5-6 0,6-5-124,-3-7 0,4 2 0,-5-4 0,-2-1-266,-1-2 527,-2 2 1,-4-7-1,-3 1 77,0-5 0,-2-2 0,-5 2 0,0-1 113,0 1 22,-7 2 1,-1 10 167,-6 5 1,0 8-1,0 10 1,1 6 360,4 10-348,-4 6 1,10 10 0,-5 1 281,2 1 1,1 7 0,6-4-1,3-3 882,0 0-1346,7-4 1,-3-5 0,6-1-4,1-3 0,-1-4 0,0-5 0,0-1 263,1 0-922,-1-6 0,0-2 0,0-6-889,0 0 0,-4 0 1,1 0 1435,5 0 0,17-25 0,11-7 0</inkml:trace>
  <inkml:trace contextRef="#ctx0" brushRef="#br0" timeOffset="165">28834 5871 8280,'-6'-14'844,"3"2"0,-7 0-148,-1 3 319,5 6 0,-2-3 1099,3 6-1684,3 0 0,-5 6 0,3 3 1,0 4 955,1 1-1301,1 0 1,2 2 0,0 2 0,2 1 0,2-2-3,6-1-12,9-8 0,-4 4 1,6-4-187,0 0 0,-1-2 0,5-6 0,-1 0-1034,1 0 762,-4 0 1,1-6 0,-6-3 60,-2-4 1,3-3-1,-9-3 1,0-5-332,-3-2 370,-10-3 1,-7 2-1,-11 2 90,-3 1 1,0 9-1,-8 0 1,0 9-329,1 4 344,0 2 0,5 2 0,1 3 5,3 4 1,5 9 0,10 1 0,4 0 592,3 1-219,2-4 0,8 4 0,6-7-65,9-4 0,2 3 0,0-8 0,-1-1-2103,1-1 1592,2-2 0,-3 0 0,-2 0 115,-2 0 1,-1-6 0,-5-2 0,1-2-383,-1 1 852,0-1 0,-4-4 1,-3 0 265,0 0 0,-2 4 1,-5 1 663,0-2-245,0 4 1,0 3-246,0 8 1,4 6 0,1 7-1,0 4 1444,1 1-1672,-4 2 1,10 4-1,-4 0 154,0 1 1,0 4 0,-5 0-1,2-1 828,-2-2-1296,5-2 1,-7-4 0,4-2-56,-3-1 1,-2-2 0,0-5-425,0 0-719,0-6-1867,0-2 429,0-6 1590,0-6 0,-5-2 0,-1-8 235,-2-3 1,3 2 0,-4-7 0,-1-3-1454,2-4 1813,-4-6 1,10 1 0,-4 1 254,-1 1 0,6 4 0,-4-4 0,4 6 791,1 4-550,0-3 0,6 13 0,3 0 534,4 8 0,6-1 0,1 3 0,3 0 1522,2 3-1816,2 7 1,-4 2 0,-1 6-142,-1 1 1,-2-6 0,-5 0 0,-1 3-62,-4 0-168,-2 2 1,-7-4 0,0-1 144,0 2 1,-7 0 0,-4 1 0,-5-3 185,-2 2-346,-8 2 0,10-4 0,-3-1-255,4-2 1,0 1-1,1-4-779,0 2 536,6-1 127,2-4 0,17-1 0,5-4 0,4-6-1664,5-6 1668,2 1 1,2-6 0,-1 3 82,1-5 1,-2-4-1,-2-4 1,-3-3 10,-2-1 256,-1-2 0,-11-3 0,-3 1 11,-3 3 1,-4 7 0,-3 1 0,-4 9 331,-4 4 69,5 8 0,-4 2 115,2 6 0,-1 11 0,0 4 1,3 6 1678,2 4-1755,1 8 0,5 2 1,0 5 325,0-2 0,5-2 0,1 3 0,2-2 1318,3-3-1749,-5 0 1,5-6-1,-4 0 123,1 1 1,-5-7 0,3-3 183,0-3-633,-4-8-1512,4-2 1,-6-8 0,0-2-2670,0-6 2537,0-2 1,0-3 0,-1 0 1635,-4-4 0,-28-54 0,10 27 0,0 0 0</inkml:trace>
  <inkml:trace contextRef="#ctx0" brushRef="#br0" timeOffset="166">29317 5800 12249,'8'-6'775,"5"4"1,-4-4 0,10 6-114,5 0-852,3 0 1,3-5 0,2 1-332,1 0 0,5-2 1,-5 1-1,-2 1-191,-1-3-283,-7 6 0,-3-6-79,-6 7 2638,-6 0-1148,-1 0 0,-7 7 1,0 2 289,0 4 1,0 6 0,0 0-1,0-2 2183,0-1-2435,0 4 0,0-4 0,0 3 224,0-3 0,0-2 0,0 0-319,0 1-126,0-1-633,0-6 498,0-2-719,0-6 1,0-6 0,1-4 47,4-2 1,-2 2-1,6 1 1,3-2-1049,0-2 1240,2-1 0,1 0 0,-1-1 207,0 1 0,0 0 0,0 0 0,1 0-27,-1-1 86,0 1 0,0 1 1,1 2-172,-1 2 0,0 6 1347,0-2-773,0 3 0,-4 9 0,-2 4 592,-2 6 1,-1 1 0,-5 5-1,0 3 1501,0 0-2052,0 3 0,0-2 0,0-2-150,0-1 0,0-7 1,0 2-1,0-3 310,0-2-1355,0 0 319,0-6-673,-6-2 821,4-12 0,-3-7 1,8-5-191,2 0 0,6-2 0,-3 1 0,2 1-667,-1 2 1132,7-4 1,0 9 0,3-3 179,-4 1 0,1 7 549,3 1-265,-3 3 1,4 4 0,-7 3 396,-3 4 0,1 4 0,-5 1 392,2 0-1140,-5 0 1,3 1-25,-6-1 1,0-5-227,0 1-249,0-7 1,2 3 94,3-6 1,-2-1 0,6-4 0,2-3-1096,2 0 1298,1-4 0,0 5 1,1-4 186,-1 2 0,0 1 0,0-2 0,1 4 10,-1 0-88,0 4 0,0-4 254,0 6 0,1 0 0,-1 0 157,0 0-114,0 0 0,0 0-160,1 0 0,-3-2 0,-1-1 0,-1-2-4,1 2-73,-5-5 0,5 0 90,-6-6 0,5 0 1,-6 0 11,-1 0 58,-7 6 0,-4-3 1,-6 4-161,-1-1 0,-4 5 1,0-2-1,0 4-94,-1 1 137,4 0 1,-4 6 0,7 4-15,4 2 1,-4-2 0,5-1 0,0 2-52,3 2-76,4 1 1,1 0-110,0 1 1,6-1 0,4-2-136,2-2 398,2-4 0,2-1 0,2 0 80,1-2 1,-1-2-1,-3-1 176,-1 0 194,0 0 0,0 0-190,1 0 1,-6 0-1,1 0 447,1 0-435,-5 0 1,7 2-150,-4 3 1,4 1 0,1 5 0,0-3-261,0-2 77,1-1 0,-1 0 1,0 0-156,0-2 1,0-2-1,1-1 1,0 0-118,4 0 196,-3-6 1,3 3 0,-8-7 93,-1-1 1,-1-1-1,4-3 1,-2 1-107,-2 0-7,-6 0 1,5 0-1,-4-1 40,0 1 1,1 5-1,-3 1-103,2 1 627,-2-4 77,4 10 84,-6-5-200,0 6-55,0 0-653,0 6 255,0-5 1,0 7-77,0-3 0,0-2 52,0 7-601,0-7-1082,0 3 298,0 0 273,0-4 1,0 6 277,0-3 0,-1-4-531,-4 4 1459,3-3 0,-33-6 0,-18-5 0,2 1 0,-1 0 0</inkml:trace>
  <inkml:trace contextRef="#ctx0" brushRef="#br0" timeOffset="167">30497 5601 8384,'-7'-6'0,"-6"-2"0,3-6 1129,4 0 1,-2 6 0,5 1 2778,-2 1-3504,1 5 0,4-4 1,1 8-1,2 3-404,2 2 0,12 33 0,-1 13 0</inkml:trace>
  <inkml:trace contextRef="#ctx0" brushRef="#br0" timeOffset="168">30526 5843 8384,'0'-14'765,"0"4"2046,0 1-1806,0-1 0,-2-2 0,-1 1 1582,-2 1-1662,1 7-449,4-3-506,0 6 1,0 1 292,0 4-262,0-3 1,1 5-1,2-2-664,2 5 563,6 2 1,-9-2 0,3-1-91,-4 2 1,4-3 0,0 2-211,-2 1 302,5-5 1,-7 2-54,4-3 0,3-4 295,1 4-58,4-3 0,-3-2 0,-3-2 99,0-3 0,2 2 0,-2-5 446,0 2-289,-3-5-395,8 9 0,-9-6-224,7 4 280,-7 2 0,5-4-632,-3 6 12,-4 0 500,6 6 0,-6-4 75,4 2 0,-2-2 0,7-2 0,1 0-97,1 0 136,2 0 0,2-5 0,2-1-38,1-2 1,4 3 0,-2-3-1,-1 2-44,1 3 232,-2-5 0,0 6-13,0-2 0,-2 4 0,-6 3 0,-3 3 604,-2 2-480,-1 2 1,-5 4 0,0 0 18,0 0 1,-5 5-1,-1 0 1,-2-2 207,-3-1-431,-2-2 1,-1-1-1,0-2-491,0-1 1,4-7-1,2 3 1,1-1-1181,-1 0 610,4-1 198,-2-4 1,8 0-69,2 0 1206,4 0 1,7 5 0,-1 0 143,0-2 1,0 3 0,0 1 602,1 1-199,-1 1 0,-1 0-98,-4 1 1,2-1-455,-6 6-262,0-1 0,-7-6 0,-3-2-92,-4 0 0,-4-4 0,-1 3 0,0-4-751,-1-1 534,1 0 0,0 0-118,0 0 0,0 0 171,-1 0-143,7-6 1,4-2 0,8-6 89,6 0 1,9-2 0,5-3 0,2-5-327,3-3 287,-1-1 0,2-1 1,2 1 29,1 0 1,2-6 0,-4 1 0,1 3-173,-5 5 392,-5 4 1,-9 7 133,-4 0 0,-6 8 0,-11 4-145,-6 5 0,-3 15 0,-2-9 0,0 10 130,2-3 0,1 3 1,3 0-1,2-2 192,2-1-347,5-2 1,-2 0 102,6 1 0,2-3 0,1-1 0,3-3 29,2-1 89,2-3 1,4-4 0,0 0-1,0 0 0,0 0 0,1 0 316,-1 0-373,-6 0 1,4 0 169,-2 0 0,-2 5 0,1 1 1,2 2 325,2 3-517,1-4 1,0 5 0,1-4-17,-1 0 0,6 0 1,2-5-1,2 2-539,0-2 247,-7-1 1,10-4 0,-5-3 4,0-4 0,4-5 0,-6-4 0,1-2-317,-1-2 162,-1-2 1,-5-11 0,-1-1 92,-4-1 0,3-4 0,-8 5 0,-1 0-413,-1 2 780,-8 11 0,-2 4 0,-6 9-17,-1 6 1,-4 2-1,-1 4 1,-1 4 428,1 8-167,1 7 0,5 7 0,-1 2 499,1 3 1,6-3 0,4 4 0,2-3 1982,2 2-2445,0-9 0,2 9 0,2-11-543,6 0 0,2-1 0,1-7 1,-2 0-2048,-1 1 448,-1-8-209,-1 0 1995,-2-7 0,-41-13 0,-44-12 0,-3 0 0,21 5 0,0 0 0,0 0 0,0 1 0</inkml:trace>
  <inkml:trace contextRef="#ctx0" brushRef="#br0" timeOffset="169">23502 6909 8197,'8'-14'562,"-1"0"0,-7 0 860,0-1-1204,6 7 0,-5 4 1,4 8-1,-2 7 1,1 7-1,0 7 1,-1 5-1,-1 3 1,-2 0 399,0 2 1,0-5 0,0 2-1,0-5-131,0-4-348,0-5 0,0 7 0,0-6-123,0-2 0,-5-6-354,1-1 0,-1-9-709,5-1 705,0-6 1,0-10 0,-2-1-1,-1-4 1,-2-1-1282,2-3 1321,2-8 0,5-2 1,3-6 82,1-2 1,-4 6 0,6-8 0,-1 7-173,-1 4 651,5 7 1,-5 8-1,6 9 154,0 6 1,0 5 0,1 9-1,0 9 1487,4 6-1653,-3 10 1,3-1 0,-8 6 158,-1-2 0,-3-5 0,5 3 0,-5-3 1557,0-6-1791,-2-5 1,-5-7 0,0-1-539,0 0-904,0-6-3110,0-2 2897,0-6 1,-2-1 1481,-3-4 0,-9-22 0,-8-11 0</inkml:trace>
  <inkml:trace contextRef="#ctx0" brushRef="#br0" timeOffset="170">23531 7080 12655,'14'-8'-137,"5"2"0,2 6 224,1 0-1244,1-7 0,11 6 1,-1-4 1156,-2 3 0,15-6 0,8-3 0,3 0 0,1-1 0</inkml:trace>
  <inkml:trace contextRef="#ctx0" brushRef="#br0" timeOffset="171">24100 6938 8197,'0'-15'378,"-7"1"0,6 5 0,-6-1 700,1-1-835,4-1 1,-9-3 0,7 1-38,0 0 0,-2-5-108,1 0 0,-1 0 0,3 5 1,-2-2 370,2-3-796,-5 3 344,7-4 0,-11 6 0,6 1 504,-2 3-531,5-2 0,-10 12 0,6 1 267,-1 12-106,-5 1 0,11 13 1,-2-3 190,2 3 1,2 6 40,0 0 0,0 5 1,0-3-1,0-1 877,0 1-897,6-2 0,-2-3 0,3 2 0,1-1 0,-1-2 505,-1-4-766,5-7 1,-9 2 0,4-6 102,0 1 1,-4-6-944,3 0-110,-4-5-704,-1 2-442,0-6 836,7 0 1,-4 0 34,6 0 1,-4-5 728,4 0 0,-4 1 1,5 4-1,2-2-648,6-3 911,-3-2 1,8-3-1,-6 1 1,3-3-1,1 0 36,0-2 359,4-7 0,-8 4 0,5-5 0,-1 1 0,-4 2 1900,-1-1-1883,-8 4 0,3-9 0,-6 6 292,-2 1 1,3 2 0,-1 2 257,-2 0-689,-8 6 0,2-3 1,-6 6-118,-2 2 0,-2 3 0,-1 5 0,0 4-168,-1 4 22,1 1 0,0 0 0,0 1 12,-1-1 31,8 0 0,-4 0 1,6 0-1,2 1-401,1-1 428,2 0 1,0-4 0,2-2-28,2-2 114,4-1 0,6-7 1,1-1 185,-1-2 0,-5-6 0,1 3 0,-1-1 671,-1-1-604,-1 7 0,-3-10 584,1 4-568,6 3-82,-9 6 1,4 7 0,-6 9 500,0 3-465,0 3 1,0 8-1,0 2 1,0 3-1,0-1 844,0 1-1036,0-2 1,0 1 0,0-1-1,0-3 1,0-3 114,0-4-439,0-5 0,0 2 161,0-6 0,-6-6-25,-4-3 1,-2-3 0,-3-2 0,1 0-139,0 0 141,0-7 0,-1-1 0,1-7 0,0-3 0,1-2-910,4-2 727,3-2 1,6-5 0,1-1-826,4-3 0,3 3 637,6-3 0,7 5 1,4 2-1,5 3-290,3-3 0,0 6 1,-4 1-1,-1 5-429,1 4 1158,-1-2 0,-6 10 114,-3-3 311,-9 4 0,-4 2 0,-8 2 601,-2 2-332,2 6 1,-9-3 0,6 6-1,2 1 833,1-1-1088,2-6 0,0 4 0,0-2 1,0 2-1,2 1 603,3-3-864,-4 2 1,12-9 0,-4 5-161,4-1 0,1-3 0,0-4 0,1 0-86,-1 0 146,6 0 0,-4-6 0,3-4-46,-3-2 1,3-4-1,0-3 1,-2-3-108,-1 0-105,-2-5 0,-1 5 1,-4-7 88,-4 1 1,-3 1-1,-2 3 1,-2 7-385,-3 6 409,-2-2 0,-14 12 1,-1-2 87,0 6 1,-5 6-1,5 9 1,0 1-67,3-2 58,3-1 1,3-2 0,4 0 58,4 0 0,3 1 1,6-1-104,5 0 0,1-6 0,16-2 1,-2-6-14,3 0 0,1 0 1,1 0-1,-1 0-86,1 0 159,-1 0 1,-4-4 0,-2-1 18,-1 2 0,1 0 203,-8-2 0,3 3 0,-7-3 240,2 4 0,-2 2 1,-2 4 497,-2 5-635,-1-4 1,-5 7 0,0-4-54,0 4-100,0 1 0,5-5-99,-1 1 0,1-1-363,-5 6 85,0-7-116,6-2 306,2-6 1,6 0 0,1-2-1,-1-2-362,0-6 356,0-3 0,2-1 0,1-2 0,4-1 1,0-3-145,-1-3 62,-1 6 1,-5-8 0,0 6 0,-1 1 0,-2 3-221,-1 0 135,-7 7-541,3-4 741,-6 10 0,-1 1 0,-3 7 396,0 2-305,-1 1 0,3 6 1,-1-1-1,-2 0 794,2 0-463,2-6 1,1 5 327,0-4-586,0 4 1,0-4 83,0 1 17,0-7-54,6 10-265,2-5 1,6-1 0,0-2-56,1-3 1,-6-2 0,1 0 0,1 0-544,1 0 488,2 0 1,1 0 0,-1-2-306,0-3 0,2-4 249,3-10 0,-2 2 0,5-7 0,-1-1-468,-4-2 617,-1-2 0,1-4 0,-1 0 0,-5 0 0,-3 0-135,-5 0 36,-1 6 0,-2 1 471,0 7 1,-2 2 0,-2 8 643,-6 4-887,4 10 1,-2 3 0,5 7 82,-2 4 1,0-1 0,4 5 0,-2 1 1088,-2-2-949,0 5 1,5-10 0,0 5 102,0-1 0,0 3 0,0-5 0,0-2-219,0-1-148,0-2 0,0 0-1029,0 0 0,2-6-779,2-3-930,-2-3-710,4-2 2126,1 0 0,-4 0 1313,6 0 0,-6 0 0,4 0 0,-1-19 0,2-5 0</inkml:trace>
  <inkml:trace contextRef="#ctx0" brushRef="#br0" timeOffset="172">25564 6795 23124,'0'15'137,"-2"4"1,-1 0-1,-2 0 1,2-1 8955,2 1-9093,1 0 0,0-3 0,0 2 0,0 1 0,0-2 0,0-1 0,0-2 0,0 0 0,0 0-1597,0-6-3768,0-1 3117,0-7 0,-2-2 1509,-3-3 0,4-3 1,-4-6-1,2 0-695,-2 0 1348,4-7 0,-10 1 0,6-6 77,2 3 0,-4 4 0,3-3 0,0 1 3156,3 4-1688,-5 7 0,4-2 63,-3 2 1,4 2-1,2 0 708,4 2-1948,3 1 1,8 5-1,1 0 197,2 0 1,5 0-1,-4 0 1,1 0-1025,-1 0 233,6 0 1,-6 0 0,4 0-380,-5 0 0,1-5 0,-2-1 1,-4-2-1357,-3-3 1421,-8-1 1,8-3 786,-6 1 0,-2 2 0,-8 0 1632,-4 3-1371,-4 6 1,4 3 0,-1 9-373,-1 4 1,-1 6 0,-1 3-1,3 3 1888,6 5-1506,-4 2 0,6-4 0,-3 1-471,4-1 0,1-4 1,0-2-1,0 0 1029,0 0-871,0-4 1,0 2-213,0-6 1,1-6-1902,4-3 2403,3-3 1,2-4-1,-1-3-829,2-4 1,-3-4 37,2-1 1,-3 4 0,4 1 929,-1-2-517,-7 5 0,10-5 127,-4 6 284,-2 0 1,0 7-16,-2 2 0,-2 0 0,7 5-427,1 2 0,-5-5 0,7 2 0,-4-3 0,4-3 0,1 2 0,-4-2 0,-1-2 0,2 0 0,2 0 0,-1-2 0,0-1 0,-3-2 0,0-6 0,1 10 0,-1-4 0,-4-1 0,5 1 0,-7 0 0,5 10 0,-4 0 0,0 6 0,5-2 0,1-2 0,4 4 0,0-7 0,0 6 0,0-5 0,1-2 0,-1-2 0,0-1 0,-4 0 0,-1-1 0,2-4 0,0 2 0,0-5 0,-1 0 0,1 0 0,-5-1 0,7-6 0,-4 1 0,4 0 0,1 0 0,0 0 0,0 6 0,5 1 0,0 7 0,-1 0 0,2 0 0,-1 2 0,-1 3 0,-3 4 0,0 4 0,-3 1 0,-1 0 0,-1 0 0,-7 1 0,2-1 0,-4 0 0,-1 0 0,-6 1 0,-2-6 0,-8-1 0,-3-2 0,2-1 0,-5-5 0,0 0 0,0 0 0,4 0 0,-2 0 0,5 0-2194,1 0 0,5 0 1771,-1 0 0,20-13 0,-1-2 0</inkml:trace>
  <inkml:trace contextRef="#ctx0" brushRef="#br0" timeOffset="173">27156 7066 8374,'8'0'3455,"0"0"1446,-3 0-4676,-4 0 0,4 0 0,-10 0 0,-4-2 1,-4-1-1,-1-3-277,0-2 25,0 4 0,-1-8 1,1 4-1,-2-2 0,-1 1-424,-2-2 0,0-6 0,3-4 0,1-3-1536,0-6 1652,-2 2 1,14-7-1,-5 7-30,2-1 0,2 2 0,11 4 1,5 5 158,6 7 261,7 5 1,-4 6 0,4 0 20,-1 0 1,-12 8 0,1 4 0,-4 7 192,-1 4 82,-5 0 0,-3 6 1,-11-1 191,-6 1 1,0-1-1,-7 0 1,-1 1 651,-2-1-941,-2-6 0,2 4 0,4-7-549,4-2-90,3-1 240,8-8 1,14-2-1,13-6-124,7 0 1,4-6 0,1-4 0,4-2-628,1-3 612,-4 1 1,7 0-1,-7 0-527,-5-1 1,0 1-1,-8 0 1,-2 0-1981,-1 0 2791,-2 6 0,-50 14 0,-13 10 0</inkml:trace>
  <inkml:trace contextRef="#ctx0" brushRef="#br0" timeOffset="174">27839 6739 8143,'0'-15'283,"0"6"0,0-1 1,-2 1-1,-1-1 1896,-2 1-1798,1 6 0,4-7 1,0 10-1,0 7 0,0 5 1,0 7 384,0 5 0,0 3 0,0 1 0,0 1-79,0-1-635,-7-6 1,6 5 0,-6-5-1,3 2 1,-1-2-826,2-1 692,1-3 0,-3-8 0,1-1-5170,0 2 1400,3-4 3100,1-1 751,0-6 0,-19-38 0,-5-9 0</inkml:trace>
  <inkml:trace contextRef="#ctx0" brushRef="#br0" timeOffset="175">27668 6781 8143,'14'-14'108,"1"0"0,-6 0 0,2 1 1149,5 3-939,-2-2 1,13 10 0,-2-2 80,7 2 1,-2 2 0,3 0 0,-3 0 706,-1 0-939,-1 6 0,-6 2 0,-3 6 36,-3 1 0,-7-1 0,-1 2 0,-1 1 438,-4 2-422,-2 6 0,-2-9 0,-4 5 191,-5-1 1,1-3-262,-5 7 1,3-6 0,-8-1 0,3-4-483,2-4-71,0 0 0,-1 1 0,1-2-3432,0-2 1651,0-1 2185,6 1 0,33-4 0,15 4 0</inkml:trace>
  <inkml:trace contextRef="#ctx0" brushRef="#br0" timeOffset="176">28407 6852 8143,'0'-14'140,"0"5"0,0-1 934,0-1-723,-6-2 0,3-1 0,-6 2 0,-3 2 0,0 4 1981,-2-1-1980,-7 6 0,1-4 1,-6 10 80,3 4 1,-1 10-254,-5 5 0,7-2 1,3 0-1,4-1 411,0-4-761,7 5 1,2-6 0,6 3-1568,0-3 1275,6-8 0,4-2 0,7-6-325,2 0 1,2-2 529,-2-2 1,-2-4 0,5-5 0,-1 2-39,-4 2 275,-1-1 1,-2 1 0,0 1-1,1 1 1,-3 3 946,-2-3-593,2 6 1,-4-5 0,6 6 0,-4 6 0,-2 3 0,0 4 479,0 1-649,-5 0 0,5 1 0,-5-1-47,2 0 1,4-4 0,-3-1 0,2 0-99,3-1-256,-4-1 1,5-7 0,-2 0-255,2 0 1,-2-2 0,-1-3 0,2-6-641,2-6 736,1 1 1,1-11 0,-1 4 185,0-4 1,0-2-1,-1 1 1,-4-2-58,-4-3 260,-3 3 1,-2-5 0,0 8 373,0 3 1,0 4-1,-2 7 639,-3 4-734,4 2 1,-7 14 0,5 4 177,-2 6 1,0 5 0,5 7 0,0-1 1616,0 1-1621,0-1 1,0 2 0,0 2 173,0 1 0,0-5 0,2-6 0,1-1 117,2-4-1018,-1-1 1,1-2-861,0 0 1,1-6-1800,-1-3 1397,-3-3 1,2-2 0,-7-2 568,-2-3 0,-6-1 0,2-7 972,-4-1 0,-7-35 0,-2-19 0</inkml:trace>
  <inkml:trace contextRef="#ctx0" brushRef="#br0" timeOffset="177">28607 6852 8143,'0'-8'174,"1"1"0,4 3 361,4 0-184,4-1 0,1 5 0,2 0-98,3 0 0,3-5-403,6 0 0,3 1 1,0 4-1,2 0-422,-1 0 0,-2 0 1,-3 0-1,-2 0-284,-1 0 669,-7-7 0,-1 6 1,-7-4 356,2 3 1,-4-4 7,-3-3 1171,-2 2 0,-2-5-486,0 2 0,-2 4 0,-2 1 1,-4 2 508,0-2-1111,-5 4 1,1-4 0,-7 10 41,1 4 1,-2 4 0,1 1 0,1 0 298,3 0-483,0 1 1,1 4 0,2 0-557,2-2 1,4-1-1,6-2-1185,0 0 914,0 0 0,6-1 1,4-3 301,2-6 1,7-2 0,2-2 0,-1-2-506,1-2 1042,-2-4 0,0-2 0,0 1 175,-2-2 0,-1-2 0,-2-1 1700,0 0-1326,-6 6 1,0 1 433,-3 7 0,-4 2-42,4 3-972,3 3 1,-6 6-1,2 0-266,-2 0 0,-2-4 0,2-1 1,2 2-2844,6 2 1815,-4 1 1,7-4 0,-4-1 1193,4 2 0,23-16 0,12-9 0,2 1 0,1 1 0</inkml:trace>
  <inkml:trace contextRef="#ctx0" brushRef="#br0" timeOffset="178">29843 6767 11005,'0'-14'-260,"0"0"1409,0-1-243,0 1 0,-6 6 341,-3 4 1,-4-3 0,-1 2 0,0 4 1549,-1 4-2344,1-1 0,0 10 1,0-2-119,0 2 1,-1 3 0,3-1 0,1 0-306,1 0-43,7 0 1,-3 1-33,6-1 0,1 0 1,4 0 426,4 1-682,4-1 0,0-5 0,-2 1 73,-2 1 0,-1-3 0,3 1 192,-1 2 298,-7-4 1,3 0 301,-6-2 0,-1 1-810,-4 4 168,-9 3 0,-2-12 0,-3 4-308,3-4 1,2-1 0,0 0 0,-1 0-1296,1 0 830,6 0 370,-4 0 0,12-1 0,0-4 0,9-4-1279,9-4 1315,4-1 1,6-2-1,1-1 123,-1-2 0,0-5 1,1 3-1,-1-1-491,1-3 487,-1-2 0,5 0 0,0 2 179,-1 1 1,-7 5 0,-3-3 0,-3 2 107,-6 2-99,1 3 1,-12 5 687,3 1 1,-10 6 0,-5-2 905,-2 3-1183,-2 9 1,-1 0-1,1 8 163,0-1 1,4 0 0,1 2 0,-1 1 884,3 2-520,-6 6 0,11-4 0,-2 4-101,2-1 1,0-5-1,-1 3 1,-1 0 891,0 0-1561,3-4 0,1 2 1,0-6-276,0 1 0,1-1-2102,4 0 1536,-3-6 0,9 0-2788,-7-3 1,6-5-433,-5 0 4043,-1-7 1,-10-64 0,2 29-1,0-1 1</inkml:trace>
  <inkml:trace contextRef="#ctx0" brushRef="#br0" timeOffset="179">29929 6767 16753,'14'0'1003,"-5"0"0,1 0-879,1 0-14,2 0 1,1 0-1,0 0 21,0 0 1,1-2-1,-1-1-478,0-1 105,0-1 0,-4 5 0,-1 0 410,2 0 1,-3 6-1,0 4 433,-2 2-93,5 2 0,-9-4 0,3-1 210,-4 2 1,-1 2-1,0 1 329,0 1-956,0-1 0,0-5-134,0 1-729,0-1-498,0-1-480,0 5 904,0-12 984,0 6 1,2-9-278,3-3 1,-2-3-1,5-6 1,0 0-158,-1 0-16,3 0 0,6-5 1,1-2-52,2-1 0,2 5 0,-4-2 0,4 3-789,1 2 929,-5-1 0,8 3 0,-6 2 59,-1 6 1,-3 2 0,0 2-619,-1 0 718,-6 6 1,3 2-1,-6 6-782,-2 1 1,-3-1-1,-3 0 848,-2 0 0,-6 7 1,3 1-1</inkml:trace>
  <inkml:trace contextRef="#ctx0" brushRef="#br0" timeOffset="180">30583 6824 10232,'-8'-6'2345,"0"2"-973,3-5 207,-3 6 1,-1-8-185,-1 6 1,6 0 99,-6 5-1123,7 0 1,-3 2 0,6 3-45,0 4 1,0 4-1,0 1 1,0 0-170,0 0-273,0 1 0,0-1-716,0 0 1,6 0-1417,4 0 1816,2-6 1,2 3 0,1-6-116,-1-2 0,0-1 0,2-4 0,1-1-1145,2-2 1687,0-6 0,0 2 1,0-9-52,-2-1 1,4-1 0,-4 3 0,-2-2-88,-4 1 828,-8 2 1,8 7 92,-6-1-109,-1 7-543,-10 3 0,3 13 0,-5 6 320,2-2 1,1-1-1,5-2 1,0 1 421,0-1-782,0 0 0,0 0 0,0 0-357,0 1 1,6-6-1,4-1-666,2-2 762,3-1 1,-1-5-1,0 0-154,0 0 0,0-5 0,1-1 0,-1-2-534,0-3 661,7-2 1,-6-2 0,6-3 42,-1-1 0,-4 0 0,5 5 0,-2 1 201,0 4-36,0-4 0,-4 12 1,1-6-22,-2 1 0,4 5 0,-9-4 158,4 3 181,1 2 188,-6 7 1,-2-4 604,-6 6-859,0-6 1,-1 4-269,-4-7 1,-3 0 0,-6 0-517,0 0 439,0 0 0,-1 0 0,1 0 18,0 0 1,0 1-1,-1 2-216,1 2 379,0 6 1,5-3-56,-1 6 0,7 1 0,-3-3 0,1-1 296,0-1-230,0-1 1,7 4-1,1-2-77,2-2 1,6-4 0,0 3 0,5-2-545,3-3 377,6-1 0,-8-2 0,7 0-181,1 0 0,2-6 1,2-4-1,-1-2-691,0-3 916,1 1 0,-1-5 0,1-1 37,-1-2 0,-4-2 1,-4-6-1,-2-2-200,-6-1 192,-7 0 0,2 6 0,-7 2 65,0 1 0,0 11 1,-2 1 117,-3 4 152,4 3 1,-12 7-36,4 3 0,2 7 1,2 9-1,2 1 1612,-1 3-1305,2 2 0,-4 1 0,6 1 80,0-1 1,0 1 0,0-2 0,0-2 580,0-2-1131,0-5 1,0 7 0,0-6-1212,0-2 1,0-1-1746,0-2 705,6-6 1127,-4-1 1,4-10-1,-6-5 1,0-7-889,0 0 1719,0-7 0,0 4 0,0-6 89,0-1 0,0 3 1,0 0-1,0 1 799,0 4-369,6 1 1,-3 7 0,7-1 370,1-1 0,2 5 0,2 1 0,3 4 1016,1 1-1234,0 0 0,-4 0 54,4 0 1,-3 0-1,3 0 125,-3 0-510,-8 0 0,0 0-344,-4 0 1,-2 6 119,3 3 466,-4-2 1,-1 5-1,0-2-145,0 2 1,0 4 0,0 2 0,0 1 89,0-2-203,0-1 0,0-2 0,2 2-202,3 3 1,-2-5 0,6 2 0,2-5-654,2 0 648,1-5 1,-4 5 0,-1-6-153,2-2 1,2-1-1,1-4 1,0-3-184,1-4 340,-1-4 0,0-3 1,0-1 4,0-2 1,-1-1-1,-2 2 1,-3-1 33,-2 2 198,-1 1 1,-3 7-585,2-1-23,-2 7 803,4-3 1,-6 12 0,0 3-53,0 4 0,0 1 0,0 1 0,0-1 143,0 0-93,0 0 0,0-4 0,0-1-316,0 2 1,0-3 0,2 0 0,1 0-63,2 0 90,6-5 0,-8 3 0,6-6-112,3 0 1,0 0 0,2 0 0,2-1-396,3-4 427,-3 3 0,11-10 1,-5 2-72,0-2 1,5-3 0,-5 0 0,0-1-334,-3 2 454,3-4 0,-11 10 0,3-4-200,-1 2 1,-7 2-226,-1 4 417,-3 2 0,-2 2 0,0 9 177,0 4 0,0 1 0,0 1 1,1-1 1704,4 0-1541,-3 6 0,6-4 0,-5 3 136,1-3 0,7-6 0,-3-1 0,2 0 180,-1-1-549,1 5 1,6-11 0,1 2-143,2-2 1,6-2 0,-3 0 0,2-2-248,0-2 112,6-4 1,-5-5-1,3 2-31,-1 2 0,-1-1 1,-3-6-1,-4-1-404,-3-2 421,-2 0 1,-6 5-1,-3 0-234,-4-1 1,-1 1 203,0 0 1,-1 4-1,-4 3 1,-4 0-387,-4 4 524,-1 1 0,0 4 0,1 3 0,2 4 0,1 4 257,-1 1-77,5 0 1,-5 1 0,6-1 441,2 0 1,2 0-1,1 0 1,0 1 836,0-1-1224,0 0 1,1-4-1,4-1-128,4 2 1,6-3 0,2 0-295,2-2 39,0-1 0,-5-5 0,0 0-343,0 0 0,2-2 0,2-1 0,2-3-3340,2-2 3193,-4-2 1,9-4 0,-5 0-250,0 0 0,5-2 0,-4-1 0,3-4-938,-3-1 1860,-2-2 1,-32-55 0,2 34 0,0-1-1</inkml:trace>
  <inkml:trace contextRef="#ctx0" brushRef="#br0" timeOffset="181">32929 5743 7501,'6'-28'131,"-4"-7"0,10 4 1,-2-6-1,4 3 1,5 2-1,6 0 0,5 1 1689,3-2-1632,1 6 1,-1 2 0,0 4 0,-1 0-1,-2 2 1,-4 5 0,-2 5 367,-5 2 0,-3 3-6,-2 4-203,-6-7-506,-2 6 1,-7-4 0,-2 10-700,-2 4 899,0 4 0,5 7 1,0 4-1,0 3 1,0 3 349,0 3 6,0 4 0,-5 12 0,-1 3 207,-2 3 0,3-3-318,-4 0 0,-1 5 0,-4 8 0,0 1 484,0 2-672,6 5 1,-5-13-1,5 5 1,0 1-1,4 0 372,2 2-341,2-2 0,0-6 0,0-1-60,0-4 1,2 2-1,1 0 1,2-6 294,-2-6-200,-2-2 0,-1-5 0,-1-2 82,-4-1 0,2-3 0,-7-7 1,-1-3 564,-1-2-500,-3-1 0,1-6 0,0-3-29,0-6 1,-5-2 0,-2-2 0,-1 0-181,-3 0-373,-2 0 1,-3-6 0,-3-6-507,-5-5 0,-3-3 0,-3-6 0,-4 3 172,-4-3-20,-3-1 0,-8-3 0,-5 0 625,-7 2 0,19 3 0,-4-1 0,-7 4 0,1-1 0</inkml:trace>
  <inkml:trace contextRef="#ctx0" brushRef="#br0" timeOffset="182">22223 5459 8303,'-21'-14'-199,"5"0"0,-9 1 1,5 2-1,-2 2 1,-2-1-1,0 1 1,2 1-217,1 1 1201,9 3-77,-1 4-539,18 0-181,-10 0 1,16 1 63,-6 4 1,1-2-6,-1 7 1,-3-6 0,4 4 0,-1 0 127,-1 0-125,7 1 0,-3 1 0,8-1 0,2 2 0,2 2 216,2 1-212,2 1 1,4 0-1,1 3-106,-1 1 0,1 0 0,-1-5 0,-6-2 0,-1 0 42,-1-3-183,-4 0 226,-2-1-187,-14-8 1,-8-9 0,-7-8 16,-4-2 1,-3-5 0,-7 3 0,2 1-205,4-1 327,-4-4 0,11 9 0,-3-3-45,3 3 0,2 4 201,0 2 72,6-2 47,-5 10-288,12-4 18,-6 6 0,12 6 1,0 4-1,-2 2-240,-2 2 183,6 7 1,-6-5 0,3 4-720,-8 1 784,-10-5 0,-31-7 0,-14-4 0,-7-2 0,1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5:45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7903,'14'0'-74,"0"0"325,-9 0-137,4 0 1,-6 0 119,4 0-274,-5 0 1,8 2 68,-10 5 247,0-4 77,0 16-206,0-8 0,0 11-51,0-1 0,0 0 23,0 0 1,0 1-74,0-1 1,0 3 17,0 4 0,0-4-144,0 4 1,7-2 96,0 2 1,0-4-152,-7 4 1,0-4 51,0-3 1,7 0 109,0 0-85,0 1 58,-7-1-7,0 0-52,0-9-162,0-3 73,0-9-685,0 0 909,0-9 15,0 7-439,0-8 221,0 10-560,0 0 612,10 0 1,-1-2-11,5-5 1,5 4-169,-5-4 1,-2 5 105,2 2 1,0 0 145,8 0 0,-11 0 0,18-19 0,-6-5 0</inkml:trace>
  <inkml:trace contextRef="#ctx0" brushRef="#br0" timeOffset="425">298 362 7375,'0'-14'-197,"0"0"1083,0 9-451,0-14-1,0 17-608,0-8 166,0 10 1,3 3-91,4 4 0,-2-2 23,9 9 1,-7-7-21,7 7 0,-7-7 91,7 7 1,-9-7 58,2 8 34,5-1-38,0 7-18,-1 0 1,6-7 1,-10 1 0,0-8 236,-7 7-242,0 0 1,-2 7-6,-5 0 1,2-6-80,-9-1 0,7 0 136,-7 7-171,-1 0 0,-3 1 112,3-1 0,-4-7-204,5 0 173,5 1 1,-8-1-215,10 0 0,-2-9-314,2 2-129,4 4-60,-6-8 726,9 6 0,0-9 0,9-38 0,3-9 0</inkml:trace>
  <inkml:trace contextRef="#ctx0" brushRef="#br0" timeOffset="725">808 405 6611,'12'0'655,"7"0"1,-14 0-582,9 0 0,0 0 56,7 0 1,8 0-81,-1 0 1,12 0-24,3 0 0,-1 0-142,8 0 1,-5 0-89,-3 0 0,-6 0 116,-1 0 0,-9 0-578,2 0 355,-4 0 310,-12 0 0,-31-10 0,-17-2 0</inkml:trace>
  <inkml:trace contextRef="#ctx0" brushRef="#br0" timeOffset="1491">1063 405 8594,'3'-12'221,"4"5"-135,-5 4 0,8 6-102,-10 4 0,0-2 102,0 9 0,0 0 27,0 7 1,0 0 5,0 1 0,0 6-73,0 0 1,0 8 2,0-8 0,0 8 60,0-8 1,0 10-150,0-3 1,0-2 82,0 3 0,0-3-320,0 2 1,0 3 136,0-10 1,2 1-635,5-8 250,-4 0 250,15-9 0,-6-3-230,9-9 0,1-2 504,-1-5 0,0-7 0,0-15 0,1 3 0,-1-9 0,0 7-227,0-8 1,-2 10 226,-4-2 0,1 2 122,-9-2 1,7 4 117,-7-4 0,8 11 443,-8 3-305,0 9-113,-7-4-48,0 9 0,0 2-42,0 5 0,0-2-3,0 9 0,-7 0-38,0 8 1,0-1-129,7 0 68,0 0 0,0 1-290,0-1 130,0 0 0,2-2 14,5-5 0,-2 3-6,9-10 0,-2 2-168,2-2 1,5-4-164,-5 4 345,5-5 0,2-9 156,0 0 0,-2-10-150,-5 3 0,3-5 202,-10-2 0,7 7-46,-7 0 1,3 0 30,-3-8 86,-5 10-109,8-6-380,-10 15 219,0-6 175,0 9 0,0 9-105,0 5 0,2 5 144,5 3 1,-5 1-84,5 5 1,-4-2-39,-3 10 1,0-8 76,0 8 1,0-3-42,0 2 0,7 5-138,0-4 1,0-3 123,-7 2 0,0-7-171,0 8 1,0-3 72,0 2 0,-2 3-85,-5-10 0,4 1 167,-4-8 0,-5-7 39,-2 0 121,-5-9 1,-2 5-127,0-10 1,0 0 116,-1 0 1,3-10-120,5-4 1,-2-5-35,9-2 0,-8-3-102,8-4 0,0 4-231,7-4 1,10-3-211,4 3 0,7-8 222,7 8 0,-4-7-113,4 6 1,3 1 42,-3 7 0,3 0 17,-3-1 0,-4-1 332,4-6 0,-4 6 0,-3-27 0,1 5 0</inkml:trace>
  <inkml:trace contextRef="#ctx0" brushRef="#br0" timeOffset="1799">1892 596 8044,'0'-12'50,"0"3"1,0 6 465,0-4-25,0 5-317,0-8 56,0 10-279,0-9 127,0 7 1,0-5-91,0 14 1,3-3 167,4 11 1,-5 1-41,5 12 0,3-2 80,-3 10 0,7-3-83,-7 2 1,0 8-91,-7-1 1,7 1 57,0 6 0,0-4-166,-7-2 0,0-1 120,0 1 0,0-3-150,0-5 0,7 3-59,0-10 1,1 1 52,-8-8 0,0-7-473,0 0 145,0-9-438,0 5-22,0-10 909,0-10 0,-10-49 0,-2-21 0</inkml:trace>
  <inkml:trace contextRef="#ctx0" brushRef="#br0" timeOffset="2317">1892 830 8048,'12'-10'1,"0"8"-743,-5-5 459,-5-5 1,15 7 843,-10-9-171,9 9-215,-4-13 1,10 15-44,-1-4 1,0 5-44,0 2 0,1 0-24,-1 0 0,0 0 13,0 0 1,1 0-146,-1 0 1,-2 9 145,-5 5 1,2-2-135,-9 2 0,1 1 58,-8 6-81,0 0 1,0 0 42,0 1 0,-8-1-96,1 0 1,-9-7 49,2 0 0,-5-9-12,-2 2 1,-1 3-15,1-3 1,0 0 53,0-7 1,6 0 210,1 0-168,0 0 0,2-3 129,5-4-203,-5 5 1,10-10 5,-5 5 0,14 2 46,7-9 1,5 7-4,2-7 1,1 7-145,-1-7 0,7 7 77,0-8 0,8 8-69,-8-7 0,8 2 40,-8-2 1,7-5 176,-6 5 1,-1 2-1,-7-2 0,1 2 119,-1-2 1,-7 2-51,0 5 157,-9 5-8,4-7-148,-9 9 167,0 9 0,0 3-50,0 9 1,0 7-137,0 1 1,3-1-9,4-7 1,-5 1-16,5-1 1,3 0-32,-3 0 0,2 1-239,-2-1 25,-4 0 168,16 0 1,-17-7-888,5 1 331,-5-11 559,-2 6 0,-19-76 0,-4-17 0</inkml:trace>
  <inkml:trace contextRef="#ctx0" brushRef="#br0" timeOffset="2466">2487 596 7616,'0'-12'-364,"0"3"1,38 47-1,9 9 1</inkml:trace>
  <inkml:trace contextRef="#ctx0" brushRef="#br0" timeOffset="3952">2827 724 8110,'12'0'21,"-2"0"389,-10 0-198,0 0-195,0 9 1,-3 0 41,-4 6 1,5 3 7,-5-3 0,2 4-345,-2 2 163,5 0 1,-8 0 116,10 1-116,0-1 1,2-2 121,6-5 1,1-2-202,5-5 0,5-5 84,-5 5 1,-2-4 44,2-3 0,0-8 20,8 1 0,-1-9 7,0 2 0,0-5-4,1-2 0,6-1-7,0 1 1,3-7 97,-3-1 1,-4 1-79,4 7 1,-4 7 108,-3-1-47,10 1 1,-8 0 269,6 0-211,-6 9 34,-1-4 6,-11 9-44,-1 0 88,-10 0-132,0 9 0,-2-6-45,-6 4 0,4-5-34,-10-2 0,6 7-10,-6 0 0,0 3 18,-7-3 1,0-3-15,-1 11 0,8-1-16,0 7 0,2-7 47,-2 0 0,-5 1-3,5 6-6,5 0 1,-8 0 17,10 1 4,0-1 0,7 0 14,0 0-173,0-9 70,9-2 1,3-10-35,9 0 1,1 0 81,-1 0 1,0-10 106,0-4 0,-6-5-110,-1-2 1,0 0 147,7-1 1,-7 3-19,0 5 0,-9-5 28,2 5 3,5-5 4,-10-2-279,8 9 0,-8 3 88,5 9 263,-4 0 1,6 9-122,-9 5 1,3 5 81,4 3 0,-5-1-19,5 0 0,2-7-23,-1 0 1,8 1-60,-2 6 0,-2-2 5,2-5 1,-2-2 14,2-5 0,5-5-161,-5 5 1,5-4-2,2-3 0,1-3 69,-1-4 0,0-5-142,0-9 0,-2 0 71,-5 0 0,5-1 44,-4 1 1,-6-7-49,-2-1 1,-2-6-114,2 7 1,-5-8 57,5 8 0,-4-3-16,-3 3 282,-10 4 1,6-4-128,-11 14 0,8-3 255,-7 10-105,9 0-120,-4 7 1,2 2 21,0 5 1,0 5 12,7 9 1,-3 1 172,-4-1 0,5 3-113,-5 4 1,4-4 26,3 4 1,0 3-80,0-3 0,0 0 46,0-6 0,0 6-79,0 0 0,8-7-128,-1-6 1,7-1 120,-7 7 1,9-2-25,-1-5 0,3 3-92,4-10 1,1 0 45,6-7 1,-3 0-3,9 0 0,-7-3 28,8-4 1,-8-4 12,8-11 1,-10 1-51,2 0 1,-5-3-3,-1-4 0,6-3-8,0-4 1,-6-5-15,-8 4 1,-9 3 32,2-2 0,-5 9 5,-2-3 1,0 6-10,0 1 1,-2 8-7,-5 0 1,2 9 83,-9-2 0,-1 5-22,-6 2 1,7 2 8,0 5 1,2 5 123,-2 9 0,2 3-86,5 4 0,5-4 68,-5 4 1,4 3-97,3-3 1,0 3 139,0-3 0,0-4-54,0 4 0,0-2-102,0 3 1,3-6-7,4 6 1,2-13-148,5-2 1,5-2 107,-5 2 0,5 3-143,2-10 0,1 0 5,-1-7 116,0 0 1,0-9 80,1-6 0,-1-3-159,0-4 237,0 1 0,-2 0-107,-4 0 0,-4 6 10,-4 1-103,-4 9-73,6-4 0,-6 9 261,4 0 0,-3 0-117,11 0 1,-8 7 128,7 0 1,-7 7-150,7-7 114,0 10 1,7-8-111,1 6 0,-8 1 10,0-9 0,0 0 35,8-7 1,-1 0 2,0 0 0,-7 0-10,0 0 1,1-7-17,6 0 1,-9-9 301,-5 1-226,4-3 0,-8-4 260,4 1-406,-5 9-238,-2-7 177,0 17 1,0-5 146,0 14 0,0 5 122,0 9 0,0 3-95,0 4 1,0-2 26,0 9 0,0-6-75,0 6 1,0-2 202,0 3 1,0 4-35,0-5 0,0-2-19,0 3 1,-7-10-55,0 2 1,0-4-14,7-3 0,-2-7 154,-5 0 0,4-7-142,-4 7 0,2-9 184,-2 2 0,3-4-98,-11-3 0,8-8-55,-7 1 1,9-9-91,-2 2 0,-2-5-169,2-2 0,0-1-227,7 1 0,0-3 212,0-4 1,0 4-373,0-4 1,0 5 238,0 1 1,9 3-1084,5 5 1391,-4-5 0,84 8 0,-41 0 0,1 0 0</inkml:trace>
  <inkml:trace contextRef="#ctx0" brushRef="#br0" timeOffset="5377">5781 894 8008,'-11'-10'-168,"-1"1"715,5-6-309,4-3 0,-13 13-356,9-9 0,-10 9 119,3-2 0,2 5-66,-2 2 0,0 0 66,-7 0 0,-1 0-16,1 0 1,0 7 28,0 0 1,-1 9-7,1-2 1,9-2-94,5 2 78,-5 1 0,10 6-32,-5 0 1,5-7 42,2 0 1,2-9-113,5 2 1,5 3 98,9-3 0,-7 0-152,0-7 1,1 0 147,6 0 1,0-7 5,0 0 1,1-10 24,-1 3 0,0-5-61,0-2 1,-2-3 147,-5-4 0,3 4-118,-10-4 1,2-3-11,-1 3 1,-6-8 33,5 8 0,-5-7 2,-2 6 1,0 1-8,0 7 0,-2 7 256,-5-1-280,5 11 1,-10-6-3,5 10 1,4 10 92,-4 4 1,5 7 150,2 7 1,0-2 30,0 10 1,0-1-52,0 8 1,0-8 35,0 1 1,2-1-64,5 8 0,-4-10-263,4-5 0,5 3-45,2-3 1,-2 0 114,2-6 1,-7-4-183,7-3 0,0 1 18,7-9 1,-6 0 83,-1-7 1,-7 0 24,7 0 0,-7-9 143,7-5 0,-7 2-70,7-2 0,-2-8 26,2-6 1,-2-3-22,-5 3 0,3 4-8,4-4 0,2 2-29,-8-2 0,6 11 35,-7-4 0,2 7-107,-2 0 77,-4 4-19,16 10 1,-15 3 61,10 4 1,-9 7 4,2 14 1,3-4 130,-3 4 1,2-2-94,-2 2 0,-2-4 18,9 4 1,-2-4-34,2-3 0,5-7-54,-5 1 0,5-4 60,2 4 0,3-6-103,4-9 1,-4 0 101,4 0 0,-4-2-11,-3-5 1,-7 2-7,0-9 0,-6 0-12,6-8 1,-10-6-29,4 0 0,-6-3 36,-2 3 0,-2 2-290,-6-10 0,-3 10 85,-11-2 1,1 4-27,0 3 1,-7 2 109,-1 5 1,1 5 33,7 9 0,-3 0 100,-4 0 1,4 7-77,-4 0 0,6 9 59,8-2 0,-2 12-55,9 3 1,-3-1 127,3-7 0,5 1-91,-5-1 1,7 0 30,7 0 1,-2 1-24,9-1 1,2-7-4,13 0 1,-3-9-44,9 2 0,-7-5 32,8-2 0,-3 0-82,2 0 1,5-7 72,-4 0 1,-3-9-36,2 1 0,-9-3 25,3-4 0,1-6-84,-1 0 1,-1-1 96,-7 8 0,-2 0-1,-5 0 0,-2-1 3,-5 1-46,-5 0 142,8 0 0,-12 9-105,-6 5 1,4 4 74,-10 3 1,7 0-53,-8 0 0,4 3 116,-4 4 1,-4 5-66,5 9 0,2 0 93,-2 0 0,7 1-184,-7-1 0,9 0 78,-2 0 1,5 1-123,2-1 1,0-7 72,0 0 0,2 0-92,5 8 1,-2-8 58,9 0 0,0-9 6,8 2 1,6 2 10,0-2 0,1 0-4,-8-7 1,7-7 33,1 0 1,-1-9-29,-7 1 1,0-3-49,1-4 0,-1 1 53,0 0 1,0 0-82,1-1 0,-1 3 55,0 5 22,0-5 0,1 10 59,-1-5 0,-7 4 4,0 10 0,-2 10 211,2 4 0,5 5-86,-5 2 0,-4 0-51,-3 1 1,2-1 59,-2 0-225,0 0 0,-7 1 124,0-1 0,-2-7 26,-5 0 0,-5-7-145,-9 7 0,0-9-206,-1 2 1,1-4-228,0-3 0,-7 0 217,-1 0 1,1-3-252,7-4 0,2 2-210,5-9 712,-5 0 0,82-54 0,-26 27 0,0 1 0</inkml:trace>
  <inkml:trace contextRef="#ctx0" brushRef="#br0" timeOffset="6285">7566 787 9910,'12'14'220,"-5"1"0,-4-8-47,-3 7 0,7 0-121,0 7 1,0-7-325,-7 1 1,7-1 120,0 7-357,0 0 248,-7 1 589,10-1-267,-8-9-80,7-3-27,-9-9 1,3 0-136,4 0 1,-5-9 70,5-6 0,-2-3 82,2-4 0,-4 8-349,4 0 251,4 0 0,-6 0 51,9-1 1,-7 11 24,8-3 358,-11 4-193,15 3 43,-7 0 1,9 7-123,1 0 0,-8 8 4,0-8 0,0 7-233,7-7 1,1 2 147,-1-2 0,0-4-94,0 4 0,-7-5 135,1-2 1,-1 0-17,7 0 19,0 0 36,1-9 74,-1-3-127,-9 0-1,-3-7 59,-9 17-79,0-7 98,0 9 1,0 2 115,0 5 1,0-2-154,0 9-2,9-9 0,3 11 163,10-9 1,-8 0-85,0-7 0,0 0-9,7 0 0,8 0-19,-1 0 1,0 0-123,-6 0 1,1-9 103,5-5 1,-4-5-150,4-2 1,-4 6 57,-3 1 0,-7 0-17,1-7 0,-11 0-247,3-1 0,-4 1 92,-3 0 1,-10 7 7,-4-1 1,-5 11 65,-2-3 0,-7 4 62,-1 3 0,-6 0 12,7 0 1,-1 10 138,8 4 1,0 5-66,0 2 0,6-7 197,1 0 1,9 1 167,-2 6-304,5 0 0,2 0-4,0 1 1,9-8-4,6 0 1,6-9-113,7 2 0,-2 2 15,10-2 0,-3 0-144,2-7 1,-2 0 100,-4 0 1,-6-9-68,5-5 1,-4-5 47,-3-2 0,1 4 41,-1-4 1,-2 4-59,-5-11 0,2-3 49,-9 3 1,8-10 14,-8 3 0,0 2-16,-7-3 1,2 10 124,5-2 1,-4 4 24,4 3 287,-5 9-192,-2 3 0,0 11-118,0 5 0,0 12 375,0 9 0,0 17-155,0-2 0,0 4 71,0-4 1,0 1-65,0 6 1,0-8-89,0 1 1,7-1-173,0-6 0,3-5-252,-3-3 0,-5-4-291,5-3 1,-4-7 109,-3 0-730,9-9 789,-7 4 1,8-11-78,-10-5 0,0 2-228,0-9 646,-10-10 0,-11-16 0,-7-9 0,-6-8 0,-1 0 0</inkml:trace>
  <inkml:trace contextRef="#ctx0" brushRef="#br0" timeOffset="6426">8480 766 8110,'-30'0'-1485,"6"0"891,-4 0 1842,13 0-165,6 0-788,28 0 1,5 0-191,18 0 1,3 0-232,5 0 0,-3 0-464,9 0 1,-8-7 210,1 0 379,-13 0 0,-6-31 0,-8-9 0</inkml:trace>
  <inkml:trace contextRef="#ctx0" brushRef="#br0" timeOffset="9145">1233 2126 6719,'-11'0'2534,"1"0"-2007,10 0-875,-9 0 300,6 0 1,-4 0-78,14 0 0,5-7-11,9 0 0,1-10 12,-1 3 0,3-12 76,4-2 1,-2-10-161,9 3 1,-9-8 127,3-6 0,-6 1 32,-1-8 1,-11 1 74,-4-1 1,-4 4-65,-3 9 0,-3 3 77,-4 5 0,-4-1-16,-11 15 1,1 5 17,0 16 1,0 0-4,-1 0 1,3 9 9,5 5 1,-2 7 150,9 8 1,-1 4-110,8 9 1,0 1 80,0-1 0,0 8-104,0-1 0,8 1 146,-1-7 0,9-8-158,-2 0 1,-2-2 12,2 3 0,-7-3-18,8-5 1,-4-4-199,4 4 37,3-4 0,-13-5 74,9-5-105,-9-5 129,5-9 185,-10 0 0,0-2-83,0-5 0,0 2 20,0-9-142,-10 0 1,5-7-137,-9-1 0,9 1-31,-2 0 0,5 0-68,2-1 118,0 1 1,2 2 67,5 5 1,-2-2 57,9 8-15,1 1 0,6 7 143,0 0 1,0 0-98,1 0 1,-1 3 146,0 4 0,0 5-186,1 9 0,-1 0 46,0 0 0,0-6-47,1-1 1,-1 0 39,0 7 1,0-7-54,1 0 1,-8-9 33,0 2-1,0 3-119,7-3 0,-7 0 66,1-7 1,-1 0-5,7 0 0,-7-10-8,0-4 1,-7-5 31,8-2 0,-4 0 46,4 0 1,-4-1-50,-4 1 0,-2 0-109,9 0 1,-9-1 145,2 1 1,-4 0-2,-3 0 1,0-1 18,0 1 1,0 7 25,0 0 132,-10 9-145,-2-14 1,-9 17 80,0-5 1,0 11-95,-1 3 1,1 10 70,0-3 1,0 7 12,-1 8 1,1-6 7,0 6 1,7-6-83,-1-1 1,8-1 2,-7 0 1,9 0-253,-2 1 179,5-1-69,2 0 0,2-2 63,5-5 1,-2-4 47,9-10 0,1 0 28,6 0-25,0 0 0,0-7 59,1-1 0,-8-6 350,0 7-46,-9-9-278,13 13-371,-15-16 264,6 17-144,-9-7 174,10 9-39,-8 0-56,8 0-25,-1 0 68,3 0 0,9 0 23,0 0 1,-7 0 30,1 0 1,-1 0-14,7 0 1,0 0-38,1 0 1,-1-10 31,0-4 1,-7 2-14,0-2 33,1 0 1,-1-7 11,0-1 197,-9 11-219,4-8-111,-9 7 120,0 0 1,0 5 202,0 14 0,0 5-39,0 9 0,0 3-101,0 4 0,7-2-12,0 9 0,0-9 5,-7 3 0,7 1-70,0-1 0,3 6 70,-3-6 0,-5-1-133,5-7 1,-2 0 86,2 1-240,-4-1 110,6 0 87,-9-9-18,0-3 25,-9-9 1,-1-2-186,-4-5 1,-3 2 110,10-9 1,-7 0-68,7-7 1,-7-8 103,7 1 1,-7-7 43,7 6 0,0-6-14,7 6 0,-8-6 6,1 7 1,0-8-7,7 8 1,3 0 10,4 6 0,-3 1 106,11 0 1,-1 7-102,7 0 0,3 9 61,4-2 1,-4 4-52,4 3 0,3 7 91,-3 1 1,-2 8-80,-12-2 0,5 5-2,-5 2 1,-4 1-13,-3-1 1,-5-7 23,-2 0 24,0 0 1,-2 5-33,-5-5 1,2-2-85,-9-5 0,0-4 77,-8 4 0,8-5-159,0-2 0,0 0 41,-7 0 89,-1 0-45,1 0 1,7 0 35,0 0 0,9-2-110,-2-5 1,7 4 92,7-4 1,-2 2-39,9-2 0,7 3 37,7-10 1,3 6-23,-2-6 0,-3 7 28,9-7 0,-2 0 0,2-7 1,3 6 47,-9 1 1,-1 0 17,-7-7 1,0 7 67,1 0 0,-11 6-141,-4-6 279,5 10 0,-9-8 122,4 5-287,-5 4 0,-2-4 106,0 14 0,0 5 153,0 9 1,0 1-203,0-1 1,2 2 2,6 6 1,-4-3-134,10 9 0,-9-6 115,2 6 1,3-9-111,-3 2 0,7-2 100,-7 3 1,2-13-197,-1 5 1,-6-4 10,5 4 0,-5-7-101,-2 0 444,0-9-152,0 5-94,0-10 0,-2-3 14,-5-4 1,2-2-168,-9-5 1,7-5 110,-7 5 1,7-12-185,-7-3 1,9-2 43,-2 3 1,-3 2 109,3-9 1,0 6-4,7-6 1,0 9-21,0-2 0,0-3 64,0 3-101,10-1 140,1 8 1,11 2-52,-1 5 0,0 7 178,0 14 1,1-2-59,-1 9 0,-2 0 48,-5 7 1,2 1-104,-8-1 1,-1 0 23,-7 0-65,0 1 1,0-1 42,0 0 1,0-7-105,0 0 1,-10-9 87,-4 2 0,-5 3-217,-2-3 203,0 0 0,-1-7-7,1 0 0,7 0 137,0 0 0,7 0-141,-7 0-129,9 0 143,-5 0-9,10 0 1,10-7 12,4 0 0,5-7-2,2 6 0,7-8-46,1 2 1,9-5-17,-3-2 1,-2-1-89,2 1 0,-6 0 113,6 0 1,-2-3-93,3-4 0,-6 2 84,-8-10 1,-3 10 77,-5-2 0,-5 4-136,-9 3 106,0 9 0,-2 3-3,-5 9 0,-5 0 21,-9 0 1,-1 2 113,1 5 1,7 5-74,0 9 1,7 1 43,-7-1 1,9 0-77,-2 0 1,2 1 128,-2-1 1,5 0 12,-6 0-108,6 1 1,9-1-41,0 0 0,10-7-39,-3 0 1,-2-9-61,2 2 0,0-2 142,7 2-128,1-5 0,-1 5 75,0-14 1,0 3-62,1-10 0,-1-1 42,0-6 1,-7 2-19,0 5 1,1-5 12,6 5 0,-7-5-3,0-2 1,-7 7 25,8-1 0,-8 8-19,7-7 1,-7 10 292,7-4-171,-9 6 57,14 12 0,-10 1-78,5 11 0,-4-1-94,-10 0 1,0 3 9,0 4 1,0-11-7,0 4 1,0-5-129,0 6 1,0-8 91,0 0 1,0-7-144,0 7 125,0-9 469,0 4-169,0-9-308,0 0 1,0-9 40,0-5 0,0-5-109,0-2 1,7-1 19,0 1 128,9 0-294,-4 0 103,9-1 270,1 11-166,-1 1 1,0 10 264,0 0 0,-6 2 4,-1 6 0,-7 1 2,7 5 0,-2 5-152,2-5 1,5 3 25,-5-3 0,-2 2 57,2-8-39,0 8 0,7-14-142,1 5 0,-8-4 79,0-3-207,0 0 0,5-3 53,-5-4 1,-2-4-357,-5-11 1,-2 1 470,9 0 0,0-57 0,7-14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6:02.0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10 7667,'11'0'466,"8"0"1,-7 7-227,9 0 0,-6 0-127,-1-7 1,0 0-27,7 0 1,0 0-53,1 0 1,6 0 64,0 0 0,1 0-481,-8 0 259,0 0 1,0 0-263,1 0 0,-8 0 24,0 0 1,-7-2-580,7-5 304,-9 4 635,4-6 0,-9 7 0,0-6 0,-47 16 0,-12-6 0</inkml:trace>
  <inkml:trace contextRef="#ctx0" brushRef="#br0" timeOffset="274">213 74 7855,'0'11'-98,"0"1"176,0-5 0,0-2 60,0 9 0,0-7-11,0 8 0,-2-8-59,-5 7 0,4 0 60,-4 7 1,5-7-93,2 1 0,0-1 4,0 7 0,0 0 8,0 0 0,0 1 0,0-1 1,0 0-99,0 0 1,7 1-313,0-1 137,0 0-556,-7 0 297,10 1-168,-8-1 231,7-9 421,-9-3 0,-37-47 0,-11-9 0</inkml:trace>
  <inkml:trace contextRef="#ctx0" brushRef="#br0" timeOffset="2035">22 562 7866,'12'0'-719,"7"0"1539,-17 0-664,17 0 1,-14 0 7,9 0 1,-7 0 38,7 0 0,-7 0-61,7 0 0,0 0-169,8 0 0,-1 0 23,0 0 0,0 0-154,1 0 1,-1 0-229,0 0 0,-2-2 198,-5-5 0,5 5-501,-5-5 439,5 4 1,-5 3 72,0 0-19,-9-9 85,5-3 333,-10-9-116,0-1 350,0 1-106,0 0-115,0 0 0,0 7-64,0-1 0,2 11 256,5-3-144,-5 4-150,8 3 0,-3 3-36,0 4 0,0-3 34,-7 11 1,7-8-196,0 7 166,0 0-152,-7 7 0,7 0 66,1 1 1,-1-8-182,-7 0 135,0-9-77,0 14 1,0-15 56,0 11 3,0-11-56,0 6 94,0-10 1,2-3-192,5-4 1,-2-5 103,9-9 0,-7 2 56,7 5 0,0-5 35,8 5 0,-1 2 11,0-2 0,0 7-29,1-7 1,-6 9 72,5-2 1,-11 5 121,11 2 0,-4 0-84,4 0 0,-7 2 203,0 5-198,0 5 0,-2 9-48,-5 0 0,-2 1-25,2-1 0,-5-7-196,6 0 179,-6 0-106,-2 8 0,0-8-296,0 0 83,0-9 223,0 4 23,0-9 1,7-2 44,0-5 0,10-3-36,-3-4 1,5-5 16,2 5 1,-7-5-4,0-2 1,0-3 7,8-4 1,-11 4 17,-3-4 1,1-3-16,-2 3 0,0-3-165,-7 3 0,0 2 86,0-9 1,0 9 19,0-3 1,0 6 141,0 1 369,0 1-156,0 9-241,0-6 1,-2 15 32,-5-4-21,4 14 1,-6 5 183,9 9 1,0 0-29,0 1 0,0-1 19,0 0 0,0 3-68,0 4 0,0-4-50,0 4 0,0-4 44,0-3 1,0 7 13,0 1 1,0-1 6,0-7 1,0 8-28,0-1 0,7 3 16,0-3 0,0-4-30,-7 4 0,3-2-106,4 2 0,-5-4 10,5 4 0,-5-4-97,-2-3 1,0 0-204,0 1 0,0 6 138,0 0 1,0 1 148,0-8 1,0-7-59,0 0 1,8-7-388,-1 7 105,0-9-84,-7 5-58,0-10 129,0-10 1,0-2 90,0-9 1,0 0-51,0 0 1,0-8 158,0 1 0,0-8 150,0 8 0,0-10 0,0 3 0,0-3 0,0 3 0,-7-3-51,0 10 1,-3-8 142,3 8 1,5-8 113,-5 8 1,4 0-48,3 6 1,0 1 42,0 0 0,0 7-22,0 0 1,3 7-100,4-8 1,-3 11 1,11-3 1,-1 4 7,7 3 1,0 0-12,0 0 0,1 0-12,-1 0 0,0 7-5,0 0 0,-6 10-1,-1-3 1,-7-2 47,7 2-157,-9 0 0,4 7 173,-9 1-146,0-1 1,-2-2 59,-5-5 0,2 3-285,-9-10 146,0 9 0,-8-13-98,1 4 0,0 2 74,0-2 38,-1 0 185,1-7-195,0 0 131,0 0-94,9 0 73,2 0 1,13 0-36,4 0 1,5-2 5,9-5 0,0 4-134,0-4 0,1-2 125,-1 2 0,7-7-115,1 7 1,6-10 86,-7 3 1,3 2 79,-3-2 1,-4 0-81,4-8 0,-4 8 85,-3 0 0,-7 7 19,1-7 37,-11 9 2,6-14-85,-10 17 11,0-8 1,0 20 10,0 4 0,0-2 165,0 2 1,0 0-108,0 7 0,0 1-1,0-1 0,0-7-8,0 0 24,0 0-35,9 8 0,3-10 7,9-5 1,0-5-281,1-2 0,-1 0 65,0 0 0,8-2 87,-1-5 0,0 2 37,-7-9 0,1-1 12,-1-6 0,-7 0-4,0 0 1,-7 2-4,8 5 0,-11-5 64,3 5-66,-4 4-334,-3-9 200,0 17 274,0-8 1,0 20-101,0 4 1,0 5 151,0 2 0,0-7 51,0 1-158,9-1 1,-4 7 31,9 0 0,-7-7 28,7 1-166,0-11 1,8 6 106,-1-10 0,0 0-163,1 0 0,-1 0 121,0 0 1,0-7-93,1 0 0,-8-10 27,0 3 0,-7-12-8,7-2 1,-7-3-10,7 3 1,-9 4 36,2-4 1,-4-3-137,-3 3 1,0-8 121,0 8 0,0-1 65,0 8-109,0 0-87,0 9 204,0 3 94,0 9 0,0 16-25,0 5 1,0 8-114,0-1 0,0-2 196,0 10 1,2-8-92,5 7 0,-2-9-12,9 3 0,-7-6-13,7-2 1,-7 1-493,7-1 209,1 0 0,6-2-37,0-5 1,0-4 14,1-10 0,-8 0 94,0 0 1,-2-3-314,2-4 1,2-5 443,-9-9 0,1 0 0,-37-48 0,-6-11 0</inkml:trace>
  <inkml:trace contextRef="#ctx0" brushRef="#br0" timeOffset="2216">2105 244 7443,'21'9'-1251,"-7"-6"1260,0 4 1,0-5 608,8-2 0,1 0-444,5 0 0,-4 0 12,4 0 1,3-7-546,-3 0 0,1-7 19,-8 7-42,0-10 1,-2 12 163,-5-9 0,-4 7 218,-10-7 0,0 9 0,-85 5 0,32 6 0,0 0 0</inkml:trace>
  <inkml:trace contextRef="#ctx0" brushRef="#br0" timeOffset="2754">149 1243 7863,'0'14'3,"0"0"1,0-7 70,0 7-67,0-9 85,0 14 1,0-15-56,0 11 0,0-8 186,0 7-121,10 0 0,-8 7 12,5 1 1,-4-8-109,-3 0 0,2 0 68,5 7 0,-5-7-275,5 1 54,-4-1 1,-3 7 85,0 0 0,0-7-882,0 1 448,9-11-379,-6 15 874,6-16 0,-9 6 0,-19-75 0,-4-17 0</inkml:trace>
  <inkml:trace contextRef="#ctx0" brushRef="#br0" timeOffset="3168">171 1200 7985,'11'-12'137,"1"-4"-97,-5 9 1,-4-3-508,4 3 364,5 5 1,-1-15 195,11 10 1,-1 0-38,0 7 1,-7 0-13,0 0 1,1 0 82,6 0-140,0 0 0,0 7-12,1 0 1,-11 10 78,-3-3 0,-6-2-118,-2 2 0,0 0 57,0 7 1,0 1-92,0-1 0,-10-2 55,-4-5 1,2 5 13,-2-5-354,0-5 195,-7 10 1,2-14-120,5 9 223,4-9 0,10 7 224,0-5 0,3-5-134,4 5 1,5 3 208,9-3 1,0 0 6,0-7 1,1 7-131,-1 0 1,0 7-33,0-7 0,1 7 12,-1-7 0,-7 3-32,0-3 1,-9-2 39,2 9 0,-5-7-22,-2 7 1,-2-7-30,-5 7 1,-5-7-166,-9 8 0,-7-8-11,-1 7 1,-1-9-118,1 2 0,6-5 134,-6-2 1,-1 7-74,1 0 0,1 0-26,7-7 1,-1-2 41,1-5 1,7 5 186,0-6 0,9 4 0,-2-3 0,42-24 0,13-14 0</inkml:trace>
  <inkml:trace contextRef="#ctx0" brushRef="#br0" timeOffset="5345">702 1370 7864,'21'0'893,"-9"0"-940,7 0 239,-17 0-194,8 0 0,-10 2 13,0 5 1,0-2 107,0 9 1,7-7-331,0 8 169,0-1-355,2 7 164,3 0 0,9-2-312,1-5 428,-1-4 1,0-10 25,0 0 1,1 0 132,-1 0 1,-7 0-115,0 0 1,-7-7 86,8 0 1,-11-10-61,3 3 1,-2 2 125,2-2 1,-5 7-51,6-7 1,-6 7 55,-2-8 12,0 11 12,0-15-118,0 16 21,0-6 0,0 11 201,0 5-189,0-4 1,0 16 144,0-5-170,9-5 1,3 8 35,9-10-36,1 9 1,-1-13-22,0 4 0,8-5-114,-1-2 1,0 0 84,-7 0 1,1-2 6,-1-5 0,-7-3 7,0-4 1,-7-5-118,8 5 1,-11-5 98,3-2 0,-4-7-110,-3-1 1,0 1 95,0 7 0,-3-8-5,-4 1 1,3 7 245,-11 7-180,11 0 281,-15 2-244,16 2 0,-8 20 88,3 4 1,6 7 11,-5 7 0,5-2 121,2 10 0,2-3-102,5 2 1,-5 3-28,6-10 1,1 8 83,-2-8 0,3 8-101,-3-8 1,-5 7 30,5-6 1,-2-1-12,2-7 1,-5 8-111,5-1 95,-4 0-190,-3-6 118,0-1 0,-3-9-16,-4-5 1,3-5-76,-11-2 0,8 0 51,-7 0 0,7 0-131,-7 0 153,9 0 1,-7-7-279,5 0 158,5-10 1,-8 6-189,10-11 0,8 1 146,-1 0 0,9 0-68,-2-1 0,5 1 137,2 0 0,1 0-32,-1-1 0,0-6-14,0 0 1,1-3-2,-1 3 1,7-3 109,1-5 0,1-4-61,-1 5 0,-6-3 1,6 3 1,-6-3 63,-2 10 1,-9-1 269,-5 8-96,-4 0-197,-3 9 1,-3 3 88,-4 9 1,3 0-52,-11 0 0,4 9 123,-4 5 0,-3 7-12,3 8 0,4-6-21,-4 6 1,8 1-6,-7-1 1,9 6 9,-2-7 0,5 3-22,2-3 0,0-4-6,0 4 0,0 3-51,0-3 1,0 1 56,0-8 0,2 3-125,5 4 1,-4-4 69,4 4 1,2-4-21,-2-3 0,3-2 28,-3-5 0,-5 5-29,5-5 0,-4-2-132,-3 2 144,0 0 0,0 0-69,0 0 61,-10-9 0,6 5-4,-11-10 0,8 0-57,-7 0 1,2-3-7,-2-4 0,-2 2-2,9-9 0,-8 7-7,8-7 0,0 7-366,7-7 320,0 0 0,0-8-68,0 1 0,3 7 87,4 0 1,4 0 39,11-8 1,-1 8-13,0 0 0,8 0 92,-1-7 1,7 2-55,-6 5 1,8-5 12,-1 4 1,-3-3 70,2-4 1,-9 1-40,3 0 0,-6 2 36,-2 5 0,-2-5-62,-4 5 154,-6-5-52,-9-2-41,0 9 1,-2 2 34,-5 10 0,2 0-63,-9 0 0,-1 10 95,-6 4 1,2-2-77,5 2 0,-2 2 90,9 13 0,-8-6-71,8 6 0,-7-6-48,7-1 0,0-1-5,7 0 0,0 0-9,0 1 1,0-8 15,0 0 1,9-7-9,6 7 1,3-9-13,4 2 1,-1-5 25,0-2 0,8 0-63,-1 0 0,7-2 48,-6-5 0,1-5-35,-1-9 1,-6 0-7,6-1 0,-6-1-92,-1-6 0,-8 6 92,0-6 0,-9 6-54,2 2 54,-5-10 0,-2 7-34,0-4 14,0 14 1,-9 4 11,-6 10 0,4 0 83,-4 0 1,8 3-67,-7 4 1,9-3 11,-2 11 0,-2-8-32,2 7 0,0-7-74,7 7 45,0-9 47,9 14 1,1-15 240,4 11-192,5-11 0,-15 6 113,11-10 0,-8 7 108,7 0 191,-9 0-338,13 2 0,-15-4 36,4 9 1,2-7-192,-2 8 0,1-8 112,-8 7-147,0-9 100,9 14 0,-4-10-194,9 5 1,-7-4-22,7-10 1,-7 0-263,7 0 363,1 0 0,6 0 16,0 0 1,0-8 126,1 1 0,-1-9-69,0 2 0,-7 2 47,0-2 1,-7 0-59,8-8 0,-11 8 255,3 0-245,5 9 28,-9-14 338,6 17-271,-9-7 0,0 11 42,0 5 0,0-2-79,0 9 1,0-7-10,0 7 0,7-7 27,0 7 0,3-7-118,-3 8 61,-5-11 0,17 13-123,-5-10 0,-2 0 113,2-7 0,0 0-103,8 0 0,-1 0 113,0 0 0,0-7-23,1 0 1,-8 0 58,0 7 0,-7-7-51,7 0 0,-7 0-22,7 7 1,-9-3 68,2-4 1,-2 5 42,2-5 144,-5 4-178,8 3 0,-10 3-12,0 4-4,0-5 0,2 10 49,5-5 0,-2-5-39,9 5 0,-7-4 4,7-3 1,-4 0 19,11 0 1,-4 0-6,11 0 0,-4 2-53,-3 5 1,7-4 34,1 4 1,6-5-8,-7-2 0,3 0 9,-3 0 1,-2 0-45,10 0 1,-8-2 35,7-5 1,-9 2-23,3-9 1,-6 7 41,-1-8 1,-8 8-4,0-7 1,-9 0-23,2-7 1,-5 0 2,-2-1 0,0 1-208,0 0 1,-9 7 61,-5-1 1,-5 4 151,-3-4 0,1 6-48,0 9 1,0 0 213,-1 0-153,1 0 1,0 9 24,0 6 1,9 6-16,5 7 1,2-4 136,-2 4 0,5 3-102,-6-3 0,6 1-22,2-8 0,0 7 49,0 0 0,0 3-51,0-2 1,0-6 12,0 5 0,0-2-17,0 3 1,0-6-9,0 6 1,0-6-322,0-1 0,0 6 110,0 0 1,-2-2 443,-5-12 1,2 3-107,-9-10 1,2 2 102,-2-1 1,-5-6-79,5 5 0,2-7 43,-2-7 0,2 2-123,-2-9 0,4 0-31,10-7 1,0-10-369,0-5 1,10 3 189,4-2 0,7 0-333,8-8 0,4 8 174,9-1 0,-6 8-386,-1-8 0,-2 11 640,2-4 0,24-23 0,-2-4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6:19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43 7802,'0'21'-41,"0"0"13,0 0 52,0 1 0,0-1-133,0 0 1,-3 0 35,-4 1 1,5-1 25,-5 0 0,5 0 30,2 1 1,0-8-23,0 0 121,0 0-115,0 7 190,0 1-156,9-1 0,-4-9 150,9-5 0,-7-5 72,7-2-144,0 0 0,8 0-120,-1 0 1,-7 0 138,0 0-284,0 0 170,8 0 1,-8 0-271,0 0 164,-9 0-186,14 0 126,-17 0 0,7-2-444,-9-5 395,0 4 231,0-6 0,0 9 0,-37-10 0,-11-1 0</inkml:trace>
  <inkml:trace contextRef="#ctx0" brushRef="#br0" timeOffset="400">447 43 7414,'0'-12'254,"0"2"-84,0 10 57,0 10-164,0 2 1,0 9 33,0 0 0,0-7 17,0 0 1,0 1-37,0 6 1,0 0-6,0 0 1,0 1-11,0-1 1,0 7-127,0 1 0,0-1-2,0-7 0,0 0 74,0 1 1,0-8-193,0 0 212,0 0-81,0 7 1,0-6 34,0-1 3,0-10-89,0 6-5,0-10-934,0 0 721,0-10 0,0 6-261,0-10 582,0-1 0,19-44 0,4-9 0</inkml:trace>
  <inkml:trace contextRef="#ctx0" brushRef="#br0" timeOffset="942">893 446 7892,'12'0'-1997,"0"0"2902,-5 0-177,-5 0-735,8 0 1,-8 0 149,5 0 101,-5 0-7,8 0-2,-10 10-292,0 2 91,0 9 1,-7 0-154,0 0 148,-10 1 0,13-1-140,-11 0 0,8-7-6,-7 0 1,9-6-132,-2 6 0,-2-7-22,2 7 25,0-9 1,4 11-269,-4-9 513,5 0 0,-8-7 0,48-66 0,9-16 0</inkml:trace>
  <inkml:trace contextRef="#ctx0" brushRef="#br0" timeOffset="1332">1254 43 8002,'-11'-10'-596,"1"8"350,10-8 372,0 10 437,0 0-368,0 10 0,0-6-137,0 11 1,0-1 0,0 7 0,-2 0 11,-5 1 1,4-1-57,-4 0 1,5 0 21,2 1 1,-7-1 26,0 0-143,0 0 1,7 1 154,0-1 0,0 0-51,0 0 0,2-2 74,5-5 1,5-4-66,9-10 0,0 0 47,1 0 0,-1 0-30,0 0 0,0 0 15,1 0 0,-1 0-164,0 0 0,-7 0 92,1 0 1,-8 0-337,7 0 221,-9 0-411,4 0 119,-9-10 58,0 8 0,-2-7-35,-5 9 1,2-7 390,-9-1 0,9-8 0,-14-15 0,7-14 0</inkml:trace>
  <inkml:trace contextRef="#ctx0" brushRef="#br0" timeOffset="1740">1616 85 8002,'14'-2'0,"0"-5"0,-7 4-26,7-4 1,-9 2 91,2-2 0,-2 5 64,2-5-272,-5 5 144,17 2 37,-7 0 60,9 0 1,-7 0-120,1 0 0,-11 2 51,3 5-22,-4-5 59,6 17 0,-6-7-21,4 9 1,-7-7-9,-7 1 9,4-1 1,-16 7-104,5 0 1,2 1 91,-2-1 1,7-7-75,-7 0 1,7-2 89,-7 2-114,9 5 169,-5-7-52,10 9 0,0-7 260,0 0-281,10-9 0,2 5-14,9-10 0,-7 0 77,0 0-163,0 0 113,8 0 1,-3-3-148,-5-4 1,-2 5-295,-5-5-390,-5 4 371,7 3 1,-6-7-143,4 0 267,-5 0 1,10 7 286,-5 0 0,-4 0 0,15-19 0,-6-4 0</inkml:trace>
  <inkml:trace contextRef="#ctx0" brushRef="#br0" timeOffset="2134">2232 128 8672,'0'14'315,"0"0"0,0-7-222,0 7 1,0 0 12,0 8 0,0-1-54,0 0 1,0 7-90,0 1 1,2 9 119,5-3 1,-4 3-119,4-3 1,-5 5 105,-2-4 1,0-3-248,0 2 0,0-6-44,0 6 1,0-16-332,0 2 136,0-4-254,0-6-307,0-1 645,0-10 0,3-10 331,4-4 0,-5-5 0,5-2 0,3-7 0,-3-1 0,0-8 0,-7 1 0,-4-13 0,-2-8 0,0-6 0,1 1 0</inkml:trace>
  <inkml:trace contextRef="#ctx0" brushRef="#br0" timeOffset="2399">2253 170 8002,'12'-2'94,"-5"-5"0,-2 4 306,2-4-295,-5 5 0,15-1-77,-10-4 0,2 5 71,-2-5 1,-2 5-143,9 2 0,-7 0 81,8 0 0,-8 0-37,7 0 0,-7 0 9,7 0-157,-9 0 1,11 2 178,-9 5 0,1-2-1,-8 9 0,0-7 91,0 7-86,0 0 0,-10 5-121,-4-5 1,2 5 82,-2-5 1,0-2-149,-7 2 0,-1-9-49,1 2 1,0 3-174,0-3 1,6 0 72,1-7 0,7 0-431,-7 0 730,9 0 0,-4 0 0,9-10 0,66-39 0,-25 15 0,1-1 0</inkml:trace>
  <inkml:trace contextRef="#ctx0" brushRef="#br0" timeOffset="2718">2593 85 8002,'12'0'-303,"-2"0"0,-8 0 554,5 0 41,-5 0 1,8 2-169,-10 6 1,0-4 80,0 10-113,0 1 1,0 6 14,0 0 1,0 0-46,0 1 0,0-1 7,0 0 1,0-7 77,0 0-108,0 1-193,0 6 370,0 0-115,0-9-219,0-3 125,0-9 1,0-2-127,0-5 0,0-5 1,0-9 0,0 0-94,0-1 0,9 1 100,5 0 1,-2 0 16,2-1 0,1 8-392,6 0 317,0 0 0,0 2-246,1 5 1,-4 2 73,-3-2 0,4 5 342,-5-5 0,-5 4 0,10 32 0,-7 6 0</inkml:trace>
  <inkml:trace contextRef="#ctx0" brushRef="#br0" timeOffset="3076">3146 85 8002,'-14'0'-636,"0"0"1,6-2 1125,-6-5 0,7 4 25,-7-4-578,9 5 0,-14 2 52,5 0 18,5 9 1,-8 3 32,10 9 1,0-7 26,7 1 0,0-1-24,0 7 25,0 0 0,0 1-137,0-1 0,2 0 30,6 0 1,-4-6 27,10-1 0,3-10 5,11 3 0,-4-4-9,4-3 0,-4 0 45,-3 0 1,0 0-30,1 0 0,-4-3 41,-3-4 1,1 3-33,-9-10 1,7-1-48,-6-6 0,-1 7 51,-7 0 0,0 0-219,0-8 0,-7 8 124,-1 0 0,-6 7-795,7-7 553,-9 9 0,6-7 323,-4 5 0,-24 24 0,3-3 0</inkml:trace>
  <inkml:trace contextRef="#ctx0" brushRef="#br0" timeOffset="4592">3592 43 8002,'0'-12'452,"10"-7"-213,-8 17 242,7-8-690,-18 10 1,-3 2 90,-9 6 0,0 3-222,-1 11 320,1-1 0,0 0-59,0 0 0,2 1 35,5-1 0,-3 0 37,10 0 1,0 1 104,7-1-77,0 0-14,0 0 1,2-2-26,5-5 1,-2-4-5,9-10 1,0 0 4,8 0 0,1 0-10,6 0 1,-6-3 44,6-4 1,-6-2-25,-2-5 0,1-5 2,-1 5 0,0-5-4,0-2 1,-6-1 41,-1 1 0,-10 0-23,4 0 0,1-1 20,-2 1-1,0 0 3,-7 0-64,0-1 0,-2 11 36,-5 3 1,-3 8-29,-4 8 1,-5 1 23,5 5 1,2 5-7,-2-5 1,7 5 0,-7 2 0,9 1-69,-2-1 0,5 0 12,2 0 1,0-7-86,0 1 136,0-1 4,0 7 1,9-2 34,5-5 1,5-4-53,2-10 1,-6 0 30,-1 0 0,0-3-24,7-4 0,0-2 67,1-5 1,-1-5-44,0 4 0,0-3 14,1-4 0,-1 1-37,0 0 1,-7 2-4,0 5 0,1-3-10,6 10 1,7-7 23,1 7 1,-1 0 115,-7 7 0,0 0-113,1 0 0,-1 0-2,0 0 49,0 9 0,-2 3 68,-5 9 0,-2-7-66,-5 1 0,-4-8-4,4 7 0,-5-7 22,-2 7-28,-9 0 1,-3-2-111,-9-5 1,-8 3 92,1-3 1,0 0-88,6-7 0,1 0 56,0 0 0,0 0-34,-1 0 181,1 0-148,0-10 97,0 8-75,9-7-145,2 9 148,10-10-3,0 8-16,10-8 0,2 8-6,9-5 0,0 5-88,0-6 1,1 6 80,-1 2 1,0-2-118,0-5 0,8 4 108,-1-4 1,0-2 29,-6 2 0,1 0-16,6 7 1,-6-8 5,6 1 1,-6 0 7,-2 7 0,1 0-31,-1 0 0,0 0 75,0 0 1,1 0-50,-1 0 1,0 0 119,0 0 1,-6 7-108,-1 0 1,-7 8 95,7-8-16,-9 9-41,4-4 0,-9 2 157,0 0-168,0-9 0,-2 7 4,-5-5 1,2-5 4,-9 5 1,0-4-44,-8-3 0,1 0 45,0 0 0,0 0-153,-1 0 1,8-3 75,0-4-28,0 5-12,-7-7 1,7 6 19,-1-4-378,11 5 106,-6-8 218,10 10-21,0 0 287,10 0 0,-3 0-73,14 0 1,-4 0-46,11 0 1,-5 0-53,-1 0 0,6-7 21,0 0 1,3 0-9,-3 7 0,-4-2 27,4-5 0,-2 4-129,3-4 95,-6-5 1,8 10-25,-10-5 1,-7 2-100,1-2-30,-11 5 0,8-8 203,-5 10-102,-4 0 64,15 0 1,-13 7-48,9 0 0,-7 3 75,8-3 1,-8-5-63,7 5 1,-7 3 151,7-3-121,0 0 0,7-7 10,1 0 1,-8 0 56,0 0 0,0 0-58,7 0-15,1 0 1,-1-7 12,0 0 0,-7-7 91,1 7-74,-11-10-135,6 5 0,-10-2 20,0 0 1,0 7-35,0-7 107,0 9 1,-3-4-8,-4 9 1,3 0 12,-11 0 1,8 0-28,-7 0 1,7 0 84,-7 0 1,7 7-65,-7 0 1,7 9 129,-8-2 1,11 8-6,-3 6 0,2-4-27,-2 4 0,4 3-4,-4-3 1,5 10-20,2-3 0,0 5 16,0 3 0,0-1-17,0 1 1,0-3-42,0-5 1,0 3 36,0-9 0,0-1 14,0-7 1,0 0-22,0 1 1,-2-11 179,-5-3-216,-5-6 0,-10-2-8,1 0 0,0-2 8,0-6 0,-1-3 42,1-11 0,7-1 38,0-6 1,9 6-50,-2-6 1,5-1-117,2 1 0,2-6 3,5 7 1,5-1-94,9 8 1,0 0 3,1 0 0,1 2 86,6 5 1,-6-3-559,6 10 129,-6-10-109,-2 15 73,1-7 12,-10 9 521,-3 0 0,-75 9 0,-17 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6:40.5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65 256 5892,'0'11'1524,"0"-1"-1571,0-10 367,0 0-188,-10 0 75,8 0 0,-8-2-43,10-6 30,0 6 1,0-10-61,0 5 1,0 2-190,0-9 1,0 7 34,0-7 0,3 7 38,4-7 1,-5 7-199,5-7 135,5-1-38,0-6 1,2 2 79,0 5 44,-9-5 1,7 10-40,-5-5 0,-5 2-7,5 5 6,-4 4 2,-3-16-136,0 17 142,0-7-275,0 9 7,0 0 252,0 9 1,-7-4-2,-1 9 0,1-7 11,7 7 1,-2-2 21,-5 2 4,5 5-38,-8-7 52,10 9-35,0 0 19,0 1-18,0-1 1,2-2 45,6-5 1,-4 2-58,10-8 0,-6 1 7,6-2 0,-7-5 31,7 6-24,-9 3 1,11-6-12,-9 9 0,0-7 22,-7 7 268,0-9-281,0 14-47,0-7 1,0 2-68,0 0-110,0-9 1,-7 7-230,0-5 275,-9-5 0,4 8-278,-9-10 446,9 0 0,-54-10 0,-5-2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04.2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235 298 7797,'0'-14'-639,"0"0"0,0 0 319,0-8 1,0 8 1235,0 0 0,-3 2-426,-4-2 0,2 5-317,-9 9 1,0 0-90,-7 0 1,7 0-236,-1 0 1,1 7 0,-7 0 1,2 9 128,5-2 0,-5 5-15,5 3 1,5-1 64,1 0 1,-1 0-93,2 1 0,0-1 35,7 0 98,0 0 1,0 1-39,0-1 1,9-9 6,5-5 1,5 2-62,3-2 1,6 0 48,0-7 1,10 0-61,-3 0 0,-2-2 52,3-5 1,-10 2-25,2-9 1,-4 2 8,-3-2 0,-2-5-10,-5 5 0,-4-12-36,-10-2 1,0-1-86,0 8 1,-3 0-7,-4 0 1,-12 2 65,-9 5 0,-3-3 87,3 10 1,4 0-114,-4 7 90,4 0 1,5 2 5,5 5 0,-2-2 7,9 9 0,0-7 6,7 7 1,2-6 105,5 6 1,5-10-230,9 3 1,7-4 72,1-3 0,6 0 0,-6 0 1,6 0 19,-7 0 1,8-3 5,-8-4 1,0-2 42,-6-5 0,-1-5-1,0 5 1,0-5 14,1-2 0,-11-8 17,-4 1 0,-4 0-53,-3 6 38,0 1-111,-10 0 0,6 9 101,-10 5-83,-1 5 1,-4 4 90,5 5 0,-2 5-6,9 9 1,-3 7-55,3 1 0,5 6 0,-5-7 1,4 10 189,3-2 1,0-3-31,0 2 0,0 1 23,0 6 0,0-6-37,0-1 1,7 0-109,1 8 1,6-8 46,-7 1 0,7-8-38,-7 7 1,2-1-17,-1 1 1,-6-4-88,5-10 1,-5 0-35,-2 0 0,0 1 40,0-1 180,0 0 0,-2-7-34,-5 0 178,5-9 1,-17 5-76,4-10 1,4-3 51,-3-4-133,-1-5 1,-4-9-6,5 0 0,-2-7-158,9-1 0,0-1 97,7 1 0,0 3-174,0-9 0,0 9 36,0-3 0,7 6-244,0 2 0,9 2-107,-2 5 0,5-5-296,3 4 0,-1 6 289,0 2 0,0 5 40,1 2 0,-1-7 415,0-1 0,19 20 0,5 12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04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6117,'9'12'963,"-6"0"-162,4-5-651,-5-5 0,-2 10 54,0-5 1,0-2-142,0 9 0,3-7 197,4 7-292,-5 0 0,7 8 85,-9-1 0,0 0-40,0 0 1,0 8 61,0-1 0,0 0 9,0-6 0,-2 6 44,-5 0 0,5 1-42,-5-8 0,2 0-168,-2 0 82,4 1 0,-8-1-141,3 0 59,6-9-369,-7-3-608,9 1 761,0-8 0,0 5-247,0-14 1,0 2 544,0-9 0,0 0 0,28-54 0,7-13 0</inkml:trace>
  <inkml:trace contextRef="#ctx0" brushRef="#br0" timeOffset="372">319 170 7842,'-18'-2'548,"3"-5"-174,-4 4-163,8-6 0,-3 9-64,-1 0 9,11 0 0,-8 2 72,5 5-41,4 5 1,-6 9-300,9 1 1,0-1 6,0 0 1,0 0-4,0 1 0,2-1-33,5 0 0,-2-7 70,9 0 1,-2 1 8,2 6 0,5-9 65,-5-5 1,5 2-4,2-2 1,1 0 65,-1-7 1,0 0 141,0 0 1,1-2-118,-1-5 1,0 2 20,0-9 0,-6 0-125,-1-7 0,-7-1 78,7 1 1,-9-7-322,2-1 0,-12-6 100,-2 7 0,-12-1 12,-2 8 0,-3 2-97,-11 5 1,-1-3-106,-6 10 1,2 0 11,4 7 1,-1 7-64,8 0 0,3 10 150,12-3 0,5 12 247,9 3 0,0-1 0,38-3 0,18-1 0,3 5 0,0-1 0</inkml:trace>
  <inkml:trace contextRef="#ctx0" brushRef="#br0" timeOffset="747">893 213 7844,'0'-15'7,"0"1"1,0 7 573,0-7-37,0 9-471,0-14 62,0 17 0,-9-7-101,-5 9 0,2 0 35,-2 0 1,-1 2 28,-6 5 0,0 5 9,0 9 1,-1 0-131,1 1 0,7-8-58,0 0 0,7 0 48,-7 7 0,9 1-64,-2-1 1,4 0 74,3 0 1,10-2-62,4-5 1,5 5 30,2-5 1,8-4 34,-1-3 1,7-5 31,-6-2 1,6 0 6,-7 0 0,8 0-30,-8 0 1,0-2 3,-6-5 0,-3-5 197,-5-9 0,-5 7-100,-9 0 0,0-8-312,0-6 1,-2 0-46,-5 6 1,-5 3-90,-9 5 1,-3-2 132,-4 9 0,-3-7-85,-4 6 1,-3 1-183,10 7 1,-1 0 486,8 0 0,0 0 0,-1 0 0,11 48 0,1 11 0</inkml:trace>
  <inkml:trace contextRef="#ctx0" brushRef="#br0" timeOffset="1639">1573 106 7346,'7'-14'-950,"0"0"1461,1 9 0,-8-7 177,0 5-231,0 5-175,0-17 164,0 17-475,0-17 15,0 17 1,-3-8 7,-4 10 0,-5 0 102,-9 0 0,0 2-147,0 6 1,-8 3-37,1 11 1,0-1 94,6 0 0,3 0-137,5 1 1,-2-1 55,9 0 0,-8 0-13,8 1 0,0-1 65,7 0 1,3 0-21,4 1 1,5-1-15,9 0 0,7-7-4,0 0 0,3-9 30,-3 2 1,-4-4-3,4-3 0,-4 0 50,-3 0 1,1 0-44,-1 0 1,0-3 41,0-4 21,-9-5 0,0-7 52,-5 5 17,-5-5-91,8 8-92,-10-1 0,0 0 95,0 5 156,0 5 1,0 9-16,0 14 0,0 5-24,0-5 1,0 0 115,0 1 0,0 1-170,0 6 0,0-6 28,0 5 1,0-4-155,0-3 101,0 1 1,0-1-174,0 0 125,0-9-288,0 7 115,0-17-148,0 8-7,0-10 0,0-3-371,0-4 1,2-2 80,5-5 0,-4-5 608,4 5 0,4-72 0,-5 35 0,0-1 0</inkml:trace>
  <inkml:trace contextRef="#ctx0" brushRef="#br0" timeOffset="2149">2062 106 7916,'-14'0'-85,"0"0"160,9 0 1,-7 0 47,5 0 132,5 0-101,-8 0 0,10 10-20,0 4 1,0 5 2,0 2 1,0 0 48,0 1 1,0-1-54,0 0 0,0 7-95,0 1 1,0-1 214,0-7-414,0 10 146,0 2 1,0 0-150,0-5 1,0-11-141,0-3 95,0-9 452,0 4-313,0-9 299,0 0-227,0-9 1,7 4-113,0-9 0,10 0 91,-3-7 1,-2 6-339,2 1 268,0 10 0,8-8 39,-1 5 0,-7 4 45,0-4 1,-7 7-17,7 7 1,-7-2 173,8 9 1,-8-2-111,7 2 1,-9 5 77,2-5 1,-5 5-93,-2 2 0,0 1 44,0-1 1,-2-7-51,-5 0 1,2-2-17,-9 2 1,0 3-283,-8-10 234,1 0 0,0-7-76,0 0 1,-1 0 52,1 0 1,0 0-448,0 0 305,-1-10 0,3 6-529,5-10 18,5 9 717,9-14 0,2 9 0,5-4 0,5-2 0,9 9 0,23-9 0,9-4 0,5 3 0,0-1 0</inkml:trace>
  <inkml:trace contextRef="#ctx0" brushRef="#br0" timeOffset="2981">2445 383 7916,'11'0'302,"-1"9"1,-8 0-185,5 6 1,-4 4 39,4-5 0,-5 5-33,-2 2 0,0 7 11,0 1 0,0 6-114,0-7 1,0 10 100,0-3 1,0-1-147,0 1 1,0-7 50,0 8 0,0-10-113,0 2-27,0 5 1,0-9 104,0 4-266,-9-4 0,6-10-96,-4 0 70,5-9 191,2 4 1,0-11-234,0-5 1,0-5-84,0-9 1,0-3 72,0-4 1,0 2 350,0-10 0,0 1 0,0-8 0,7-1 0,0-6 0,0 12 0,-7-4 0,7 4 0,0-5 0,0 8 0,-7 0 0,0 9 0,0-3 0,0 6 0,0 1 428,0 1 23,0 9-188,0 3 0,10 9-107,4 0 1,5 7 16,2 0 0,-7 7-28,0-7 0,1 7-112,6-6 0,-7 6 208,0-7-154,0 9 1,1-11-106,-1 9 1,-10-7 138,4 7-111,-6-9 59,-2 14 0,0-14-102,0 9 0,-10-9 91,-4 2 0,2 2-123,-2-2 1,0 3 39,-7-3 0,7-5-350,0 5 212,-1-4 1,1-1 27,0 5 152,9-5-118,-4 8 176,9-10-112,0 0 0,9 0 54,5 0 0,5-2 6,3-6 1,-1 4-5,0-10 0,3 6 4,4-6 1,-4 0-19,4-7 1,-4 7-28,-3 0 0,0-1 20,0-6 1,1-3-127,-1-4 0,-7 7 69,0 0 1,-9-1 44,2 8 1,2 2 38,-1-2 18,-1 10-87,-7-6 0,-3 10 22,-4 0 1,2 0-82,-9 0 1,10 10 82,-3 4 1,-3-2 23,3 2-32,0 0 0,7 7 109,0 0 0,0-6-39,0-1 0,2 0-21,5 7 1,-2-2 187,9-5 1,0 5-105,8-5 1,-8-2 57,0 2 1,-7-7-90,7 7 1,-2-6-91,2 6 0,-2-10 164,-5 4-2,-5-6-62,8 7-50,-10-6 1,-10 6-341,-4-9 0,-5 0 140,-2 0 0,0 0-638,0 0 0,-8 0 804,1 0 0,-66-28 0,42 10 0,0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02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1 256 7803,'0'-14'1018,"0"0"-237,0 9-590,0-5 177,0 10-264,0 0 0,0 10-10,0 4 1,7-2-66,0 2 1,2 7-33,-1 8 0,-6-1 251,5-7-361,5 0 0,-7 1-46,9-1 0,-10 0 160,6 0 280,-1 1-304,-6-11 36,6-1-35,-9-10 0,0-3-131,0-4 0,0-4 4,0-11 0,2 1 88,6 0 0,-4-7-89,10-1 1,1-2 44,6 3 1,0 5 98,0-6 1,-6 8-110,-1 7 1,0-3-84,7 10-371,0-9 368,1 13 1,-1-6-191,0 9 0,-7 2 123,0 5 0,-6 3-314,6 4 582,-10 5 0,15 11 0,-7 15 0</inkml:trace>
  <inkml:trace contextRef="#ctx0" brushRef="#br0" timeOffset="825">723 256 7826,'0'-21'309,"0"-1"-141,0 1 0,-2 9 43,-5 5 0,2-2 52,-9 2-52,0 0 0,-7 7-132,-1 0 1,8 2 156,0 5 1,0 5-158,-7 9 0,-1 0-2,1 1 0,7-1-98,0 0 0,9 0-123,-2 1 0,-2-1 123,2 0 1,-1 0-116,8 1 135,0-1 0,3 0-241,4 0 1,-2-9 50,9-5 0,-7 3 53,7-3 1,0 0 57,7-7 1,1 0-17,-1 0 0,-7-3 257,0-4-163,0-4 0,8-11 213,-1 1 0,-7 0-57,0 0 0,-7-1-200,8 1 0,-8 0 120,7 0-151,-10-1 15,6 1-209,-10 0 627,9 9-306,-6 3 1,6 18 48,-9 5 1,7-2-49,0 2 1,3 0-28,-3 8 0,-2-1 21,9 0 1,-7-7-97,7 0 0,0-9 36,7 2 1,-6 3-9,-1-3 1,0 0-80,7-7 0,-7 0 53,1 0 1,-1-10-59,7-4 0,-9-5 79,-5-2 1,2 0-120,-2 0 0,3-3 104,-3-4 1,-5-3-119,5-4 0,-4-3 149,-3 9 0,0-1 161,0 1-21,0 6 0,0-1-75,0 10-179,0 9 117,0-4 0,0 18 248,0 5 1,0 8-69,0 6 0,0-2 51,0 9 0,0-6-39,0 6 0,0-6-39,0 6 1,0-9-183,0 2 1,0-4 101,0-3 1,0 3-162,0 4 1,9-11 109,5 4 0,5-12-130,2 5 1,1-9 71,-1 2 1,3-4-9,4-3 1,-2-3-18,9-4 1,-9-5 33,3-9 1,1 0-103,-1 0 0,-1-1 65,-7 1 1,0-7-74,1-1 1,-8 3 60,0 12 0,-9-5 28,2 5-80,-5 5 88,-2-1 0,-2 10-33,-5 0 129,-5 10 0,-9 2 85,-1 9 1,8 2-42,0 6 0,9-6 108,-2 6 0,5-13-102,2-2 0,0 1-87,0 6 1,2-2 53,5-5 0,-2 2-195,9-8 1,0 6 73,8-7 1,-1 0-49,0-7 0,1 0-240,-1 0 0,0-7 112,0 0 1,1-10-487,-1 3 0,-7-5 358,0-2 1,-9 0 360,2-1 0,-5-8 0,-40-32 0,-9-16 0</inkml:trace>
  <inkml:trace contextRef="#ctx0" brushRef="#br0" timeOffset="991">1127 171 7877,'-21'0'0,"7"0"197,0 0 0,7 0 204,-8 0-214,11 0-174,-6 0 1,20 7 140,4 0 0,7 0-678,7-7 1,3 0 273,5 0 0,1 0-388,-8 0 1,6 0 404,-7 0 0,-6 0 233,-8 0 0,-9-28 0,4-8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6:59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22 170 6488,'2'-11'-252,"5"3"1,-4 4 680,4-3 809,-5 4-522,-2-6-944,0 9 4,0-10-1,0 8 179,0-7-149,0 9 2671,0 0-2380,0 9-226,0-7 108,0 8 25,0-10-449,0 0 404,0 9 120,0 3-67,0 9 8,0 1 0,0-1-5,0 0 0,0 0-10,0 1 0,0-1-7,0 0 1,3 0 11,4 1 1,-5-1 60,5 0 1,-5 7-60,-2 1 0,0-1-62,0-7 1,0 1 61,0-1 1,0-7-68,0 0 58,10 0-5,-8 8 0,8-8-23,-10 0-7,0-9-258,0 4 163,0-9-2441,0 0 1929,0-9 640,0-3 0,0-28 0,0-5 0</inkml:trace>
  <inkml:trace contextRef="#ctx0" brushRef="#br0" timeOffset="306">43 64 7811,'-12'0'481,"3"0"1,7 0-80,-6 0-114,6 0-258,-7 0 1,18 0-110,5 0 1,8-7 80,6 0 0,-2 0 3,9 7 0,-6-3 27,6-4 0,-7 5-300,8-5 0,-10 5-54,2 2 1,-4-3-459,-3-4 414,0 5 1,-7-8-398,1 10 763,-11 0 0,-4 0 0,-78 29 0,26-12 0,0 1 0</inkml:trace>
  <inkml:trace contextRef="#ctx0" brushRef="#br0" timeOffset="505">64 255 6168,'12'0'2846,"-2"0"-2624,-1 0 0,-4 0-113,9 0 1,-7 7-9,7 1 0,-7-1-157,7-7 1,-6 0-451,6 0 404,0 0-787,7 9 436,0-7-316,1 8 87,-1-10 682,0 0 0,0 9 0,1 3 0</inkml:trace>
  <inkml:trace contextRef="#ctx0" brushRef="#br0" timeOffset="1264">702 362 7811,'-14'-19'0,"0"5"0,7-3-640,-8 10 1,11-3-1,-3 3 1772,-5 5 0,7-7 14,-9 9-982,9 0-286,-14 0 0,15 9 97,-11 5 1,8-2-34,-7 2 1,2 0 100,-2 8 1,-2-8-87,9 0 0,-3 0-37,3 7 1,2 1 83,-9-1 1,9 0 17,-2 0 0,5 1 1,2-1 0,0-7 21,0 0-17,9 0 1,3 5-8,9-5 1,1-2-1,-1-5 0,7-4 17,1 4 0,-1-5-9,-7-2 0,8-7-2,-1 0 0,0-10 57,-7 3 1,1 2 8,-1-2 1,-2 0 16,-5-7 0,-5 0-57,-9-1 1,0-6-70,0 0 0,0-1 68,0 8 0,-2 0-197,-5 0 0,-5 6 66,-9 1 0,0 10-66,-1-4 0,1 6 67,0 2 1,0 0 9,-1 0 0,8 2-7,0 6 51,0 3 1,2 11-145,5-1 80,5 0 119,2 0 1,2-2-55,5-5 0,5-4 35,9-10 1,3 0-43,4 0 0,-4 0 35,4 0 0,3 0 2,-3 0 1,8-10 9,-8-4 0,7 0 15,-6-7 1,1 4-31,-1-11 0,-13 4 136,5 3 0,-6 0-20,-1 0-57,-5-1-72,-9 1 7,0 9 0,-2 3-26,-5 9 1,-3 2-146,-4 5 0,2-2 25,5 9 0,5-7 67,-5 7 1,4-6-114,3 6 0,0-7-87,0 7 323,10-9 0,2 4-85,9-9 0,0 0 300,0 0 1,-6 0 83,-1 0-164,0 0 0,0 0-54,0 0 1,-9 2-43,2 6 0,-5-4 171,-2 10-110,0 1 1,0 6-3,0 0 0,0 0 38,0 1-234,0-1 0,0 0-319,0 0 257,10 1 0,2-4-81,9-3 0,-7 1 44,0-9 1,0 0-49,8-7 0,-1 0-139,0 0 0,-2-2-139,-5-5 0,5 2-8,-5-9 492,-4 0 0,18-64 0,-4-14 0</inkml:trace>
  <inkml:trace contextRef="#ctx0" brushRef="#br0" timeOffset="1939">2147 362 7741,'0'-33'59,"-2"9"312,-5 10-158,4 0 0,-13-1-13,9 1 1,-3 10 34,3-4-197,-5 6 1,-9 9-166,0 0 0,7 10 122,-1-3 0,4 5-192,-4 2 0,-1 0 36,9 1 1,-3-1 117,3 0 1,5-7-54,-5 0 0,5-6 74,2 6 0,0-7-98,0 7 106,0-9 1,2 11 4,5-9 0,-2 0 107,9-7-43,0 0 0,7-2 153,1-5 0,-4 2-59,-3-9 1,3 7-9,-3-7 1,-4 7-5,4-7-328,-11 9 111,15-14 115,-16 17 204,16-8-193,-17 10-43,7 10 8,-9 1-324,0 11 223,10-1 1,2-2-180,9-5 1,0 2 27,0-8 0,1-1 33,-1-7 0,2 0-215,6 0 1,-6 0-176,6 0 598,-6 0 0,17-29 0,5-6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10.6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319 43 8326,'-10'-12'103,"-1"-6"0,-11 15-72,1-4 1,0 5 73,0 2 1,-1 2-86,1 5 0,7-2 68,0 9 1,0 0-102,-8 7 1,1 1 24,0-1 0,7-7-125,0 0 1,6 0 153,-6 8-175,10-1 51,-6 0 0,12-9-15,6-5 76,3-5 0,11-2-9,-1 0 1,-2-2 187,-5-5 1,5-2-28,-5-6 1,-2-3-85,2 3 0,-7-4-17,7-2 0,-9 7 4,2 0 1,-2 0-70,2-8 0,-5 8 77,5 0 0,-4 7-176,-3-7 168,0 9-216,0-4 238,0 9 1,0 2 305,0 5-263,0 5 1,2 9-20,5 0 0,-5 1-163,6-1 0,1 0 92,-2 0 0,10-6-173,-3-1 0,-2-7 73,2 7 1,0-9-20,7 2 1,0-5 105,1-2 1,-1 0-5,0 0 1,0-9-3,1-5 0,-1 2 128,0-2 0,-7-1-36,1-6-54,-1 0 36,7 0-32,-9-1 1,0 11-163,-5 4 280,-5 4 49,7 3 0,-9 10-70,0 4 25,0 5 1,0 2-121,0 0 0,0 0 32,0 1 1,0-8-179,0 0 1,0-7 142,0 7-270,0-9 266,0 4 96,0-9-192,0 0 43,0-9 0,0 4 25,0-9 11,0 0 7,0-7 31,10-1-254,-8 1 169,8 9 0,-8-4-61,5 9 100,-5 0 5,17 7 0,-14 0-9,9 0-16,-9 0 1,7 0 47,-5 0 1,-5 2-38,5 5 25,-4-4 10,6 6-11,-7-9-132,8 9-241,-10-6-606,0 6 375,0-9 196,0 0 0,-47-9 0,-12-3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18.9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1 638 8525,'14'0'171,"0"0"0,-7-3-104,7-4 1,0 2-191,8-9 0,6 0 36,0-7 1,8 0 77,-8-1 1,10-8-161,-3-6 1,5 3 29,3-2 0,-10-1-4,-5-6 1,-4-1 61,-3 1 1,-9 2 100,-5 4 1,-5-2-60,-2 10 0,-9 2 84,-5 12 1,-5 5-51,-2 9 0,-8 0 8,1 0 1,0 16 56,6 5 0,1 8-54,0-1 1,2 5 66,5 10 0,-3-3-64,10-5 1,-2 5 157,2-4 0,4 1-55,-4-1 0,7 4-45,7-5 1,3-2-15,4 3 0,5-10 12,-5 2 1,-2-4-126,2-3 1,-7-2 91,7-5-177,-9-4 101,4-1 331,-9-7-181,0 8-61,0-20-74,0-1 13,0-11-79,0 1 1,0 0 124,0 0 0,0 6-334,0 1 80,0 0 106,0-7 1,3 2 41,4 5 0,2 2 162,5 5 0,5 5 3,-4-6 0,-4 6 118,4 2 1,6 0-62,7 0 0,0 2-104,-6 6 0,-1 1 17,0 5 0,0 5 15,1-5 0,-1 3-133,0-3 0,-7 5 76,1-5 0,-4-2-217,4 2 115,3 0 32,-6-2 1,9 4-27,1-8 1,-8-1 54,0-7 1,0-3-77,7-4 0,1 2 66,-1-9 0,-7 0-47,0-7 0,0 0 62,8-1 0,-3 1 9,-5 0 1,2 0-56,-9-1 1,3 1-2,-3 0 1,-5 0 81,5-1 0,-7 1-52,-7 0 1,3 7 1,-11-1 0,1 8 2,-7-7 1,-7 10 89,-1-4 0,1 6-45,7 2 1,-8 10 82,1 4 1,0-3-49,6 4 0,4-1 6,3 7 0,-1 0-128,9 1 1,-7-8 92,7 0 1,-1 0-82,8 7 0,0-7 75,0 1 0,0-8-105,0 7 102,10-9 1,2 11-1,9-9 39,0 0 1,0-7 144,1 0 0,-8 0-69,0 0 1,-7 0-48,7 0 1,-7 0 17,8 0-24,-11-9 0,8 7-128,-5-6 44,-4 6 1,8 2-134,-4 0 95,-4 0 6,16 0 1,-15 0-74,11 0 1,-8 0 64,7 0 0,-7 0 34,7 0 0,-7 0-6,7 0 0,-7 0 29,8 0 1,-4-2 9,4-5 1,1 2 91,-9-9 0,7 7-82,-7-8 0,8 8 19,-8-7 1,7 7-25,-7-7 0,2 9 56,-2-2-73,-4-5 0,6 8 44,-9-11-20,0 11-36,10-6 1,-8 8-25,5-5 102,-5 5 162,8-8-115,-8 10 1,10 0-56,-5 0 230,-4 0-118,6 0 23,-9 0-1564,0 0 1374,-9 0 6,6 0-10,-6 0 19,9 0 1346,0 0-1314,0 10 1,0-6 65,0 10-78,0-9 1,0 14-95,0-5 0,0-2 68,0 2 0,0-7-129,0 7 137,9 1 1,-4 6-12,9 0 0,-7-7-192,7 0-88,1-9 1,6 12 147,0-10 0,0 0 34,1-7 0,-1 0 96,0 0 1,7-3-66,1-4 1,-8-2 104,-7-5 0,0-5-97,8 5 0,-4-5 128,-3-2 0,-4-1-135,-4 1 36,-4 0 1,13 0 69,-9-1-3,1 1 51,-8 0-101,0 9-30,-10 3 1,5 9 28,-9 0 1,7 0 5,-7 0 1,7 0-122,-7 0-78,9 9 1,-7 0 138,5 6 1,5-4-256,-5-3 416,4-6 0,6 14-98,4-9 72,5 1 1,9-1-116,0 0 0,0 0 188,1-7 0,-1 2-48,0 5 1,7-4 64,1 4 0,-1-5-89,-7-2 0,1 7 1,-1 0 1,-7 3-75,0-3 0,-2-3 47,2 11 0,-4-8-21,-10 7 1,0-7 76,0 7-68,0-9-28,0 14 0,-10-15 0,-4 11 1,-5-11-123,-2 3 0,0-4-198,-1-3 0,-6 0-451,0 0 1,-1 0 353,8 0 1,0-7-120,0 0 0,-1-3 522,1 3 0,19-24 0,4-13 0</inkml:trace>
  <inkml:trace contextRef="#ctx0" brushRef="#br0" timeOffset="1767">2827 425 7831,'0'-21'-1835,"0"7"2093,0-1 0,0 8 54,0-7 0,0 7 103,0-7-24,0 9-97,0-14 0,0 15 8,0-11 24,0 11-272,0-6 1,0 8 290,0-5-377,-9 4 69,6-6 1,-13 11-71,9 5 1,-7-2 20,6 9 0,-8-2 26,2 2 0,2 5 15,-2-5 0,7 5 4,-7 3 0,9-1-110,-2 0 1,-3 0 66,3 1-114,0-1 1,9 0 38,6 0 40,3-9 0,11 5 32,-1-10 1,7 0 2,1-7 0,-1 0 4,-7 0 1,0-3-18,1-4 1,-3-4 61,-5-11 0,2 8-40,-9 0 1,0-3-19,-7-11 1,0 5 20,0-6 0,0 6-182,0 1 0,-9 3 51,-5 5 1,-5-2 36,-2 9 0,-1-8 79,1 8 1,0 0 87,0 7 0,-1 0-45,1 0 1,0 10-73,0 4 0,6-2 137,1 2 1,7-7-50,-7 7 1,9-7-101,-2 7 0,7-9 38,7 2 1,0-4-105,15-3 1,-6 0 59,13 0 0,4 0 33,2 0 0,-2 0 49,2 0 0,-1-3-65,1-4 1,5 5 198,-4-5 0,-3-3-111,2 3 1,-7 0 160,8 7 1,-10 0 6,2 0 1,-4 2-122,-3 6 0,-2-4 17,-5 10-56,5 1 1,-10 6-68,5 0 0,-4-7 80,-10 0 0,0-7-292,0 8 46,0-11 48,0 6 0,-2-10 108,-6 0 6,6 0 8,-17 0 0,14-10 2,-9-4 0,10 2 57,-3-2 0,4 7-62,3-7 6,0 0 12,0-7 1,3 9-123,4 5 1,-3-3 112,10 3 1,-6 0-3,6 7 0,-2 2 33,2 6 1,5-4 93,-5 10 0,2-7-99,-2 8-14,5-1 1,-7 5 254,9-5-222,1 5 1,-1-15-39,0 11 1,0-11-36,1 3 1,-8-4-12,0-3 0,0 0-79,7 0 1,-6-3 119,-1-4 0,0-4-156,7-11 1,-7 6 77,1-5 0,-11 4 4,3-11 0,3 2 15,-3-3 0,0 3-128,-7-9 1,0 0 106,0-8 0,-2 10 39,-5 5 0,2 4 139,-9 3 1,7 0-102,-8-1 0,8 10 79,-7 5 0,7 5-63,-7 2 1,7 9 129,-7 6 0,7 4-79,-8 2 1,8 2 97,-7 6 1,9-3-10,-2 9 1,3-7 100,-4 8 1,6-8-79,-5 8 0,5-8-68,2 7 1,0-9-289,0 3 0,9-6 110,5-1 1,-2-1-71,2 0 0,0-7 39,8 0 1,-1-9-41,0 2 0,8-4 88,-1-3 1,0 0-28,-7 0 0,1-3 50,-1-4 1,-7-2 14,0-5 0,0-5 137,8 4-163,-10-3 156,6-4 1,-15 8-118,4 0-191,-5 9 231,-2-4-25,0 9 0,3 0 305,4 0-192,-5 9-126,17 3 0,-10 2 28,6 0 1,3-9-182,-3 2 1,3 3 112,4-3 1,-1 0 3,0-7 0,8 0 28,-1 0 1,0 0-11,-7 0 0,-6-3 298,-1-4-202,0 5 110,7-17-160,-9 7 0,-3-2 239,-9 0-81,0 9-374,0-4 186,0 9 59,0 0 31,0 9 0,-7 3 137,0 9 1,0-7-143,7 1 1,0-1 108,0 7 1,0 0-7,0 1 1,-7 1-88,0 6 1,0-6 114,7 5 1,0 3-83,0-2 1,-2 1-55,-5-1 1,4-3-31,-4 9 1,2-7-144,-2 8 1,5-10 48,-5 2 0,2 3-109,-2-3 1,2 0-53,-9-6 1,7-1 68,-7 0 0,9-7 250,-2 0-162,-5-9 0,0 5 226,-9-10 0,7 0-51,0 0 0,0-10-93,-8-4 0,4-5 5,3-2 1,-1 0 22,9-1 1,-7-6-130,7 0 1,-1-8 108,8 8 0,0-10-114,0 3 0,10 2 74,4-3 0,7 8-140,8-7 0,-3 9 74,9-3 0,0 6 48,8 1 1,-3 3 10,-4 5 0,4-2 9,-5 9 0,-4-3-341,-3 3 1,-11 5-143,-3-5-598,-9 4 31,4 3-288,-9 0 718,0 10 620,-9-8 0,-50 8 0,-22-10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11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8521,'0'-12'408,"0"3"-333,0 28 18,0-5 0,7 24-15,0-10 1,0 3 12,-7-3 1,2-2 30,5 9 0,-4-9-126,4 3 0,-5 1 126,-2-1 1,2-1-260,5-7 1,-4 0 64,4 1 1,-5-8-273,-2 0 0,0-7-55,0 7-635,0-9 595,0 4 0,0-11 94,0-5 0,3-5 345,4-9 0,-5-10 0,30-18 0,12-10 0,-3-10 0,0 1 0</inkml:trace>
  <inkml:trace contextRef="#ctx0" brushRef="#br0" timeOffset="317">489 213 5900,'0'12'2485,"-2"-2"-2132,-5-10-150,-5 9 0,-9-4-135,0 9 1,6-7 25,1 7 1,7-7-108,-7 8 0,7-8-83,-7 7 180,9 0 0,-4 7-119,9 0 1,0-6 73,0-1 1,2-2-132,5 2 1,5 2 79,9-9 0,0 0-131,1-7 0,1 0 45,6 0 1,-6 0 51,5 0 1,3-2 269,-3-5 0,1 2-89,-8-9 1,-2 0 45,-5-7 1,-2-1-72,-5 1 1,-5 0-217,5 0 1,-7-1 108,-7 1 1,-4 0-357,-11 0 1,-6 2 30,0 5 1,-8-3-137,8 10 0,-8 0-120,8 7 0,0 2 299,7 5 0,-1-2 279,1 9 0,9 0 0,3 8 0,65 27 0,15 8 0</inkml:trace>
  <inkml:trace contextRef="#ctx0" brushRef="#br0" timeOffset="702">1063 171 7932,'-9'-12'271,"6"3"168,-16 9-326,17-10 113,-17 8-165,7-8 15,-9 10 0,0 10 67,0 4 1,6-2-101,1 2 0,7 0 123,-7 7 1,7 1-168,-7-1 1,9 0 58,-2 0 1,5 1-194,2-1 0,0 0-23,0 0 0,11 1 9,11-1 1,1-9 41,13-5 0,-8-5 90,7-2 0,-1 0 145,1 0 1,3 0-95,-10 0 0,0-2 176,-6-5 0,-8 2-50,0-9 1,-9 0-116,2-8 0,-5-6-87,-2 0 0,-9-3-183,-5 3 1,-12 4-255,-3-4 0,-1 7 225,1 6 1,6-1-224,-6 9 0,6 0 164,1 7 0,1 0 51,0 0 0,7 0 262,0 0 0,9 9 0,5 22 0,12 14 0</inkml:trace>
  <inkml:trace contextRef="#ctx0" brushRef="#br0" timeOffset="1034">1701 43 7884,'-12'0'867,"2"0"-802,10 0 0,0 3 134,0 4 0,0-2-77,0 9 1,0 0 34,0 7 0,0 0-93,0 1 1,3 1-5,4 6 0,-5-6-129,5 6 0,3 1 57,-3-1 1,2-1-230,-2-7 1,-4 0 114,4 1 0,2-8-518,-2 0 233,0-9-267,-7 14-37,0-17 334,0-2 1,-2-12 380,-5-9 0,-14-57 0,-12-14 0</inkml:trace>
  <inkml:trace contextRef="#ctx0" brushRef="#br0" timeOffset="1502">1722 341 6580,'0'12'2116,"0"-3"-1756,0-9-50,0 0-413,0-9 0,9-1-19,6-4 0,3-2 26,4 9 0,-1-3 108,0 3 0,0 5-46,1-5 1,1 4 19,6 3 0,-6 0 148,6 0 0,-13 7-87,-2 0 1,-2 10-70,2-3 1,-2-2 88,-5 2 0,-4 0 10,4 7 0,-7-6-94,-7-1 0,-5-2 55,-10 2 1,-1 2-107,-6-9 1,4 0 88,-11-7 0,8 8-235,-8-1 0,10 0-45,-2-7 0,4 0-375,3 0 329,0 0 1,7 0-142,0 0 0,9-3 446,-2-4 0,7 5 0,7-5 0,5-3 0,9 3 0,66-19 0,-35 15 0,0-1 0</inkml:trace>
  <inkml:trace contextRef="#ctx0" brushRef="#br0" timeOffset="2385">2253 298 8644,'0'12'428,"0"-2"1,0-8-438,0 5-133,0-4 209,0 15-184,0-6 64,0 9 0,0-6-22,0-1 0,10-9 75,4 2 0,-2 2-169,2-2 155,0 0 1,7-7-35,0 0 70,1 0 0,-1-7-25,0 0 0,-9-9-46,-5 1 50,5-4 0,-7-2-96,9 0 0,-9 7 88,2 0-10,-5-1-100,-2 4-31,0 1 382,9 10 0,-4 10-88,9 4 1,-7 7 45,8 7 1,-8 3-89,7 5 1,-7 4 16,7-5 0,-9 5-54,2 3 1,2-8 9,-2 1 1,0-10-10,-7 2 1,0 3-19,0-3 1,-2-2-62,-5-12 0,2 3 65,-9-10 1,0 7-117,-7-7 0,-1 0 101,1-7 1,-7 0-194,0 0 0,-3-7 113,3 0 0,4-10-40,-4 3 0,4 2 22,3-2 1,2 0-20,5-7 1,4-1-97,10 1 1,0 0-57,0 0 0,10-1-53,4 1 1,7 0 58,7 0 1,-2-1-19,10 1 0,-1-7 46,8 0 1,-3-8 4,-5 8 0,5-3-5,-4 3 0,4-3 86,2-4 1,-8-3 119,-6 10 1,-4-8 4,-3 8 1,-7-8 267,0 8 1,-9 0-164,2 6 1,-7 11 416,-7 4-222,4-5 153,-15 9-310,15-6 1,-13 11-126,9 5 0,0-2 117,7 9 0,0 0-13,0 8 0,0 1 89,0 6 1,0-6-129,0 6 0,0-3 134,0 2 1,0-5-94,0 6 0,2 2-4,5-3 1,-2 0 57,9-7 0,-7 1-349,7-1 1,0-2-82,8-5 1,-1 3 122,0-10 1,3 0 4,4-7 0,-4 0 50,4 0 1,3-3-35,-3-4 1,3 3 61,-3-11 0,-4-6-80,4-7 0,-4-1 63,-3 8 1,-9-7 0,-5 0 1,2 6-166,-2 8 115,0 0-150,-16-7 187,-3 9 1,-9 5 114,0 14 1,2-2-49,4 9 1,-1 0 126,9 7 0,-7 0-101,7 1 0,0-1 339,7 0-243,0 0 0,2 1-75,5-1 0,-2-2 26,9-5 0,2 3-8,13-10 1,-6 0-148,6-7 1,-3 7-87,2 0 1,-4 0-200,4-7 0,-4-7-119,-3 0 1,0-10-322,0 3 1,-7-5 799,1-2 0,-30-38 0,1-10 0</inkml:trace>
  <inkml:trace contextRef="#ctx0" brushRef="#br0" timeOffset="2584">2827 150 7931,'-21'0'-1348,"7"0"1011,-1 0 0,1 0 2597,-7 0-972,9 0-1047,-7 0 1,19 0-104,0 0 1,12 0-191,16 0 0,6 0-463,8 0 0,8 0 334,-1 0 1,5 0-169,-11 0 1,2 0 221,-17 0 0,8 0-567,-8 0 0,-2-3 694,-12-4 0,-71-5 0,-25-9 0</inkml:trace>
  <inkml:trace contextRef="#ctx0" brushRef="#br0" timeOffset="3335">4187 256 7806,'-12'0'859,"3"-9"-667,9 6 45,-10-6-139,8 18 0,-5 3-173,14 9 1,-2 3 130,9 4 0,-7 3-97,7 4 1,-2 5 261,2-4 1,3 6-148,-10 8 1,7-5 104,-7 4 0,7-4-64,-7-2 0,0-8-159,-7 1 1,0-3 37,0 2-36,0-4 0,7-10-65,1 0-440,-1-9 25,-7-2 324,0-10 1,0-3-262,0-4 0,0-5 103,0-9 0,0 0-119,0-1 1,0 1 474,0 0 0,-3-10 0,-4-4 0,5-5 0,-5-3 0,2 8 0,-2-1 0,2 1 0,-9-8 0,9 1 0,-2-1 0,-2 8 348,2 0 0,0 2-81,7-3 1,0-2 53,0 10 0,2 7-90,5 7 0,0 9-42,14-2 0,-2 4-82,17 3 0,-3 0 68,2 0 0,5 10 43,-4 4 0,-6 5-84,-1 2 1,-6 0-139,-1 1 1,-3-1 91,-5 0 1,2 0-75,-9 1 53,0-1 1,-9 0-2,-5 0 1,2-6-90,-9-1 1,0-7 91,-7 7 0,-8-9-391,1 2 1,-3 2 141,3-2 1,4 0-444,-4-7 0,2 0 244,-2 0 1,4 0-927,-4 0 1305,4 0 0,3 0 0,47-37 0,12-11 0</inkml:trace>
  <inkml:trace contextRef="#ctx0" brushRef="#br0" timeOffset="4862">4952 277 7938,'-2'-14'-158,"-5"0"0,4 7 105,-4-7 1,3 9 710,-4-2-231,6 4-465,-17 3 0,10 3 124,-5 4 1,-5 5-8,5 9 0,-3 7-55,3 1 1,-3 1 46,10-1 0,-7-6-187,7 6 1,0-6 50,7-2 1,0 1-214,0-1 145,0 0 111,9 0 0,3-9 21,9-5 0,1-4-31,-1-3 1,-7-3 22,0-4 0,0-5-8,8-9 1,-8 0-25,0 0 0,-7-1 34,7 1 1,-7 0-142,8 0 187,-11-1 0,8 1 50,-5 0 155,-5 9-160,8 3 111,-10 9 0,7 2-111,0 5 1,0-2 133,-7 9 1,7 0-59,0 7 0,3 1-181,-3-1 1,-2-2-42,9-5 1,-7 5-154,7-5 0,-7-4 74,7-3 0,0-5-443,8-2 343,-1 0 0,0 0 19,0 0 1,1-2-42,-1-5 1,0-5 97,0-10 1,1 8 131,-1 0 0,0 0-6,0-7 1,3-1 111,4 1 0,-4 7-81,4 0 1,-11 9 151,-3-2 1,-2 2 207,2-2-150,5 5-128,-7-8 1,0 13 16,-5 4-20,-5-5 150,-2 8-104,0-1 0,-2-6 5,-5 4 0,2-5-58,-9-2 1,-1 0 115,-6 0-111,0 0 1,0 0 33,-1 0 0,1 2 73,0 5-217,0-4 1,-1 13 3,1-9-177,9 10 125,-6-5 1,15 9 61,-4 0 1,5-7-7,2 1 21,0-1 1,9 7 20,5 0 0,5-9-24,2-5 1,1-2-59,-1 2 0,7-5-45,1 5 1,6-7-172,-7-7 1,10 3 74,-2-11 1,-3 1-144,2-7 0,-2 0 79,3-1 0,-6 1 278,-9 0 0,1-7 0,-1-1 0,-2-8 0,-5 1 0,-5 5 0,-9 3 0,0-3 113,0 3 34,0 0 0,-2 9 574,-5 5-466,5 4 1,-10 10 281,5 0-307,4 10 1,-6 9 162,9 9 1,0 0-72,0-7 1,0 8-63,0-1 1,0 0-75,0-6 0,0 6-195,0 0 1,2 1-27,5-8 1,-4-7 151,4 0-294,-5 0 82,-2 8-158,0-10 208,0-3 1,3-9 92,4 0-97,-5 0 0,10 0 19,-5 0 1,-2-9-145,9-6 1,-7 4 41,7-4 1,-7 1-41,7-7 0,-2 7-17,2 0 159,5-1 1,-9 1-130,4 0 221,-5 9 0,-6-11-187,4 9 37,-5 0 120,8 7 158,-10 0-88,-10 0 1,-2 7-94,-9 0-81,0 9 0,2-11 75,5 9-272,-5-9 211,7 14 77,0-17 341,3 17-258,9-7 1,2 2-21,5 0 0,5-7-55,9 8 0,1-11-53,-1 3 1,7 3 80,0-3 0,3 0-187,-3-7 1,3 0 78,5 0 1,1 0 25,-8 0 1,-1 0-76,-7 0 0,3-7 60,4 0 1,-11-10 34,4 3 1,-7 2-31,0-2 1,-4 7 116,-10-7-121,0 0 79,0-8 0,-3 11-31,-4 4 0,-4 4-5,-11 3 1,8 0-60,0 0 0,2 3 53,-2 4 0,-3 4 9,10 11-16,0-1 1,7 0 40,0 0-40,0 1 1,7-1 74,0 0 0,10-9-24,-3-5 1,7 3 7,8-3 0,-6 0-41,6-7 1,4 0 15,2 0 1,-2-10-101,3-4 0,-8-5 92,7-2 0,-6 0-209,6-1 1,-9 1 108,2 0 1,-2-7-127,3-1 0,-6-8 46,6 1 0,-8 3 100,-7-2 1,3 9 111,-10-3 1,0 13-130,-7 2 375,0 9-257,0-5 0,0 20 249,0 4 1,-7 7-106,0 8 0,0 1 242,7 6 0,-8 2-139,1-10 1,0 7-104,7-6 1,0-1-549,0-7 294,10 10 1,2-7-38,9 4 1,-7-5 51,0-1 0,0-10-1169,8-5 852,-1-5 1,0-2-363,0 0 1,-9-2 736,-5-5 0,-4-12 0,-3-10 0,-10-8 0,-4 1 0,-14 5 0,-45-7 0,-20-2 0,24 14 0,0-1 0,0 0 0</inkml:trace>
  <inkml:trace contextRef="#ctx0" brushRef="#br0" timeOffset="5003">6589 277 7938,'-22'0'0,"1"0"269,0 0 57,9 10-277,3-8 1,20 7-58,11-9 0,8 0 57,13 0 0,9-7-48,4 0 1,-1 0 112,1 7 1,-8 0-289,1 0 0,-6-7 99,-8 0 1,-7-2-420,-13 2 1,1 2 73,-9-9 1,-11 7 419,-18-8 0,-56 3 0,-26 1 0,27 0 0,0 0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23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192 298 6109,'0'-12'728,"0"3"-606,0 9 199,0 0-129,0-10 148,0 8-133,0-7 16,0 9 130,0 0-350,0-10 0,-2 8 188,-5-5-227,4 4 125,-6 3-202,9 0 580,0 0-380,0-9-126,0 6 40,0-6-8,0 9 834,0 0-669,0 9-146,0 3 0,0 2 44,0 1 1,0-8-81,0 7 0,2-7 62,5 7-31,-4 0 1,6 8 10,-9-1 1,0-7-9,0 0 1,0 0 57,0 8 1,2-1-44,6 0 0,-6-7-77,5 0 79,-5 1 1,-2 6-63,0 0 0,0-7 15,0 0 0,0-7-177,0 8 148,0-11-24,0 6 244,0-1-197,0-6 36,0 6-23,0-9-874,0 0-40,0-9-299,0 6 48,0-6 1178,10-1 0,20-20 0,15-15 0</inkml:trace>
  <inkml:trace contextRef="#ctx0" brushRef="#br0" timeOffset="1903">256 341 7853,'0'-22'-174,"0"8"265,0 0 1,0 0-63,0-7 1,0 6 169,0 1-175,0 0 0,0-7 84,0 0 1,0 6-138,0 1 0,0 7 4,0-7 1,0 7 136,0-7-69,0 0 0,0-1 26,0 1 0,0 7-58,0-7 1,-3 7 56,-4-7 1,3 9-54,-10-2 1,-1 5 8,-6 2 1,7 0-6,0 0 1,0 0-54,-8 0 0,1 7 73,0 0 1,2 9-101,5-2 0,-3 5 78,10 3 1,-7-1-114,7 0 1,0 3 101,7 4 0,0-4 23,0 4 1,9-4-13,5-3 0,-2 0-3,2 0 0,1 1 116,6-1 1,0-7-118,0 0 0,1-2 69,-1 2 1,-7 5-45,0-5 1,0-2-34,8 2 1,-8-7 41,0 7 1,-7-2 69,7 2-85,-9 5-17,14-7 0,-17 9-128,5 1 142,-4-11-36,-3 8 1,-3-14 22,-4 9 1,2-9 70,-9 2 0,7-5-72,-7-2 1,0 0-43,-7 0 1,-1-2 10,1-5 0,0 2 0,0-9 1,-1 7-35,1-7 0,0 7 54,0-8 1,6 1 175,1-7 1,10 7-115,-4 0 1,-1 0-73,2-8 1,2 1 31,12 0 1,-2 0-54,9-1 1,0 1 17,8 0 0,6 2-92,0 5 0,8-5 52,-8 5 0,0 2 39,-6-2 1,-1 7-253,0-8 103,0 11-571,1-6 240,-11 10-666,-1 0 1156,-10 0 0,-28 19 0,-8 5 0</inkml:trace>
  <inkml:trace contextRef="#ctx0" brushRef="#br0" timeOffset="3177">681 468 7886,'-12'0'-64,"3"0"217,-1 0 260,8 0-49,-8 0 66,1 0-383,7 0 243,-8-9-381,10 6 1,0-9 89,0 5-40,0 5 113,10-7 89,1 9 89,11 0-96,-1 0 56,0 0 1,-2 9-94,-5 5 0,3-2 99,-10 2 1,2-7-81,-2 7 0,-4 1-184,4 6 0,-5-7 22,-2 0 0,0-7-78,0 7 1,0-7-119,0 8 195,0-11 188,0 15-184,0-16-193,0 6 218,0-9 0,0-9-146,0-6 1,2 4 27,6-4 1,-6 1 32,5-7 1,2 0 10,-1 0 1,8-1-104,-2 1 0,-2 2 59,2 5 1,-2-5 69,2 5 1,5 5 14,-5 1 1,5 4 45,2-3 1,1 4 144,-1-4 0,-7 7 53,0 7 1,-2 5-143,2 9 0,3 1 215,-10-1-110,9 0-183,-13 10 0,6-8 39,-9 6 0,0-6 18,0-1-49,0-11-238,0 8 333,0-16-96,0 16 82,0-17 0,0 5-74,0-14 1,3 2-31,4-9 1,4 2 29,11-2 0,-1-5 5,0 5 0,0-12-60,1-2 1,6-3-149,0 3 0,8 4-11,-8-4 0,8-3 93,-8 3 0,0-1 187,-7 8 1,-2 7-96,-5 0 1,-2 9 336,-5-2-296,-4-5 1,4 10-50,-14-5 0,-5 7 51,-9 7 1,-1-3-6,1 11 0,0-8-116,0 7 0,7-7 66,-1 7 1,4-7-88,-4 7 0,6-7 36,9 8 1,0-8 101,0 7 1,0-7-62,0 7 0,2-9 196,5 2 0,-2 2-70,9-2 0,-2 3-41,2-3 1,5-5 85,-5 5 0,-2 3-82,2-3 1,-2 2 266,2-1-255,5-6 1,-14 14-26,9-9 0,-9 3-44,2-3-27,-5-5 34,-2 17 1,0-14-30,0 9-62,0-9 0,-9 4 55,-5-9 1,2 0-133,-2 0 1,-1 0 78,-6 0 1,0 0 97,0 0 1,2-2 14,5-5 1,-5 5 9,5-6 1,2-1-45,-2 2 0,7 0 15,-8 7 0,11-3 63,-3-4-63,4 5 317,-6-7-242,6 9 1,1 2 245,9 5-286,10-5 0,-6 15 5,11-10 1,-1 0-35,0-7 1,8 0-110,-1 0 0,3 0 28,-3 0 1,-5 0 98,6 0 1,2 0-141,-3 0 1,0-7 42,-7 0 1,3-7-339,4 7 0,-11-8-97,4 8 0,-4-7-807,4 7 1314,-9 0 0,-12-2 0,-12-3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30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362 22 7910,'12'0'-206,"-3"0"492,-9 0 235,0 0-446,0-9 122,0 6-67,0-6 75,0 9-80,0 0-135,-9 0 1,-3 0 102,-9 0 1,0 0-79,-1 0 1,8 7 70,0 0 1,0 0-198,-7-7 221,-1 0-270,1 0 187,0 9-20,0-6 0,6 6-94,1-9 106,10 10-37,-15-8 1,14 15 19,-9-10 0,9 2 192,-2-2-168,-5-4-2,10 15 78,-17-6 8,17 10 36,-8-1 0,3 0-105,0 0 1,0-7-25,7 1 1,0-1 82,0 7-69,0 0 0,0 1 19,0-1 1,7 0-49,0 0 1,0 1 63,-7-1 0,0 7-2,0 0 0,7 1-4,0-8 1,0 0-23,-7 1 0,0 6-80,0 0 1,7 1 86,1-8 0,-1 7-110,-7 1 0,0-1 94,0-7 1,0 7-111,0 1 1,0 6 70,0-6 0,0 1-5,0-1 0,0-6 5,0 6 1,0 1-2,0-1 0,0 6-60,0-7 1,0 1 59,0-8 1,0 7 8,0 1 0,2 6-10,5-7 0,-5 1 84,5-8 1,-4 7-46,-3 1 0,0-1 7,0-7 1,0 0-24,0 1 0,0 8 0,0-6-11,0 4 1,0-4 22,0-3 0,0 0-1,0 1 1,-7-1 4,0 0 122,0 0-142,7 10 1,0-7 17,0 4-41,0-4 0,0-3 34,0 0 1,0-7-21,0 1 0,2-1 19,5 7 1,-5-7-85,5 0 1,-4 0 71,-3 8 1,0-8-12,0 0 1,2 0-29,5 7 0,-4 1 12,4-1 0,-5-7 54,-2 0 0,0 0 10,0 8 0,2-3-37,6-5 1,-6 5-4,5-5 0,-5 5 3,-2 2 1,0 0 9,0 0 0,0 1-65,0-1 0,0 0 76,0 0 1,0 1-4,0-1 1,0 0-143,0 0 1,0 8 112,0-1 1,0 0 31,0-6 0,0 1-35,0 6 1,0-6 127,0 6 0,0-6-71,0-1 0,0-1-155,0 0 0,0 0 80,0 1 0,0-1-10,0 0 0,0 0 27,0 1 1,0-1 1,0 0 1,0 0 17,0 1 0,0-8-40,0 0 1,0 0 53,0 7 0,0 1-33,0-1 1,0 0 128,0 0 0,0 1-68,0-1 0,0-7-32,0 0 0,0 0-81,0 8 1,0-1 75,0 0 1,0-7-9,0 0 0,0 1 13,0 6-27,0 0 0,0 0 1,0 1 1,0-8-121,0 0 122,0 0 1,0 7 1,0 1 58,0-1 1,7 0-61,1 0-22,-1 1 0,-7-1 24,0 0 1,0 0-21,0 1 0,0-8 23,0 0 1,0 0-47,0 7 73,0 1 1,0-1 24,0 0-39,0 0 0,0 1-14,0-1 0,0-7 169,0 0-143,0 0 6,0 8 0,0-8-9,0 0 0,2-9-19,5 2-22,-5 5 0,8-8-25,-10 10-187,0-9 228,0 5 0,2-8-77,5 5 40,-4-5 59,6 8-67,-9-10 156,0 0-100,0 9-4,10-6 15,-8 6 0,10-9-10,-5 0-9,-5 0 0,17 0-1,-7 0 0,9 0-12,0 0 14,1 10 1,-1-8-125,0 5 1,0-5 115,1-2 0,-1 0 3,0 0 1,0 3-18,1 4 1,-1-5 84,0 5 1,0-4-54,1-3 1,-1 2 1,0 5 0,0-5 69,1 5 0,-1-4-71,0-3 0,0 0 39,1 0 0,6 0-19,0 0 0,1 0-55,-8 0 0,7 0 49,1 0 1,6 7-60,-7 0 0,3 0 33,-3-7 1,-4 0-3,4 0 0,3 0-15,-3 0 1,3 0 17,-3 0 0,-4 0-30,4 0 0,3 0 26,-3 0 1,3 2 31,-3 6 0,-2-6-11,10 5 1,-10-5 3,2-2 1,3 0-6,-3 0 0,10 0 4,-3 0 0,-4 3-24,-3 4 1,3-5 16,-3 5 1,10-2 103,-2 2 1,1-5-95,-1 6 1,4-4-62,-5 3 0,-2-4 19,3 4 0,-8 2-8,8-2 0,-8 0 22,7-7 1,-6 0-5,6 0 0,-7 3 2,8 4 1,-10-5-2,2 5 1,3-4-2,-3-3 1,3 0 2,-3 0 0,-4 0 18,4 0 0,-2 0-11,2 0 1,-4 0 0,4 0 0,-4 0-6,-3 0 1,3 0-1,4 0 1,-4 0-34,4 0 0,-4 0 33,-3 0 1,0 0-47,1 0 0,-1 0 39,0 0 0,0 0-19,1 0 1,6 0 23,0 0 0,1 0 2,-8 0 0,7 0-13,0 0 1,3 0 1,-2 0 1,-6 0 17,5 0 0,-4 0-13,-3 0 1,1 0 24,-1 0 0,0 0-27,0 0 22,1 0 0,-1 0-9,0 0 0,0 0 1,1 0 0,-1 0 8,0 0 1,3 0 1,4 0 1,-4 0-15,4 0 1,-4 0 2,-3 0 1,2 0-20,6 0 0,-6 0 19,6 0 0,-6 0-38,-1 0 0,6 0 10,0 0 0,-6 0-4,-8 0 0,0 0 19,7 0 5,0 0 30,1 0-47,-1 0 28,-9 0-17,-3 0-159,-9 0-1023,0 0 1194,-9 0 0,-31-10 0,-17-2 0</inkml:trace>
  <inkml:trace contextRef="#ctx0" brushRef="#br0" timeOffset="1082">1935 3677 7833,'14'0'-919,"0"0"1,-7 0 1382,7 0 1,-9-2 406,2-5-356,-5 5-395,8-8 0,-8 8-216,5-5 60,-4 4 324,-3-6-34,0-1-17,0 8-28,0-7-4,0-1-33,0 8-244,0-17 185,-10 17-167,-2-17 1,-9 14 73,0-9 1,7 9-61,0-2 1,-1 5 34,-6 2 1,0-8 38,0 1 0,-8 0 1,1 7 1,0 0 6,6 0 1,8 0-73,0 0 1,0 3 59,-7 4 0,2-3-124,5 11 117,-5-1 0,9 7-38,-4 0 10,5 1 1,9-1-12,0 0 3,0 0 9,0 1 0,0-1 5,0 0 2,9-9 1,3 4 60,9-9 0,0 1-57,1-8 1,-1 0-18,0 0 0,3 0-35,4 0 1,-4 0-5,4 0 0,-4 0 45,-3 0 0,0-8-5,0 1 0,-2-9 4,-4 2 1,3 2-10,-3-2 1,1 0-18,-2-8 1,3 1 10,-10 0 1,2 2 105,-2 5-6,-4-5 209,6 7-277,-9 0-1,0-7-6,0 17 0,-2-5 22,-5 14 0,4-2 194,-4 9 0,3 0-50,-3 7 0,4-7-43,-4 1 1,2-4-104,-2 4 1,5 4-145,-5-5 36,4 5-149,3 2 0,3-2-936,4-5 865,5 5 0,11-10-301,6 5 0,-6-4 604,6-10 0,41-29 0,11-6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05:27:35.6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65 128 6647,'-12'-10'217,"2"8"1,8-15 821,-5 10-1137,5 0 93,-8-2-60,10 6 0,-7-8 109,0 4 124,0 4-77,7-6 1,2 6-5,5-4 0,-2 5-27,9-5 1,-7 5 15,7 2 0,1 0-18,6 0 1,0 0 25,0 0 0,8 0-133,-1 0 1,7 0 59,-6 0 0,9 0 34,-3 0 1,5 0-31,3 0 0,1 7 15,6 0 1,-5 0 42,5-7 0,1 0-36,-1 0 1,7 0 7,-8 0 0,8 0 2,-7 0 1,9 0-78,-3 0 0,3 0 49,-2 0 1,4 0-8,-4 0 1,7-3-79,7-4 0,-5 5 78,5-5 0,-12 5-44,-3 2 0,1 0 28,7 0 1,-3 0-3,-4 0 0,2 0 5,-10 0 1,10 0 8,-2 0 0,-5 0-8,-2 0 1,-5 0 0,-3 0 0,8-8-37,-1 1 1,3 0 36,-2 7 0,-5 0-59,4 0 0,6 0 50,1 0 1,3 0-82,-2 0 1,4 0 64,-4 0 1,0 0 19,6 0 1,-11 0 1,12 0 1,-5 7 4,5 0 0,0 1 1,-1-8 1,-6 0-19,0 0 1,-8 7 40,8 0 0,-5 0-28,12-7 0,-12 0 23,11 0 1,-4 0-23,5 0 1,2 0-3,5 0 0,-5 0 3,5 0 1,-5 0-1,-2 0 0,7 0 8,0 0 1,-1 0-9,-6 0 1,0 0-4,0 0 1,7 0 2,-1 0 1,-6 0-4,-7 0 1,-3 0 2,3 0 0,4 0-2,-4 0 0,4 0 14,3 0 0,0 0 0,0 0 0,-1 0-14,1 0 0,0 0 3,0 0 1,-8 0-14,1 0 0,0 0 14,6 0 1,-8 2-79,-6 5 1,3-4 68,-2 4 0,6-5-7,-6-2 0,2 0 5,-2 0 0,-3 0-4,9 0 1,-1 2 25,1 5 0,3-4-25,-9 4 1,7-5 16,-8-2 1,10 0-9,-2 0 0,-5 7 13,-2 0 0,1 1-8,-1-8 0,7 2-71,-8 5 0,1-5 32,-8 5 1,3-4-9,5-3 1,-5 7 12,4 0 0,-4 0 10,-2-7 1,6 0 13,1 0 1,2 0-22,-3 0 1,-4 0-10,5 0 1,2 0 10,-3 0 0,8 0 11,-7 0 0,6 0-20,-6 0 0,2 0-6,-3 0 1,3 0-23,5 0 1,-3 0 33,-4 0 1,-3 0 13,10 0 0,0 0-17,6 0 0,-1 0 51,-6 0 1,6 0-52,-6 0 1,11 2 51,-4 5 1,6-4-37,-13 4 0,6-5-6,2-2 1,4 0 18,-4 0 1,2 0-1,-16 0 1,1 0 5,-1 0 0,2 0 2,5 0 0,-8 0-1,-13 0 1,4 0-15,-5 0 0,5 0 14,3 0 0,-3 0-6,-5 0 0,6 0 15,-6 0 1,-2 0-12,3 0 1,-11 0-2,4 0 0,-3 0-1,2 0 0,-11 0 2,4 0-1,-5 0 0,-1 0-3,-1 0 46,-10 0 1,8 0-37,-5 0 331,-4 0-272,6 0 23,-9 0-128,0 0-25,10 0 51,-8 0 7,7 10 1,-6-8 107,4 5-100,-5 5 0,10-3 109,-5 6 0,-5 3-95,6-3 0,1 4-8,-2 2 0,3 0 19,-3 0 1,-5 1-61,5-1 1,3 7 29,-3 0 1,0 8-6,-7-8 1,7 10-19,0-3 1,0 6 26,-7 1 1,7-7-18,0 1 0,7-1 11,-7 8 1,8-1 4,-8 1 0,2-8 0,-2 1 1,-2-3 55,9 2 0,-9 3-67,2-10 0,2 8-1,-2-8 1,3 7 42,-3-6 1,-5 6 1,5-6 0,-2 8-38,2-1 0,-4-3 15,4 2 0,2 1 49,-2 6 1,0 1-49,-7-1 0,7 1 23,0-1 1,0-2-31,-7-4 1,8 4-2,-1-5 1,0 3 12,-7-3 1,0 3 0,0-9 1,0 8-34,0-1 1,0 2 27,0-3 0,0 5 104,0-4 1,0-3-87,0 2 1,0 0 2,0 8 1,0-1-20,0 1 1,0-8 0,0 1 1,0-3 32,0 2 1,0-2-17,0-4 0,0-6-88,0 6 1,7 1 75,0-1 1,0 1-64,-7-1 0,0-6 51,0 6 0,0-6-1,0-1 1,0 1-3,0 5 1,2-11-2,5 4 1,-4-4-79,4 4 1,-5 0 69,-2 1 1,0-1-2,0 0 1,0 0-1,0 1 0,0-1 41,0 0 0,0 3-40,0 4 1,0-4-9,0 4 0,0-2 27,0 2 0,0-4 5,0 4 1,0 3-17,0-3 0,0 3 3,0-3 1,0-4-123,0 4 1,0-2 103,0 3 1,0-6 44,0 5 1,0-4-42,0-3 0,0 1 59,0-1 1,0 0-46,0 0 0,-2-2 14,-5-5-12,4 15 0,-6-15 3,9 14 0,0-4-15,0-3 1,0 7 9,0 1 1,-7-1-64,0-7 0,0 1 56,7-1 1,0 7-49,0 1 0,0-1 34,0-7 1,0 0-16,0 1-29,0-1 0,0 0 38,0 0 0,0-6 50,0-1-67,0-10-20,0 15 0,0-14 25,0 9-82,0-9 58,0 14 28,0-17 1,-7 10 117,0-5-120,-1-5 1,8 10 217,0-5-211,-9-4 57,7 6 1,-15-7-9,10 6 8,-9-6 6,4 7 1,-10-2 1,1 1 0,0-1 3,0-7 1,-1 0-29,1 0 0,-7 2-17,0 5 1,-10-5 21,2 6 1,3-4-49,-2 3 1,-1-4 44,-6 4 1,7-3-139,-1 4 1,3-6 104,-2 5 1,-6-5-9,6-2 0,-3 7 13,3 1 0,-5-1-11,4-7 1,-6 0 32,-8 0 0,5 0-26,-4 0 1,4 0 30,2 0 0,-6 0-20,-1 0 0,-6 0 8,6 0 1,-7 0 32,8 0 1,-10 0-1,2 0 1,3 0-27,-3 0 0,7 0-1,-6 0 0,6 0-56,-7 0 0,8 0 50,-8 0 0,8 0-24,-8 0 0,7 0 12,-6 0 0,1 0-5,-1 0 0,-3 0 14,9 0 1,-9-7 1,2-1 1,-4 1 53,-3 7 1,8-2-58,-1-5 1,0 5 0,-7-6 1,3 6 6,4 2 0,5 0-52,10 0 1,-3 0 49,-4 0 0,4 0-63,-5 0 1,5 0 24,3 0 1,-8 0-10,1 0 0,-8 0 23,7 0 0,-9 0-5,3 0 1,-6-2 17,-2-5 1,8 4-16,-1-4 0,0 5 131,-6 2 0,1 0-65,6 0 1,1 0-32,6 0 0,4 0-11,-5 0 1,3 0-1,-3 0 0,6 0-28,-6 0 1,3 0 33,-3 0 0,3 0-23,-10 0 1,8 0 0,-8 0 0,7 0-4,-6 0 1,1 0 36,-1 0 0,-3 0 4,9 0 0,-7 0-22,8 0 0,-8 0 1,8 0 0,-1 0 4,8 0 0,-1 0-1,1 0 1,-8 7-23,0 0 1,1 0 13,6-7 1,1 0-1,-1 0 0,-6 0-34,-1 0 0,0 0-6,8 0 0,-10 0 5,-5 0 1,-2 0 21,3 0 0,-3 0 127,9 0 0,-7 0-77,8 0 1,-10 0 122,2 0 1,5 0-128,3 0 1,4 0 23,2 0 1,-6-7-1,-1 0 1,0 0-10,8 7 1,-3-2-111,-5-6 1,3 6 100,-9-5 1,8 5-155,-1 2 0,-6-7 128,-1-1 1,-3 1 126,2 7 1,5 0-52,10 0 0,-8-2-30,0-5 0,-6 5 30,6-6 0,1 6 22,6 2 1,1 0-101,-1 0 1,-7 0 58,1 0 1,2 0-216,11 0 0,-2 0 130,10 0 1,-10 0-322,3 0 1,4 0-81,3 0 1,2 0-612,-2 0 492,4 0 533,-7 0 0,10-38 0,0-9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46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043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48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538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288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497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892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575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813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013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717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E736-20CB-5AC2-89CA-CBE88C38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0E1A2-7550-70F5-B0E5-7A8471DF8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80466-BA6A-7784-5817-1C62C7FCC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99045-B02C-CA8C-62F0-A12BCB821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374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249"/>
            <a:ext cx="10515600" cy="5021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32734"/>
            <a:ext cx="5181600" cy="51442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2734"/>
            <a:ext cx="5181600" cy="51442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786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5007"/>
            <a:ext cx="105156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47" Type="http://schemas.openxmlformats.org/officeDocument/2006/relationships/image" Target="../media/image24.png"/><Relationship Id="rId50" Type="http://schemas.openxmlformats.org/officeDocument/2006/relationships/customXml" Target="../ink/ink26.xml"/><Relationship Id="rId7" Type="http://schemas.openxmlformats.org/officeDocument/2006/relationships/image" Target="../media/image4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19.png"/><Relationship Id="rId40" Type="http://schemas.openxmlformats.org/officeDocument/2006/relationships/customXml" Target="../ink/ink21.xml"/><Relationship Id="rId45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5.png"/><Relationship Id="rId10" Type="http://schemas.openxmlformats.org/officeDocument/2006/relationships/customXml" Target="../ink/ink6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customXml" Target="../ink/ink23.xml"/><Relationship Id="rId4" Type="http://schemas.openxmlformats.org/officeDocument/2006/relationships/customXml" Target="../ink/ink3.xml"/><Relationship Id="rId9" Type="http://schemas.openxmlformats.org/officeDocument/2006/relationships/image" Target="../media/image5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4.png"/><Relationship Id="rId30" Type="http://schemas.openxmlformats.org/officeDocument/2006/relationships/customXml" Target="../ink/ink16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5.xml"/><Relationship Id="rId8" Type="http://schemas.openxmlformats.org/officeDocument/2006/relationships/customXml" Target="../ink/ink5.xml"/><Relationship Id="rId51" Type="http://schemas.openxmlformats.org/officeDocument/2006/relationships/image" Target="../media/image26.png"/><Relationship Id="rId3" Type="http://schemas.openxmlformats.org/officeDocument/2006/relationships/image" Target="../media/image2.png"/><Relationship Id="rId12" Type="http://schemas.openxmlformats.org/officeDocument/2006/relationships/customXml" Target="../ink/ink7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20" Type="http://schemas.openxmlformats.org/officeDocument/2006/relationships/customXml" Target="../ink/ink11.xml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8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customXml" Target="../ink/ink30.xml"/><Relationship Id="rId4" Type="http://schemas.openxmlformats.org/officeDocument/2006/relationships/customXml" Target="../ink/ink27.xml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2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8.png"/><Relationship Id="rId5" Type="http://schemas.openxmlformats.org/officeDocument/2006/relationships/image" Target="../media/image34.png"/><Relationship Id="rId10" Type="http://schemas.openxmlformats.org/officeDocument/2006/relationships/customXml" Target="../ink/ink32.xml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.xml"/><Relationship Id="rId21" Type="http://schemas.openxmlformats.org/officeDocument/2006/relationships/image" Target="../media/image51.png"/><Relationship Id="rId42" Type="http://schemas.openxmlformats.org/officeDocument/2006/relationships/customXml" Target="../ink/ink54.xml"/><Relationship Id="rId47" Type="http://schemas.openxmlformats.org/officeDocument/2006/relationships/image" Target="../media/image64.png"/><Relationship Id="rId63" Type="http://schemas.openxmlformats.org/officeDocument/2006/relationships/image" Target="../media/image72.png"/><Relationship Id="rId68" Type="http://schemas.openxmlformats.org/officeDocument/2006/relationships/customXml" Target="../ink/ink67.xml"/><Relationship Id="rId84" Type="http://schemas.openxmlformats.org/officeDocument/2006/relationships/customXml" Target="../ink/ink75.xml"/><Relationship Id="rId89" Type="http://schemas.openxmlformats.org/officeDocument/2006/relationships/image" Target="../media/image85.png"/><Relationship Id="rId16" Type="http://schemas.openxmlformats.org/officeDocument/2006/relationships/customXml" Target="../ink/ink41.xml"/><Relationship Id="rId11" Type="http://schemas.openxmlformats.org/officeDocument/2006/relationships/image" Target="../media/image46.png"/><Relationship Id="rId32" Type="http://schemas.openxmlformats.org/officeDocument/2006/relationships/customXml" Target="../ink/ink49.xml"/><Relationship Id="rId37" Type="http://schemas.openxmlformats.org/officeDocument/2006/relationships/image" Target="../media/image59.png"/><Relationship Id="rId53" Type="http://schemas.openxmlformats.org/officeDocument/2006/relationships/image" Target="../media/image67.png"/><Relationship Id="rId58" Type="http://schemas.openxmlformats.org/officeDocument/2006/relationships/customXml" Target="../ink/ink62.xml"/><Relationship Id="rId74" Type="http://schemas.openxmlformats.org/officeDocument/2006/relationships/customXml" Target="../ink/ink70.xml"/><Relationship Id="rId79" Type="http://schemas.openxmlformats.org/officeDocument/2006/relationships/image" Target="../media/image80.png"/><Relationship Id="rId5" Type="http://schemas.openxmlformats.org/officeDocument/2006/relationships/image" Target="../media/image43.png"/><Relationship Id="rId90" Type="http://schemas.openxmlformats.org/officeDocument/2006/relationships/customXml" Target="../ink/ink78.xml"/><Relationship Id="rId14" Type="http://schemas.openxmlformats.org/officeDocument/2006/relationships/customXml" Target="../ink/ink40.xml"/><Relationship Id="rId22" Type="http://schemas.openxmlformats.org/officeDocument/2006/relationships/customXml" Target="../ink/ink44.xml"/><Relationship Id="rId27" Type="http://schemas.openxmlformats.org/officeDocument/2006/relationships/image" Target="../media/image54.png"/><Relationship Id="rId30" Type="http://schemas.openxmlformats.org/officeDocument/2006/relationships/customXml" Target="../ink/ink48.xml"/><Relationship Id="rId35" Type="http://schemas.openxmlformats.org/officeDocument/2006/relationships/image" Target="../media/image58.png"/><Relationship Id="rId43" Type="http://schemas.openxmlformats.org/officeDocument/2006/relationships/image" Target="../media/image62.png"/><Relationship Id="rId48" Type="http://schemas.openxmlformats.org/officeDocument/2006/relationships/customXml" Target="../ink/ink57.xml"/><Relationship Id="rId56" Type="http://schemas.openxmlformats.org/officeDocument/2006/relationships/customXml" Target="../ink/ink61.xml"/><Relationship Id="rId64" Type="http://schemas.openxmlformats.org/officeDocument/2006/relationships/customXml" Target="../ink/ink65.xml"/><Relationship Id="rId69" Type="http://schemas.openxmlformats.org/officeDocument/2006/relationships/image" Target="../media/image75.png"/><Relationship Id="rId77" Type="http://schemas.openxmlformats.org/officeDocument/2006/relationships/image" Target="../media/image79.png"/><Relationship Id="rId8" Type="http://schemas.openxmlformats.org/officeDocument/2006/relationships/customXml" Target="../ink/ink37.xml"/><Relationship Id="rId51" Type="http://schemas.openxmlformats.org/officeDocument/2006/relationships/image" Target="../media/image66.png"/><Relationship Id="rId72" Type="http://schemas.openxmlformats.org/officeDocument/2006/relationships/customXml" Target="../ink/ink69.xml"/><Relationship Id="rId80" Type="http://schemas.openxmlformats.org/officeDocument/2006/relationships/customXml" Target="../ink/ink73.xml"/><Relationship Id="rId85" Type="http://schemas.openxmlformats.org/officeDocument/2006/relationships/image" Target="../media/image83.png"/><Relationship Id="rId3" Type="http://schemas.openxmlformats.org/officeDocument/2006/relationships/image" Target="../media/image42.png"/><Relationship Id="rId12" Type="http://schemas.openxmlformats.org/officeDocument/2006/relationships/customXml" Target="../ink/ink39.xml"/><Relationship Id="rId17" Type="http://schemas.openxmlformats.org/officeDocument/2006/relationships/image" Target="../media/image49.png"/><Relationship Id="rId25" Type="http://schemas.openxmlformats.org/officeDocument/2006/relationships/image" Target="../media/image53.png"/><Relationship Id="rId33" Type="http://schemas.openxmlformats.org/officeDocument/2006/relationships/image" Target="../media/image57.png"/><Relationship Id="rId38" Type="http://schemas.openxmlformats.org/officeDocument/2006/relationships/customXml" Target="../ink/ink52.xml"/><Relationship Id="rId46" Type="http://schemas.openxmlformats.org/officeDocument/2006/relationships/customXml" Target="../ink/ink56.xml"/><Relationship Id="rId59" Type="http://schemas.openxmlformats.org/officeDocument/2006/relationships/image" Target="../media/image70.png"/><Relationship Id="rId67" Type="http://schemas.openxmlformats.org/officeDocument/2006/relationships/image" Target="../media/image74.png"/><Relationship Id="rId20" Type="http://schemas.openxmlformats.org/officeDocument/2006/relationships/customXml" Target="../ink/ink43.xml"/><Relationship Id="rId41" Type="http://schemas.openxmlformats.org/officeDocument/2006/relationships/image" Target="../media/image61.png"/><Relationship Id="rId54" Type="http://schemas.openxmlformats.org/officeDocument/2006/relationships/customXml" Target="../ink/ink60.xml"/><Relationship Id="rId62" Type="http://schemas.openxmlformats.org/officeDocument/2006/relationships/customXml" Target="../ink/ink64.xml"/><Relationship Id="rId70" Type="http://schemas.openxmlformats.org/officeDocument/2006/relationships/customXml" Target="../ink/ink68.xml"/><Relationship Id="rId75" Type="http://schemas.openxmlformats.org/officeDocument/2006/relationships/image" Target="../media/image78.png"/><Relationship Id="rId83" Type="http://schemas.openxmlformats.org/officeDocument/2006/relationships/image" Target="../media/image82.png"/><Relationship Id="rId88" Type="http://schemas.openxmlformats.org/officeDocument/2006/relationships/customXml" Target="../ink/ink77.xml"/><Relationship Id="rId91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5" Type="http://schemas.openxmlformats.org/officeDocument/2006/relationships/image" Target="../media/image48.png"/><Relationship Id="rId23" Type="http://schemas.openxmlformats.org/officeDocument/2006/relationships/image" Target="../media/image52.png"/><Relationship Id="rId28" Type="http://schemas.openxmlformats.org/officeDocument/2006/relationships/customXml" Target="../ink/ink47.xml"/><Relationship Id="rId36" Type="http://schemas.openxmlformats.org/officeDocument/2006/relationships/customXml" Target="../ink/ink51.xml"/><Relationship Id="rId49" Type="http://schemas.openxmlformats.org/officeDocument/2006/relationships/image" Target="../media/image65.png"/><Relationship Id="rId57" Type="http://schemas.openxmlformats.org/officeDocument/2006/relationships/image" Target="../media/image69.png"/><Relationship Id="rId10" Type="http://schemas.openxmlformats.org/officeDocument/2006/relationships/customXml" Target="../ink/ink38.xml"/><Relationship Id="rId31" Type="http://schemas.openxmlformats.org/officeDocument/2006/relationships/image" Target="../media/image56.png"/><Relationship Id="rId44" Type="http://schemas.openxmlformats.org/officeDocument/2006/relationships/customXml" Target="../ink/ink55.xml"/><Relationship Id="rId52" Type="http://schemas.openxmlformats.org/officeDocument/2006/relationships/customXml" Target="../ink/ink59.xml"/><Relationship Id="rId60" Type="http://schemas.openxmlformats.org/officeDocument/2006/relationships/customXml" Target="../ink/ink63.xml"/><Relationship Id="rId65" Type="http://schemas.openxmlformats.org/officeDocument/2006/relationships/image" Target="../media/image73.png"/><Relationship Id="rId73" Type="http://schemas.openxmlformats.org/officeDocument/2006/relationships/image" Target="../media/image77.png"/><Relationship Id="rId78" Type="http://schemas.openxmlformats.org/officeDocument/2006/relationships/customXml" Target="../ink/ink72.xml"/><Relationship Id="rId81" Type="http://schemas.openxmlformats.org/officeDocument/2006/relationships/image" Target="../media/image81.png"/><Relationship Id="rId86" Type="http://schemas.openxmlformats.org/officeDocument/2006/relationships/customXml" Target="../ink/ink76.xml"/><Relationship Id="rId4" Type="http://schemas.openxmlformats.org/officeDocument/2006/relationships/customXml" Target="../ink/ink35.xml"/><Relationship Id="rId9" Type="http://schemas.openxmlformats.org/officeDocument/2006/relationships/image" Target="../media/image45.png"/><Relationship Id="rId13" Type="http://schemas.openxmlformats.org/officeDocument/2006/relationships/image" Target="../media/image47.png"/><Relationship Id="rId18" Type="http://schemas.openxmlformats.org/officeDocument/2006/relationships/customXml" Target="../ink/ink42.xml"/><Relationship Id="rId39" Type="http://schemas.openxmlformats.org/officeDocument/2006/relationships/image" Target="../media/image60.png"/><Relationship Id="rId34" Type="http://schemas.openxmlformats.org/officeDocument/2006/relationships/customXml" Target="../ink/ink50.xml"/><Relationship Id="rId50" Type="http://schemas.openxmlformats.org/officeDocument/2006/relationships/customXml" Target="../ink/ink58.xml"/><Relationship Id="rId55" Type="http://schemas.openxmlformats.org/officeDocument/2006/relationships/image" Target="../media/image68.png"/><Relationship Id="rId76" Type="http://schemas.openxmlformats.org/officeDocument/2006/relationships/customXml" Target="../ink/ink71.xml"/><Relationship Id="rId7" Type="http://schemas.openxmlformats.org/officeDocument/2006/relationships/image" Target="../media/image44.png"/><Relationship Id="rId71" Type="http://schemas.openxmlformats.org/officeDocument/2006/relationships/image" Target="../media/image76.png"/><Relationship Id="rId2" Type="http://schemas.openxmlformats.org/officeDocument/2006/relationships/customXml" Target="../ink/ink34.xml"/><Relationship Id="rId29" Type="http://schemas.openxmlformats.org/officeDocument/2006/relationships/image" Target="../media/image55.png"/><Relationship Id="rId24" Type="http://schemas.openxmlformats.org/officeDocument/2006/relationships/customXml" Target="../ink/ink45.xml"/><Relationship Id="rId40" Type="http://schemas.openxmlformats.org/officeDocument/2006/relationships/customXml" Target="../ink/ink53.xml"/><Relationship Id="rId45" Type="http://schemas.openxmlformats.org/officeDocument/2006/relationships/image" Target="../media/image63.png"/><Relationship Id="rId66" Type="http://schemas.openxmlformats.org/officeDocument/2006/relationships/customXml" Target="../ink/ink66.xml"/><Relationship Id="rId87" Type="http://schemas.openxmlformats.org/officeDocument/2006/relationships/image" Target="../media/image84.png"/><Relationship Id="rId61" Type="http://schemas.openxmlformats.org/officeDocument/2006/relationships/image" Target="../media/image71.png"/><Relationship Id="rId82" Type="http://schemas.openxmlformats.org/officeDocument/2006/relationships/customXml" Target="../ink/ink74.xml"/><Relationship Id="rId1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B2AC2B-69E0-70CD-6C23-DFFD129B36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Computer Networks</a:t>
            </a:r>
            <a:br>
              <a:rPr lang="en-US"/>
            </a:br>
            <a:r>
              <a:rPr lang="en-US"/>
              <a:t>COL 334/672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8173B2-E980-7A94-D938-11F7609F0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rgbClr val="3B4045"/>
                </a:solidFill>
                <a:highlight>
                  <a:srgbClr val="FFFFFF"/>
                </a:highlight>
              </a:rPr>
              <a:t>Data Plane</a:t>
            </a:r>
            <a:endParaRPr lang="en-US" sz="2800">
              <a:solidFill>
                <a:srgbClr val="3B4045"/>
              </a:solidFill>
              <a:effectLst/>
              <a:highlight>
                <a:srgbClr val="FFFFFF"/>
              </a:highlight>
            </a:endParaRPr>
          </a:p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Slides adapted from KR </a:t>
            </a:r>
          </a:p>
          <a:p>
            <a:r>
              <a:rPr lang="en-US" err="1"/>
              <a:t>Sem</a:t>
            </a:r>
            <a:r>
              <a:rPr lang="en-US"/>
              <a:t> 1, 2025-26</a:t>
            </a:r>
          </a:p>
        </p:txBody>
      </p:sp>
    </p:spTree>
    <p:extLst>
      <p:ext uri="{BB962C8B-B14F-4D97-AF65-F5344CB8AC3E}">
        <p14:creationId xmlns:p14="http://schemas.microsoft.com/office/powerpoint/2010/main" val="184485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74B515-59C7-24FC-839E-699FD1905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3249"/>
            <a:ext cx="10515600" cy="571501"/>
          </a:xfrm>
        </p:spPr>
        <p:txBody>
          <a:bodyPr>
            <a:normAutofit/>
          </a:bodyPr>
          <a:lstStyle/>
          <a:p>
            <a:pPr marL="130175" indent="0" algn="ctr">
              <a:buNone/>
            </a:pPr>
            <a:r>
              <a:rPr lang="en-US" sz="3200"/>
              <a:t>bgp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7DE48C-DDCC-EC79-858C-3AF9C20E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on Moodle (NOT </a:t>
            </a:r>
            <a:r>
              <a:rPr lang="en-US" err="1"/>
              <a:t>Moodlenew</a:t>
            </a:r>
            <a:r>
              <a:rPr lang="en-US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C6742F-C8C5-D82E-E42E-1FBA459ABF40}"/>
                  </a:ext>
                </a:extLst>
              </p14:cNvPr>
              <p14:cNvContentPartPr/>
              <p14:nvPr/>
            </p14:nvContentPartPr>
            <p14:xfrm>
              <a:off x="2923200" y="3029760"/>
              <a:ext cx="2395440" cy="44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C6742F-C8C5-D82E-E42E-1FBA459ABF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3840" y="3020400"/>
                <a:ext cx="2414160" cy="4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648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407D8-A45F-6505-A74A-54D811223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Routing algorithms in the network layer</a:t>
            </a:r>
          </a:p>
          <a:p>
            <a:pPr lvl="1"/>
            <a:r>
              <a:rPr lang="en-US"/>
              <a:t>Intra-domain routing through an interior gateway protocol such as OSPF, RIP</a:t>
            </a:r>
          </a:p>
          <a:p>
            <a:pPr lvl="1"/>
            <a:r>
              <a:rPr lang="en-US"/>
              <a:t>Inter-domain routing through BGP</a:t>
            </a:r>
          </a:p>
          <a:p>
            <a:pPr marL="130175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A0F3EB-C32E-3F01-6DD2-891DC99E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Story so far ..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61852DE-6821-F1E4-07C7-3C3C71D6A747}"/>
                  </a:ext>
                </a:extLst>
              </p14:cNvPr>
              <p14:cNvContentPartPr/>
              <p14:nvPr/>
            </p14:nvContentPartPr>
            <p14:xfrm>
              <a:off x="2668298" y="2777161"/>
              <a:ext cx="2716200" cy="2142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61852DE-6821-F1E4-07C7-3C3C71D6A7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2818" y="2761684"/>
                <a:ext cx="2746800" cy="2172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CD2DA6A-756B-8D3F-20DC-AFC360DEFD9C}"/>
                  </a:ext>
                </a:extLst>
              </p14:cNvPr>
              <p14:cNvContentPartPr/>
              <p14:nvPr/>
            </p14:nvContentPartPr>
            <p14:xfrm>
              <a:off x="3846578" y="2593561"/>
              <a:ext cx="30960" cy="428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CD2DA6A-756B-8D3F-20DC-AFC360DEFD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1098" y="2578081"/>
                <a:ext cx="6156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63473F8-F192-146B-ADAC-ADD846310B69}"/>
                  </a:ext>
                </a:extLst>
              </p14:cNvPr>
              <p14:cNvContentPartPr/>
              <p14:nvPr/>
            </p14:nvContentPartPr>
            <p14:xfrm>
              <a:off x="2255378" y="3886321"/>
              <a:ext cx="635400" cy="158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63473F8-F192-146B-ADAC-ADD846310B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9898" y="3870481"/>
                <a:ext cx="666000" cy="47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78B3687-1082-7F0F-BC83-AD49E6B2B8B6}"/>
                  </a:ext>
                </a:extLst>
              </p14:cNvPr>
              <p14:cNvContentPartPr/>
              <p14:nvPr/>
            </p14:nvContentPartPr>
            <p14:xfrm>
              <a:off x="5093618" y="3863281"/>
              <a:ext cx="826560" cy="107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78B3687-1082-7F0F-BC83-AD49E6B2B8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78145" y="3847749"/>
                <a:ext cx="857147" cy="138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1E839EE-F3FB-9340-228B-46F57ED9AEA9}"/>
                  </a:ext>
                </a:extLst>
              </p14:cNvPr>
              <p14:cNvContentPartPr/>
              <p14:nvPr/>
            </p14:nvContentPartPr>
            <p14:xfrm>
              <a:off x="4137098" y="4643761"/>
              <a:ext cx="61560" cy="589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1E839EE-F3FB-9340-228B-46F57ED9AE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21618" y="4628281"/>
                <a:ext cx="9216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29BD6E6-E88A-454C-0480-A1ACB9109A07}"/>
                  </a:ext>
                </a:extLst>
              </p14:cNvPr>
              <p14:cNvContentPartPr/>
              <p14:nvPr/>
            </p14:nvContentPartPr>
            <p14:xfrm>
              <a:off x="3586298" y="3786961"/>
              <a:ext cx="742680" cy="4968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29BD6E6-E88A-454C-0480-A1ACB9109A0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70810" y="3771481"/>
                <a:ext cx="773295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BDB0099-F490-CB52-AE33-3D758A595AEE}"/>
                  </a:ext>
                </a:extLst>
              </p14:cNvPr>
              <p14:cNvContentPartPr/>
              <p14:nvPr/>
            </p14:nvContentPartPr>
            <p14:xfrm>
              <a:off x="3747218" y="4238401"/>
              <a:ext cx="383040" cy="3524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BDB0099-F490-CB52-AE33-3D758A595A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31738" y="4222921"/>
                <a:ext cx="413640" cy="3830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B06A89F-A1A1-AA0A-8088-C51C15A551A8}"/>
              </a:ext>
            </a:extLst>
          </p:cNvPr>
          <p:cNvSpPr txBox="1"/>
          <p:nvPr/>
        </p:nvSpPr>
        <p:spPr>
          <a:xfrm>
            <a:off x="6096000" y="1892079"/>
            <a:ext cx="341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Now, completing the picture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B3F977-9A57-A64B-4E4F-9FC411A98702}"/>
                  </a:ext>
                </a:extLst>
              </p14:cNvPr>
              <p14:cNvContentPartPr/>
              <p14:nvPr/>
            </p14:nvContentPartPr>
            <p14:xfrm>
              <a:off x="844560" y="2953080"/>
              <a:ext cx="10365120" cy="390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B3F977-9A57-A64B-4E4F-9FC411A987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5200" y="2943720"/>
                <a:ext cx="10383840" cy="39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A97C2D0-96A5-FEF4-A4F4-F1C0BB73CEAF}"/>
                  </a:ext>
                </a:extLst>
              </p14:cNvPr>
              <p14:cNvContentPartPr/>
              <p14:nvPr/>
            </p14:nvContentPartPr>
            <p14:xfrm>
              <a:off x="7962458" y="3335521"/>
              <a:ext cx="742320" cy="1071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A97C2D0-96A5-FEF4-A4F4-F1C0BB73CE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46978" y="3320041"/>
                <a:ext cx="772920" cy="11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3D9AE99-99B8-85AA-FAC3-16F3BE4ADBAF}"/>
                  </a:ext>
                </a:extLst>
              </p14:cNvPr>
              <p14:cNvContentPartPr/>
              <p14:nvPr/>
            </p14:nvContentPartPr>
            <p14:xfrm>
              <a:off x="6424898" y="2417521"/>
              <a:ext cx="4673160" cy="2081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3D9AE99-99B8-85AA-FAC3-16F3BE4ADBA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09418" y="2402044"/>
                <a:ext cx="4703760" cy="2111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09C878-7A35-AC76-C3AA-BD4F2E02D26F}"/>
                  </a:ext>
                </a:extLst>
              </p14:cNvPr>
              <p14:cNvContentPartPr/>
              <p14:nvPr/>
            </p14:nvContentPartPr>
            <p14:xfrm>
              <a:off x="6486098" y="2295121"/>
              <a:ext cx="5631120" cy="2180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B09C878-7A35-AC76-C3AA-BD4F2E02D26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70618" y="2279641"/>
                <a:ext cx="5661720" cy="22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1A79FFC-442A-E0CE-E9DF-EFB8103F7A82}"/>
                  </a:ext>
                </a:extLst>
              </p14:cNvPr>
              <p14:cNvContentPartPr/>
              <p14:nvPr/>
            </p14:nvContentPartPr>
            <p14:xfrm>
              <a:off x="6585458" y="2486281"/>
              <a:ext cx="3585600" cy="4212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1A79FFC-442A-E0CE-E9DF-EFB8103F7A8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69978" y="2470801"/>
                <a:ext cx="361620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E9E9EDB-6BF7-4230-A3C7-1984656C473C}"/>
                  </a:ext>
                </a:extLst>
              </p14:cNvPr>
              <p14:cNvContentPartPr/>
              <p14:nvPr/>
            </p14:nvContentPartPr>
            <p14:xfrm>
              <a:off x="8895938" y="3021961"/>
              <a:ext cx="23400" cy="1994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E9E9EDB-6BF7-4230-A3C7-1984656C473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80216" y="3006481"/>
                <a:ext cx="54478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3A49DF5-E940-2C6B-5BF8-5F37C4BA6967}"/>
                  </a:ext>
                </a:extLst>
              </p14:cNvPr>
              <p14:cNvContentPartPr/>
              <p14:nvPr/>
            </p14:nvContentPartPr>
            <p14:xfrm>
              <a:off x="8926538" y="3014401"/>
              <a:ext cx="153360" cy="207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3A49DF5-E940-2C6B-5BF8-5F37C4BA696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911058" y="2998921"/>
                <a:ext cx="1839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4FC8FB6-C1C3-444E-8839-7C11651B8C1E}"/>
                  </a:ext>
                </a:extLst>
              </p14:cNvPr>
              <p14:cNvContentPartPr/>
              <p14:nvPr/>
            </p14:nvContentPartPr>
            <p14:xfrm>
              <a:off x="9133178" y="3068761"/>
              <a:ext cx="352440" cy="1371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4FC8FB6-C1C3-444E-8839-7C11651B8C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117698" y="3053281"/>
                <a:ext cx="38304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DF2DB22-220E-54DF-6666-B1F343F157A5}"/>
                  </a:ext>
                </a:extLst>
              </p14:cNvPr>
              <p14:cNvContentPartPr/>
              <p14:nvPr/>
            </p14:nvContentPartPr>
            <p14:xfrm>
              <a:off x="9745178" y="2937721"/>
              <a:ext cx="183960" cy="2451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DF2DB22-220E-54DF-6666-B1F343F157A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729698" y="2922241"/>
                <a:ext cx="2145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334FF0C-F0C4-F122-F58E-6CAB6F9AC56B}"/>
                  </a:ext>
                </a:extLst>
              </p14:cNvPr>
              <p14:cNvContentPartPr/>
              <p14:nvPr/>
            </p14:nvContentPartPr>
            <p14:xfrm>
              <a:off x="9660938" y="3006481"/>
              <a:ext cx="214560" cy="30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334FF0C-F0C4-F122-F58E-6CAB6F9AC56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45458" y="2991001"/>
                <a:ext cx="2451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5373617-6CEC-B098-7521-4E5F6AF4344C}"/>
                  </a:ext>
                </a:extLst>
              </p14:cNvPr>
              <p14:cNvContentPartPr/>
              <p14:nvPr/>
            </p14:nvContentPartPr>
            <p14:xfrm>
              <a:off x="10127858" y="2884081"/>
              <a:ext cx="1071360" cy="260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5373617-6CEC-B098-7521-4E5F6AF434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112378" y="2868580"/>
                <a:ext cx="1101960" cy="291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4422ED2-D40C-88DD-966D-344D714FE58D}"/>
                  </a:ext>
                </a:extLst>
              </p14:cNvPr>
              <p14:cNvContentPartPr/>
              <p14:nvPr/>
            </p14:nvContentPartPr>
            <p14:xfrm>
              <a:off x="10862258" y="2876521"/>
              <a:ext cx="15840" cy="309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4422ED2-D40C-88DD-966D-344D714FE58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46778" y="2861041"/>
                <a:ext cx="464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B0BB710-EE1D-986F-EF31-DC24D5C70F44}"/>
                  </a:ext>
                </a:extLst>
              </p14:cNvPr>
              <p14:cNvContentPartPr/>
              <p14:nvPr/>
            </p14:nvContentPartPr>
            <p14:xfrm>
              <a:off x="10542578" y="2914681"/>
              <a:ext cx="190080" cy="23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B0BB710-EE1D-986F-EF31-DC24D5C70F4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527098" y="2899201"/>
                <a:ext cx="2206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37AC48F-24D8-DB61-ECD2-ADA59E3B1BD7}"/>
                  </a:ext>
                </a:extLst>
              </p14:cNvPr>
              <p14:cNvContentPartPr/>
              <p14:nvPr/>
            </p14:nvContentPartPr>
            <p14:xfrm>
              <a:off x="11344298" y="2899561"/>
              <a:ext cx="252720" cy="1602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37AC48F-24D8-DB61-ECD2-ADA59E3B1BD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328818" y="2884081"/>
                <a:ext cx="2833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0A7C5EF-8432-F6E1-478C-517E54B7AD4A}"/>
                  </a:ext>
                </a:extLst>
              </p14:cNvPr>
              <p14:cNvContentPartPr/>
              <p14:nvPr/>
            </p14:nvContentPartPr>
            <p14:xfrm>
              <a:off x="11634818" y="2877241"/>
              <a:ext cx="336960" cy="2059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0A7C5EF-8432-F6E1-478C-517E54B7AD4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619338" y="2861761"/>
                <a:ext cx="3675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715B9D2-EAE5-F825-D194-EAADD36208BF}"/>
                  </a:ext>
                </a:extLst>
              </p14:cNvPr>
              <p14:cNvContentPartPr/>
              <p14:nvPr/>
            </p14:nvContentPartPr>
            <p14:xfrm>
              <a:off x="10364738" y="3193681"/>
              <a:ext cx="1262880" cy="1958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715B9D2-EAE5-F825-D194-EAADD36208B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349254" y="3178201"/>
                <a:ext cx="1293489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CA3019F-80B8-FDA2-938F-0103ECE32E2E}"/>
                  </a:ext>
                </a:extLst>
              </p14:cNvPr>
              <p14:cNvContentPartPr/>
              <p14:nvPr/>
            </p14:nvContentPartPr>
            <p14:xfrm>
              <a:off x="11742098" y="3228601"/>
              <a:ext cx="46440" cy="122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CA3019F-80B8-FDA2-938F-0103ECE32E2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726618" y="3213121"/>
                <a:ext cx="7704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4122215-51B5-088C-F83C-A60D95888B1F}"/>
                  </a:ext>
                </a:extLst>
              </p14:cNvPr>
              <p14:cNvContentPartPr/>
              <p14:nvPr/>
            </p14:nvContentPartPr>
            <p14:xfrm>
              <a:off x="11749658" y="3504001"/>
              <a:ext cx="7920" cy="158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4122215-51B5-088C-F83C-A60D95888B1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734851" y="3488521"/>
                <a:ext cx="37190" cy="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107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ARP: address resolution protocol</a:t>
            </a:r>
            <a:endParaRPr lang="en-US" sz="4400" b="0">
              <a:latin typeface="+mn-lt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DB7D2E6-BC71-6342-8A7E-D3134900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92" y="1314450"/>
            <a:ext cx="110343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ARP: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determines interface’s MAC address, knowing its IP address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6F90A8E-A97F-4B47-8617-1E0B801A3FBF}"/>
              </a:ext>
            </a:extLst>
          </p:cNvPr>
          <p:cNvGrpSpPr/>
          <p:nvPr/>
        </p:nvGrpSpPr>
        <p:grpSpPr>
          <a:xfrm>
            <a:off x="975457" y="2663687"/>
            <a:ext cx="4847955" cy="3638349"/>
            <a:chOff x="3970059" y="2973174"/>
            <a:chExt cx="6053187" cy="3638349"/>
          </a:xfrm>
        </p:grpSpPr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EFCCF237-D462-A848-A2F9-0B5DDED1E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1134" y="4423877"/>
              <a:ext cx="901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26F73C0C-F34D-EB41-919F-BDF66A1E5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625" y="3504024"/>
              <a:ext cx="0" cy="6556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F5CD6898-8663-6D43-BAA6-A8946A48A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94" y="5451266"/>
              <a:ext cx="0" cy="438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BC091F0C-CFB4-544C-B235-9FB23A12B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337" y="3746015"/>
              <a:ext cx="2046288" cy="2049462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Line 21">
              <a:extLst>
                <a:ext uri="{FF2B5EF4-FFF2-40B4-BE49-F238E27FC236}">
                  <a16:creationId xmlns:a16="http://schemas.microsoft.com/office/drawing/2014/main" id="{1F2D744C-309E-1748-8CEF-A191DA937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99225" y="4472884"/>
              <a:ext cx="7969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Text Box 24">
              <a:extLst>
                <a:ext uri="{FF2B5EF4-FFF2-40B4-BE49-F238E27FC236}">
                  <a16:creationId xmlns:a16="http://schemas.microsoft.com/office/drawing/2014/main" id="{CBB39874-5BD1-5D4B-8E31-25BEBA292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1A-2F-BB-76-09-AD</a:t>
              </a:r>
            </a:p>
          </p:txBody>
        </p:sp>
        <p:sp>
          <p:nvSpPr>
            <p:cNvPr id="57" name="Line 26">
              <a:extLst>
                <a:ext uri="{FF2B5EF4-FFF2-40B4-BE49-F238E27FC236}">
                  <a16:creationId xmlns:a16="http://schemas.microsoft.com/office/drawing/2014/main" id="{7C2882E3-6473-EB4E-9538-2CCE1D1E6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57727" y="458890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Text Box 27">
              <a:extLst>
                <a:ext uri="{FF2B5EF4-FFF2-40B4-BE49-F238E27FC236}">
                  <a16:creationId xmlns:a16="http://schemas.microsoft.com/office/drawing/2014/main" id="{5C7845EB-10F3-1149-A9A1-1A0A55753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58-23-D7-FA-20-B0</a:t>
              </a:r>
            </a:p>
          </p:txBody>
        </p:sp>
        <p:sp>
          <p:nvSpPr>
            <p:cNvPr id="59" name="Line 28">
              <a:extLst>
                <a:ext uri="{FF2B5EF4-FFF2-40B4-BE49-F238E27FC236}">
                  <a16:creationId xmlns:a16="http://schemas.microsoft.com/office/drawing/2014/main" id="{8915AAD7-DFE8-3C4C-854D-2C0B5A246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5181" y="5886035"/>
              <a:ext cx="360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0" name="Text Box 29">
              <a:extLst>
                <a:ext uri="{FF2B5EF4-FFF2-40B4-BE49-F238E27FC236}">
                  <a16:creationId xmlns:a16="http://schemas.microsoft.com/office/drawing/2014/main" id="{07636FFE-5FCF-0A44-960C-F51BD2EC9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0C-C4-11-6F-E3-98</a:t>
              </a:r>
            </a:p>
          </p:txBody>
        </p:sp>
        <p:sp>
          <p:nvSpPr>
            <p:cNvPr id="61" name="Line 30">
              <a:extLst>
                <a:ext uri="{FF2B5EF4-FFF2-40B4-BE49-F238E27FC236}">
                  <a16:creationId xmlns:a16="http://schemas.microsoft.com/office/drawing/2014/main" id="{65842429-83E8-C843-8F18-759730DAB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634" y="457945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2" name="Text Box 31">
              <a:extLst>
                <a:ext uri="{FF2B5EF4-FFF2-40B4-BE49-F238E27FC236}">
                  <a16:creationId xmlns:a16="http://schemas.microsoft.com/office/drawing/2014/main" id="{7472F3E3-B59C-CE45-A51F-F369BE06C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71-65-F7-2B-08-53</a:t>
              </a:r>
            </a:p>
          </p:txBody>
        </p:sp>
        <p:sp>
          <p:nvSpPr>
            <p:cNvPr id="63" name="Text Box 32">
              <a:extLst>
                <a:ext uri="{FF2B5EF4-FFF2-40B4-BE49-F238E27FC236}">
                  <a16:creationId xmlns:a16="http://schemas.microsoft.com/office/drawing/2014/main" id="{76E01186-F965-E044-8ADB-FE380CAFC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  LAN</a:t>
              </a:r>
            </a:p>
          </p:txBody>
        </p:sp>
        <p:sp>
          <p:nvSpPr>
            <p:cNvPr id="64" name="Rectangle 37">
              <a:extLst>
                <a:ext uri="{FF2B5EF4-FFF2-40B4-BE49-F238E27FC236}">
                  <a16:creationId xmlns:a16="http://schemas.microsoft.com/office/drawing/2014/main" id="{54AF773F-51B4-F84F-A15B-941A3EE37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1253" y="350584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65" name="Group 44">
              <a:extLst>
                <a:ext uri="{FF2B5EF4-FFF2-40B4-BE49-F238E27FC236}">
                  <a16:creationId xmlns:a16="http://schemas.microsoft.com/office/drawing/2014/main" id="{85EE06A5-9204-7B4E-B07F-32BA1B5ED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id="83" name="Picture 45" descr="desktop_computer_stylized_medium">
                <a:extLst>
                  <a:ext uri="{FF2B5EF4-FFF2-40B4-BE49-F238E27FC236}">
                    <a16:creationId xmlns:a16="http://schemas.microsoft.com/office/drawing/2014/main" id="{23C296A6-6B32-A64A-9411-85507BE075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4" name="Freeform 46">
                <a:extLst>
                  <a:ext uri="{FF2B5EF4-FFF2-40B4-BE49-F238E27FC236}">
                    <a16:creationId xmlns:a16="http://schemas.microsoft.com/office/drawing/2014/main" id="{42ECB958-418E-FB44-BE70-E256C588C7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BAB24AC1-02B1-BF40-BED4-B66E7B0C5E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49555" y="429218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7" name="Rectangle 37">
              <a:extLst>
                <a:ext uri="{FF2B5EF4-FFF2-40B4-BE49-F238E27FC236}">
                  <a16:creationId xmlns:a16="http://schemas.microsoft.com/office/drawing/2014/main" id="{6A5793AF-4220-9B4D-8408-5F7BDDF4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078" y="575915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6D089618-C037-1B4F-A97C-2B85FEF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184260" y="435410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F83B3ED-014E-C54B-8E5B-330331DC8FB4}"/>
                </a:ext>
              </a:extLst>
            </p:cNvPr>
            <p:cNvCxnSpPr/>
            <p:nvPr/>
          </p:nvCxnSpPr>
          <p:spPr>
            <a:xfrm flipH="1">
              <a:off x="6872122" y="3639236"/>
              <a:ext cx="254833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41">
              <a:extLst>
                <a:ext uri="{FF2B5EF4-FFF2-40B4-BE49-F238E27FC236}">
                  <a16:creationId xmlns:a16="http://schemas.microsoft.com/office/drawing/2014/main" id="{D892522E-B65A-3B4E-B03F-858DF69A79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id="77" name="Picture 42" descr="desktop_computer_stylized_medium">
                <a:extLst>
                  <a:ext uri="{FF2B5EF4-FFF2-40B4-BE49-F238E27FC236}">
                    <a16:creationId xmlns:a16="http://schemas.microsoft.com/office/drawing/2014/main" id="{87EA0D93-21F4-2F41-BC21-3244E9F9EF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8" name="Freeform 43">
                <a:extLst>
                  <a:ext uri="{FF2B5EF4-FFF2-40B4-BE49-F238E27FC236}">
                    <a16:creationId xmlns:a16="http://schemas.microsoft.com/office/drawing/2014/main" id="{AC4ED98E-24ED-7845-948B-F37EC77BBA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73" name="Text Box 33">
              <a:extLst>
                <a:ext uri="{FF2B5EF4-FFF2-40B4-BE49-F238E27FC236}">
                  <a16:creationId xmlns:a16="http://schemas.microsoft.com/office/drawing/2014/main" id="{AD56C76B-D256-BA45-B5C6-9C69CF312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9858" y="3246090"/>
              <a:ext cx="969137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11.1.1.4</a:t>
              </a:r>
            </a:p>
          </p:txBody>
        </p:sp>
        <p:sp>
          <p:nvSpPr>
            <p:cNvPr id="74" name="Text Box 36">
              <a:extLst>
                <a:ext uri="{FF2B5EF4-FFF2-40B4-BE49-F238E27FC236}">
                  <a16:creationId xmlns:a16="http://schemas.microsoft.com/office/drawing/2014/main" id="{9FE2DD02-437B-BD40-B8BC-D8F1E3FD1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6009" y="5130248"/>
              <a:ext cx="969137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11.1.1.2</a:t>
              </a:r>
            </a:p>
          </p:txBody>
        </p:sp>
        <p:sp>
          <p:nvSpPr>
            <p:cNvPr id="75" name="Text Box 39">
              <a:extLst>
                <a:ext uri="{FF2B5EF4-FFF2-40B4-BE49-F238E27FC236}">
                  <a16:creationId xmlns:a16="http://schemas.microsoft.com/office/drawing/2014/main" id="{EC007CEB-B2AD-9C40-859B-963764C16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276" y="5947742"/>
              <a:ext cx="969137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11.1.1.3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BAA1C6E0-33E8-604C-BF4C-E7F8EED04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753" y="5170004"/>
              <a:ext cx="1083222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11.11.1.1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546546A-4C05-6448-B20D-C122FF754D91}"/>
              </a:ext>
            </a:extLst>
          </p:cNvPr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BA5E9CA-3EEB-3D4C-94D2-116047F3B04D}"/>
                </a:ext>
              </a:extLst>
            </p:cNvPr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F027A-1BC4-FF42-ABAF-326F9EBCDE7B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CF5883-3135-F546-978F-2F1DF5A5FEDF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9241A8B-79A4-9A44-84FC-DDD5D1C7E66D}"/>
                </a:ext>
              </a:extLst>
            </p:cNvPr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AA52BDC-E20B-CD42-92BD-D934D34CDE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004BA43-DD92-2D48-A37B-B5AB88E8275D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0B40655-D207-4B43-BDBC-5A8A359EB4BE}"/>
                </a:ext>
              </a:extLst>
            </p:cNvPr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09CB092-EC49-C748-9C60-C6C7BE5D23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10B648-0A48-B341-982E-67DBE3BC8F8C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91EF928-0B96-E94A-9865-02E6EC100722}"/>
                </a:ext>
              </a:extLst>
            </p:cNvPr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271BF07-D4F0-984E-AF46-10383E6D9CCD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023F87F-F1C6-B24D-8EDA-F5FC3A9ACD24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DF53563-5872-2590-48DE-460BCD9A7264}"/>
                  </a:ext>
                </a:extLst>
              </p14:cNvPr>
              <p14:cNvContentPartPr/>
              <p14:nvPr/>
            </p14:nvContentPartPr>
            <p14:xfrm>
              <a:off x="4512218" y="3995041"/>
              <a:ext cx="398160" cy="321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DF53563-5872-2590-48DE-460BCD9A72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6738" y="3979561"/>
                <a:ext cx="42876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8E11C21-B4EF-E3D5-07C2-717B36AA1FA9}"/>
                  </a:ext>
                </a:extLst>
              </p14:cNvPr>
              <p14:cNvContentPartPr/>
              <p14:nvPr/>
            </p14:nvContentPartPr>
            <p14:xfrm>
              <a:off x="1161338" y="3895681"/>
              <a:ext cx="383040" cy="3600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8E11C21-B4EF-E3D5-07C2-717B36AA1F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5858" y="3880201"/>
                <a:ext cx="41364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29705D3-8F78-6416-BA2E-2FD2F7F4B9DA}"/>
                  </a:ext>
                </a:extLst>
              </p14:cNvPr>
              <p14:cNvContentPartPr/>
              <p14:nvPr/>
            </p14:nvContentPartPr>
            <p14:xfrm>
              <a:off x="399240" y="1960200"/>
              <a:ext cx="10047960" cy="4304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29705D3-8F78-6416-BA2E-2FD2F7F4B9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9880" y="1950840"/>
                <a:ext cx="10066680" cy="432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EEF82A1F-D5C5-7C25-ED86-075C7349D06F}"/>
                  </a:ext>
                </a:extLst>
              </p14:cNvPr>
              <p14:cNvContentPartPr/>
              <p14:nvPr/>
            </p14:nvContentPartPr>
            <p14:xfrm>
              <a:off x="6524258" y="5586241"/>
              <a:ext cx="4024440" cy="7423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EEF82A1F-D5C5-7C25-ED86-075C7349D06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08779" y="5570761"/>
                <a:ext cx="4055037" cy="77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1208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Putting it all together: Routing to another subnet</a:t>
            </a:r>
            <a:endParaRPr lang="en-US" sz="4400" b="0">
              <a:latin typeface="+mn-lt"/>
            </a:endParaRPr>
          </a:p>
        </p:txBody>
      </p:sp>
      <p:sp>
        <p:nvSpPr>
          <p:cNvPr id="82" name="Rectangle 2">
            <a:extLst>
              <a:ext uri="{FF2B5EF4-FFF2-40B4-BE49-F238E27FC236}">
                <a16:creationId xmlns:a16="http://schemas.microsoft.com/office/drawing/2014/main" id="{75C8B8F2-44A8-AE4D-95ED-0C45E84A2CCD}"/>
              </a:ext>
            </a:extLst>
          </p:cNvPr>
          <p:cNvSpPr txBox="1">
            <a:spLocks noChangeArrowheads="1"/>
          </p:cNvSpPr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25" marR="0" lvl="0" indent="-1111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walkthrough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sending a  datagram from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via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  <a:p>
            <a:pPr marL="457200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focus on addressing – at IP (datagram) and MAC layer (frame) levels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1633948-5785-5849-859F-87310A692F23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 Box 4">
            <a:extLst>
              <a:ext uri="{FF2B5EF4-FFF2-40B4-BE49-F238E27FC236}">
                <a16:creationId xmlns:a16="http://schemas.microsoft.com/office/drawing/2014/main" id="{7AA3B0EC-8E9C-EA40-807D-C0DCADFC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Freeform 39">
            <a:extLst>
              <a:ext uri="{FF2B5EF4-FFF2-40B4-BE49-F238E27FC236}">
                <a16:creationId xmlns:a16="http://schemas.microsoft.com/office/drawing/2014/main" id="{877FF5E7-E20D-C343-A6A6-C03781D86E63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Line 40">
            <a:extLst>
              <a:ext uri="{FF2B5EF4-FFF2-40B4-BE49-F238E27FC236}">
                <a16:creationId xmlns:a16="http://schemas.microsoft.com/office/drawing/2014/main" id="{F783F2B5-328E-0E4F-B70F-C2AE78E3D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Line 41">
            <a:extLst>
              <a:ext uri="{FF2B5EF4-FFF2-40B4-BE49-F238E27FC236}">
                <a16:creationId xmlns:a16="http://schemas.microsoft.com/office/drawing/2014/main" id="{C060EFA7-8C6E-3D40-B474-D7EA7BAB1B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 Box 58">
            <a:extLst>
              <a:ext uri="{FF2B5EF4-FFF2-40B4-BE49-F238E27FC236}">
                <a16:creationId xmlns:a16="http://schemas.microsoft.com/office/drawing/2014/main" id="{DB5EE02A-B01A-5E4C-B702-F6EBFE468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236" name="Line 67">
            <a:extLst>
              <a:ext uri="{FF2B5EF4-FFF2-40B4-BE49-F238E27FC236}">
                <a16:creationId xmlns:a16="http://schemas.microsoft.com/office/drawing/2014/main" id="{C65C148F-06BF-C940-B2DD-A67AC4BE27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Line 73">
            <a:extLst>
              <a:ext uri="{FF2B5EF4-FFF2-40B4-BE49-F238E27FC236}">
                <a16:creationId xmlns:a16="http://schemas.microsoft.com/office/drawing/2014/main" id="{2E33E508-B8D6-3E44-B5AA-A6A307EEE1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Freeform 75">
            <a:extLst>
              <a:ext uri="{FF2B5EF4-FFF2-40B4-BE49-F238E27FC236}">
                <a16:creationId xmlns:a16="http://schemas.microsoft.com/office/drawing/2014/main" id="{25EB896A-E2EC-F64E-82DF-14D4BB8B17FF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Text Box 76">
            <a:extLst>
              <a:ext uri="{FF2B5EF4-FFF2-40B4-BE49-F238E27FC236}">
                <a16:creationId xmlns:a16="http://schemas.microsoft.com/office/drawing/2014/main" id="{6209BBA1-3ADB-DD4E-98BA-16778788F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1F04776-CE9C-1440-B37F-242C3E190A98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261" name="Rectangle 37">
              <a:extLst>
                <a:ext uri="{FF2B5EF4-FFF2-40B4-BE49-F238E27FC236}">
                  <a16:creationId xmlns:a16="http://schemas.microsoft.com/office/drawing/2014/main" id="{7820489A-5549-C442-BF3C-BC1AC11B6F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262" name="Rectangle 37">
              <a:extLst>
                <a:ext uri="{FF2B5EF4-FFF2-40B4-BE49-F238E27FC236}">
                  <a16:creationId xmlns:a16="http://schemas.microsoft.com/office/drawing/2014/main" id="{9AF76EFA-4C5B-674E-BA86-9C05702BA8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84D12D1B-CACD-6E4B-9C38-D2F459245889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16FB099F-FBEA-9F48-8EAA-5BCE4873212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13DBFA26-F015-2547-A930-D01540DA83C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6BD83E9A-6CBF-3D4E-8F2F-EA68EE4D375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7" name="Freeform 266">
                  <a:extLst>
                    <a:ext uri="{FF2B5EF4-FFF2-40B4-BE49-F238E27FC236}">
                      <a16:creationId xmlns:a16="http://schemas.microsoft.com/office/drawing/2014/main" id="{24B4E4B6-6B7A-4A4B-A9EB-9BA919CAA34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8A579144-F431-924D-BEDF-34C91BDD544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60A07585-2E49-1643-B16B-023093CA681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99C7FFFB-540E-F04A-8756-DC9317FA983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43" name="Rectangle 37">
            <a:extLst>
              <a:ext uri="{FF2B5EF4-FFF2-40B4-BE49-F238E27FC236}">
                <a16:creationId xmlns:a16="http://schemas.microsoft.com/office/drawing/2014/main" id="{2049FC20-01F9-A342-8ED2-71DDD4E242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244" name="Group 49">
            <a:extLst>
              <a:ext uri="{FF2B5EF4-FFF2-40B4-BE49-F238E27FC236}">
                <a16:creationId xmlns:a16="http://schemas.microsoft.com/office/drawing/2014/main" id="{0C6B5E2D-47E0-304A-802F-B33BA23951DC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259" name="Picture 50" descr="desktop_computer_stylized_medium">
              <a:extLst>
                <a:ext uri="{FF2B5EF4-FFF2-40B4-BE49-F238E27FC236}">
                  <a16:creationId xmlns:a16="http://schemas.microsoft.com/office/drawing/2014/main" id="{6C7B4EA6-CCA8-D147-AFAA-5DA13E6BA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0" name="Freeform 51">
              <a:extLst>
                <a:ext uri="{FF2B5EF4-FFF2-40B4-BE49-F238E27FC236}">
                  <a16:creationId xmlns:a16="http://schemas.microsoft.com/office/drawing/2014/main" id="{48DE1DAA-CF8A-A24A-8DD9-85EF022FE8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5" name="Rectangle 37">
            <a:extLst>
              <a:ext uri="{FF2B5EF4-FFF2-40B4-BE49-F238E27FC236}">
                <a16:creationId xmlns:a16="http://schemas.microsoft.com/office/drawing/2014/main" id="{1976AEED-D3C4-4C40-B836-5E4352A361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246" name="Group 49">
            <a:extLst>
              <a:ext uri="{FF2B5EF4-FFF2-40B4-BE49-F238E27FC236}">
                <a16:creationId xmlns:a16="http://schemas.microsoft.com/office/drawing/2014/main" id="{CA4E329E-B85D-034A-AD4E-3AA827B8BDBB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257" name="Picture 50" descr="desktop_computer_stylized_medium">
              <a:extLst>
                <a:ext uri="{FF2B5EF4-FFF2-40B4-BE49-F238E27FC236}">
                  <a16:creationId xmlns:a16="http://schemas.microsoft.com/office/drawing/2014/main" id="{1DF9E5DC-786D-6C49-ADDC-C953FEFE6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8" name="Freeform 51">
              <a:extLst>
                <a:ext uri="{FF2B5EF4-FFF2-40B4-BE49-F238E27FC236}">
                  <a16:creationId xmlns:a16="http://schemas.microsoft.com/office/drawing/2014/main" id="{23D41A9D-8697-4D4D-8D16-A98A093EA1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7" name="Rectangle 37">
            <a:extLst>
              <a:ext uri="{FF2B5EF4-FFF2-40B4-BE49-F238E27FC236}">
                <a16:creationId xmlns:a16="http://schemas.microsoft.com/office/drawing/2014/main" id="{921F645F-8A94-2445-84B8-38720AF020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248" name="Rectangle 37">
            <a:extLst>
              <a:ext uri="{FF2B5EF4-FFF2-40B4-BE49-F238E27FC236}">
                <a16:creationId xmlns:a16="http://schemas.microsoft.com/office/drawing/2014/main" id="{7E4E6975-B2CA-7444-B862-F4B4940509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249" name="Group 44">
            <a:extLst>
              <a:ext uri="{FF2B5EF4-FFF2-40B4-BE49-F238E27FC236}">
                <a16:creationId xmlns:a16="http://schemas.microsoft.com/office/drawing/2014/main" id="{0E421EA6-E430-A84D-86CE-88CE29472188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255" name="Picture 45" descr="desktop_computer_stylized_medium">
              <a:extLst>
                <a:ext uri="{FF2B5EF4-FFF2-40B4-BE49-F238E27FC236}">
                  <a16:creationId xmlns:a16="http://schemas.microsoft.com/office/drawing/2014/main" id="{0CFB0548-75C3-B541-8DF5-553BDA44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" name="Freeform 46">
              <a:extLst>
                <a:ext uri="{FF2B5EF4-FFF2-40B4-BE49-F238E27FC236}">
                  <a16:creationId xmlns:a16="http://schemas.microsoft.com/office/drawing/2014/main" id="{A0094AEB-3AFF-0940-8C77-D29712E481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0" name="Group 44">
            <a:extLst>
              <a:ext uri="{FF2B5EF4-FFF2-40B4-BE49-F238E27FC236}">
                <a16:creationId xmlns:a16="http://schemas.microsoft.com/office/drawing/2014/main" id="{BCF5D40A-A74B-274B-8ADA-55B66CD5DBFC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253" name="Picture 45" descr="desktop_computer_stylized_medium">
              <a:extLst>
                <a:ext uri="{FF2B5EF4-FFF2-40B4-BE49-F238E27FC236}">
                  <a16:creationId xmlns:a16="http://schemas.microsoft.com/office/drawing/2014/main" id="{771731DD-0069-DA47-95DF-85CE9F491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46">
              <a:extLst>
                <a:ext uri="{FF2B5EF4-FFF2-40B4-BE49-F238E27FC236}">
                  <a16:creationId xmlns:a16="http://schemas.microsoft.com/office/drawing/2014/main" id="{0818206B-A68C-604B-A676-494044A074B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ACCC7A-2790-4042-9C87-704C4398F4FC}"/>
              </a:ext>
            </a:extLst>
          </p:cNvPr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220" name="Text Box 21">
              <a:extLst>
                <a:ext uri="{FF2B5EF4-FFF2-40B4-BE49-F238E27FC236}">
                  <a16:creationId xmlns:a16="http://schemas.microsoft.com/office/drawing/2014/main" id="{8B5C784D-B8E9-0242-B1BF-5469854F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221" name="Text Box 22">
              <a:extLst>
                <a:ext uri="{FF2B5EF4-FFF2-40B4-BE49-F238E27FC236}">
                  <a16:creationId xmlns:a16="http://schemas.microsoft.com/office/drawing/2014/main" id="{C464F240-6EA6-E645-AE35-1132527BB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222" name="Group 23">
              <a:extLst>
                <a:ext uri="{FF2B5EF4-FFF2-40B4-BE49-F238E27FC236}">
                  <a16:creationId xmlns:a16="http://schemas.microsoft.com/office/drawing/2014/main" id="{718D171D-585A-DA4B-8722-1465B928B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73" name="Text Box 24">
                <a:extLst>
                  <a:ext uri="{FF2B5EF4-FFF2-40B4-BE49-F238E27FC236}">
                    <a16:creationId xmlns:a16="http://schemas.microsoft.com/office/drawing/2014/main" id="{6074A99D-1DA4-3A42-9396-9E51D4D7D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274" name="Text Box 25">
                <a:extLst>
                  <a:ext uri="{FF2B5EF4-FFF2-40B4-BE49-F238E27FC236}">
                    <a16:creationId xmlns:a16="http://schemas.microsoft.com/office/drawing/2014/main" id="{7F04AB82-B2F9-5040-9BD7-B58343D5B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223" name="Text Box 26">
              <a:extLst>
                <a:ext uri="{FF2B5EF4-FFF2-40B4-BE49-F238E27FC236}">
                  <a16:creationId xmlns:a16="http://schemas.microsoft.com/office/drawing/2014/main" id="{345706BC-EE35-E948-B847-B9C8F402B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224" name="Text Box 27">
              <a:extLst>
                <a:ext uri="{FF2B5EF4-FFF2-40B4-BE49-F238E27FC236}">
                  <a16:creationId xmlns:a16="http://schemas.microsoft.com/office/drawing/2014/main" id="{C6892711-5B00-1B44-A3A1-ED7D7A05C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225" name="Text Box 30">
              <a:extLst>
                <a:ext uri="{FF2B5EF4-FFF2-40B4-BE49-F238E27FC236}">
                  <a16:creationId xmlns:a16="http://schemas.microsoft.com/office/drawing/2014/main" id="{C9755018-30C5-2F48-B77B-D1C5089AD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226" name="Text Box 33">
              <a:extLst>
                <a:ext uri="{FF2B5EF4-FFF2-40B4-BE49-F238E27FC236}">
                  <a16:creationId xmlns:a16="http://schemas.microsoft.com/office/drawing/2014/main" id="{F8059422-13FC-B849-B3BE-4C2D1B546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230" name="Line 44">
              <a:extLst>
                <a:ext uri="{FF2B5EF4-FFF2-40B4-BE49-F238E27FC236}">
                  <a16:creationId xmlns:a16="http://schemas.microsoft.com/office/drawing/2014/main" id="{5FF08ADC-A615-AA4F-988F-06E9F2E022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Line 45">
              <a:extLst>
                <a:ext uri="{FF2B5EF4-FFF2-40B4-BE49-F238E27FC236}">
                  <a16:creationId xmlns:a16="http://schemas.microsoft.com/office/drawing/2014/main" id="{C98C8486-5AB7-664F-9D85-3DD76A362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2" name="Line 46">
              <a:extLst>
                <a:ext uri="{FF2B5EF4-FFF2-40B4-BE49-F238E27FC236}">
                  <a16:creationId xmlns:a16="http://schemas.microsoft.com/office/drawing/2014/main" id="{B1A0EF95-B5D7-6443-84A3-A0E0B1049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Line 47">
              <a:extLst>
                <a:ext uri="{FF2B5EF4-FFF2-40B4-BE49-F238E27FC236}">
                  <a16:creationId xmlns:a16="http://schemas.microsoft.com/office/drawing/2014/main" id="{4D21BB95-E938-424E-94A6-FA1551CE2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5" name="Group 63">
              <a:extLst>
                <a:ext uri="{FF2B5EF4-FFF2-40B4-BE49-F238E27FC236}">
                  <a16:creationId xmlns:a16="http://schemas.microsoft.com/office/drawing/2014/main" id="{022EBB57-7AB3-7C45-9AC9-24B737F13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71" name="Text Box 64">
                <a:extLst>
                  <a:ext uri="{FF2B5EF4-FFF2-40B4-BE49-F238E27FC236}">
                    <a16:creationId xmlns:a16="http://schemas.microsoft.com/office/drawing/2014/main" id="{9C1790DC-D8F5-D148-A191-4095380CC6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272" name="Text Box 65">
                <a:extLst>
                  <a:ext uri="{FF2B5EF4-FFF2-40B4-BE49-F238E27FC236}">
                    <a16:creationId xmlns:a16="http://schemas.microsoft.com/office/drawing/2014/main" id="{B09022AD-3504-8E4C-B2F0-99A5DA41E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237" name="Text Box 71">
              <a:extLst>
                <a:ext uri="{FF2B5EF4-FFF2-40B4-BE49-F238E27FC236}">
                  <a16:creationId xmlns:a16="http://schemas.microsoft.com/office/drawing/2014/main" id="{E34EA307-0F5E-7E4E-9CE6-4AB424039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238" name="Text Box 72">
              <a:extLst>
                <a:ext uri="{FF2B5EF4-FFF2-40B4-BE49-F238E27FC236}">
                  <a16:creationId xmlns:a16="http://schemas.microsoft.com/office/drawing/2014/main" id="{B5B6783C-814C-0B4E-B164-BE3DE87DB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64FFBE43-D54F-1248-BB0F-8C6305664255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AF922730-B346-B540-9CCA-A7D5E3F38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5" name="Rectangle 2">
            <a:extLst>
              <a:ext uri="{FF2B5EF4-FFF2-40B4-BE49-F238E27FC236}">
                <a16:creationId xmlns:a16="http://schemas.microsoft.com/office/drawing/2014/main" id="{F2C09E71-12BD-2C45-A9FA-A6A951F6F19C}"/>
              </a:ext>
            </a:extLst>
          </p:cNvPr>
          <p:cNvSpPr txBox="1">
            <a:spLocks noChangeArrowheads="1"/>
          </p:cNvSpPr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assume that: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022350" marR="0" lvl="2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knows B’s IP address</a:t>
            </a:r>
          </a:p>
          <a:p>
            <a:pPr marL="1022350" marR="0" lvl="2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knows IP address of first hop router, R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(how?)</a:t>
            </a:r>
          </a:p>
          <a:p>
            <a:pPr marL="1022350" marR="0" lvl="2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knows R’s MAC address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(how?)</a:t>
            </a:r>
          </a:p>
        </p:txBody>
      </p:sp>
    </p:spTree>
    <p:extLst>
      <p:ext uri="{BB962C8B-B14F-4D97-AF65-F5344CB8AC3E}">
        <p14:creationId xmlns:p14="http://schemas.microsoft.com/office/powerpoint/2010/main" val="4036699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AutoShape 153">
            <a:extLst>
              <a:ext uri="{FF2B5EF4-FFF2-40B4-BE49-F238E27FC236}">
                <a16:creationId xmlns:a16="http://schemas.microsoft.com/office/drawing/2014/main" id="{C1DEC24C-BFB2-6B4F-BA81-EEC3A6A9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282" y="340415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90" name="Group 151">
            <a:extLst>
              <a:ext uri="{FF2B5EF4-FFF2-40B4-BE49-F238E27FC236}">
                <a16:creationId xmlns:a16="http://schemas.microsoft.com/office/drawing/2014/main" id="{B486901D-4BFD-A447-BC3C-D5DADB46F879}"/>
              </a:ext>
            </a:extLst>
          </p:cNvPr>
          <p:cNvGrpSpPr>
            <a:grpSpLocks/>
          </p:cNvGrpSpPr>
          <p:nvPr/>
        </p:nvGrpSpPr>
        <p:grpSpPr bwMode="auto"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191" name="Group 150">
              <a:extLst>
                <a:ext uri="{FF2B5EF4-FFF2-40B4-BE49-F238E27FC236}">
                  <a16:creationId xmlns:a16="http://schemas.microsoft.com/office/drawing/2014/main" id="{DB9AC85E-9F88-E44B-86D1-FA4DC8294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93" name="Rectangle 123">
                <a:extLst>
                  <a:ext uri="{FF2B5EF4-FFF2-40B4-BE49-F238E27FC236}">
                    <a16:creationId xmlns:a16="http://schemas.microsoft.com/office/drawing/2014/main" id="{82C7BD2C-0748-4943-8169-C0860563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Line 124">
                <a:extLst>
                  <a:ext uri="{FF2B5EF4-FFF2-40B4-BE49-F238E27FC236}">
                    <a16:creationId xmlns:a16="http://schemas.microsoft.com/office/drawing/2014/main" id="{CEC87B94-6EC9-8B4B-B829-61592882D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Line 125">
                <a:extLst>
                  <a:ext uri="{FF2B5EF4-FFF2-40B4-BE49-F238E27FC236}">
                    <a16:creationId xmlns:a16="http://schemas.microsoft.com/office/drawing/2014/main" id="{0397BBAB-8DE8-C34D-93BF-78BBA0802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92" name="Text Box 126">
              <a:extLst>
                <a:ext uri="{FF2B5EF4-FFF2-40B4-BE49-F238E27FC236}">
                  <a16:creationId xmlns:a16="http://schemas.microsoft.com/office/drawing/2014/main" id="{3CF80CC5-5CA2-3F49-8AE1-D6488278A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196" name="Group 141">
            <a:extLst>
              <a:ext uri="{FF2B5EF4-FFF2-40B4-BE49-F238E27FC236}">
                <a16:creationId xmlns:a16="http://schemas.microsoft.com/office/drawing/2014/main" id="{43D6CC11-6A15-DA4D-A6B4-3A498BA39B16}"/>
              </a:ext>
            </a:extLst>
          </p:cNvPr>
          <p:cNvGrpSpPr>
            <a:grpSpLocks/>
          </p:cNvGrpSpPr>
          <p:nvPr/>
        </p:nvGrpSpPr>
        <p:grpSpPr bwMode="auto">
          <a:xfrm>
            <a:off x="3166920" y="3221588"/>
            <a:ext cx="146050" cy="385762"/>
            <a:chOff x="1272" y="1762"/>
            <a:chExt cx="92" cy="243"/>
          </a:xfrm>
        </p:grpSpPr>
        <p:sp>
          <p:nvSpPr>
            <p:cNvPr id="197" name="Line 127">
              <a:extLst>
                <a:ext uri="{FF2B5EF4-FFF2-40B4-BE49-F238E27FC236}">
                  <a16:creationId xmlns:a16="http://schemas.microsoft.com/office/drawing/2014/main" id="{CFF4232C-6C8D-CA46-B8DF-55A6B990E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8" name="Line 128">
              <a:extLst>
                <a:ext uri="{FF2B5EF4-FFF2-40B4-BE49-F238E27FC236}">
                  <a16:creationId xmlns:a16="http://schemas.microsoft.com/office/drawing/2014/main" id="{0FC90CB0-074D-124C-8085-60D0348EE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9" name="Rectangle 143">
            <a:extLst>
              <a:ext uri="{FF2B5EF4-FFF2-40B4-BE49-F238E27FC236}">
                <a16:creationId xmlns:a16="http://schemas.microsoft.com/office/drawing/2014/main" id="{F8580D94-0394-A442-8CB6-1546E5F04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 creates IP datagram with IP source A, destination B </a:t>
            </a:r>
          </a:p>
        </p:txBody>
      </p:sp>
      <p:sp>
        <p:nvSpPr>
          <p:cNvPr id="200" name="Rectangle 144">
            <a:extLst>
              <a:ext uri="{FF2B5EF4-FFF2-40B4-BE49-F238E27FC236}">
                <a16:creationId xmlns:a16="http://schemas.microsoft.com/office/drawing/2014/main" id="{093EF9D2-90C4-4246-A4CE-501547C4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 creates link-layer frame containing A-to-B IP datagram</a:t>
            </a:r>
          </a:p>
          <a:p>
            <a:pPr marL="574675" marR="0" lvl="1" indent="-231775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R's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MAC address is frame’s destination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201" name="Group 152">
            <a:extLst>
              <a:ext uri="{FF2B5EF4-FFF2-40B4-BE49-F238E27FC236}">
                <a16:creationId xmlns:a16="http://schemas.microsoft.com/office/drawing/2014/main" id="{30393C52-80B1-B34B-82FD-6D6AFC8693EE}"/>
              </a:ext>
            </a:extLst>
          </p:cNvPr>
          <p:cNvGrpSpPr>
            <a:grpSpLocks/>
          </p:cNvGrpSpPr>
          <p:nvPr/>
        </p:nvGrpSpPr>
        <p:grpSpPr bwMode="auto"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202" name="Text Box 135">
              <a:extLst>
                <a:ext uri="{FF2B5EF4-FFF2-40B4-BE49-F238E27FC236}">
                  <a16:creationId xmlns:a16="http://schemas.microsoft.com/office/drawing/2014/main" id="{374D8384-205B-1346-973B-C4A7A0B52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74-29-9C-E8-FF-55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MAC dest: 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E6-E9-00-17-BB-4B</a:t>
              </a:r>
            </a:p>
          </p:txBody>
        </p:sp>
        <p:grpSp>
          <p:nvGrpSpPr>
            <p:cNvPr id="203" name="Group 145">
              <a:extLst>
                <a:ext uri="{FF2B5EF4-FFF2-40B4-BE49-F238E27FC236}">
                  <a16:creationId xmlns:a16="http://schemas.microsoft.com/office/drawing/2014/main" id="{324C4549-7D5D-384F-879F-F56865A6A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08" name="Rectangle 138">
                <a:extLst>
                  <a:ext uri="{FF2B5EF4-FFF2-40B4-BE49-F238E27FC236}">
                    <a16:creationId xmlns:a16="http://schemas.microsoft.com/office/drawing/2014/main" id="{792B456E-98EA-6B4A-876C-B0AFF8E18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1508FFC8-F29B-B547-818C-4E76AD809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0" name="Line 133">
                <a:extLst>
                  <a:ext uri="{FF2B5EF4-FFF2-40B4-BE49-F238E27FC236}">
                    <a16:creationId xmlns:a16="http://schemas.microsoft.com/office/drawing/2014/main" id="{9D7FBAE4-C7D6-034D-9F66-0E702A18B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1" name="Line 134">
                <a:extLst>
                  <a:ext uri="{FF2B5EF4-FFF2-40B4-BE49-F238E27FC236}">
                    <a16:creationId xmlns:a16="http://schemas.microsoft.com/office/drawing/2014/main" id="{9A8B4FC8-4A21-FC48-8F5C-42315337A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2" name="Line 139">
                <a:extLst>
                  <a:ext uri="{FF2B5EF4-FFF2-40B4-BE49-F238E27FC236}">
                    <a16:creationId xmlns:a16="http://schemas.microsoft.com/office/drawing/2014/main" id="{1BD450FA-6D95-6745-8EF4-368B3B851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3" name="Line 140">
                <a:extLst>
                  <a:ext uri="{FF2B5EF4-FFF2-40B4-BE49-F238E27FC236}">
                    <a16:creationId xmlns:a16="http://schemas.microsoft.com/office/drawing/2014/main" id="{0D4EB437-69D7-4C47-A77B-9756687B8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4" name="Line 146">
              <a:extLst>
                <a:ext uri="{FF2B5EF4-FFF2-40B4-BE49-F238E27FC236}">
                  <a16:creationId xmlns:a16="http://schemas.microsoft.com/office/drawing/2014/main" id="{39B1C57E-A0B3-D648-A52F-CE4868DFC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5" name="Line 147">
              <a:extLst>
                <a:ext uri="{FF2B5EF4-FFF2-40B4-BE49-F238E27FC236}">
                  <a16:creationId xmlns:a16="http://schemas.microsoft.com/office/drawing/2014/main" id="{5B09FD8B-0878-5849-9CD0-9079BE5AB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6" name="Line 148">
              <a:extLst>
                <a:ext uri="{FF2B5EF4-FFF2-40B4-BE49-F238E27FC236}">
                  <a16:creationId xmlns:a16="http://schemas.microsoft.com/office/drawing/2014/main" id="{F9CDF104-5CA2-3D47-B4A6-1BF38DE29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149">
              <a:extLst>
                <a:ext uri="{FF2B5EF4-FFF2-40B4-BE49-F238E27FC236}">
                  <a16:creationId xmlns:a16="http://schemas.microsoft.com/office/drawing/2014/main" id="{FA91BD8F-96F1-D84D-B88C-4AD05CA4A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2220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99" grpId="0"/>
      <p:bldP spid="2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6" name="Rectangle 76">
            <a:extLst>
              <a:ext uri="{FF2B5EF4-FFF2-40B4-BE49-F238E27FC236}">
                <a16:creationId xmlns:a16="http://schemas.microsoft.com/office/drawing/2014/main" id="{0C39CCFA-046E-A446-84EF-1BEA3B8C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frame sent from A to R</a:t>
            </a:r>
          </a:p>
        </p:txBody>
      </p:sp>
      <p:grpSp>
        <p:nvGrpSpPr>
          <p:cNvPr id="217" name="Group 100">
            <a:extLst>
              <a:ext uri="{FF2B5EF4-FFF2-40B4-BE49-F238E27FC236}">
                <a16:creationId xmlns:a16="http://schemas.microsoft.com/office/drawing/2014/main" id="{26593A8D-E362-224D-9E7E-B61DB7194FD2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18" name="Freeform 93">
              <a:extLst>
                <a:ext uri="{FF2B5EF4-FFF2-40B4-BE49-F238E27FC236}">
                  <a16:creationId xmlns:a16="http://schemas.microsoft.com/office/drawing/2014/main" id="{42C52F5E-B581-5146-A523-9B4DBBF2A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Rectangle 94">
              <a:extLst>
                <a:ext uri="{FF2B5EF4-FFF2-40B4-BE49-F238E27FC236}">
                  <a16:creationId xmlns:a16="http://schemas.microsoft.com/office/drawing/2014/main" id="{1FCD4D83-89D6-3841-86ED-D90DD589A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Text Box 95">
              <a:extLst>
                <a:ext uri="{FF2B5EF4-FFF2-40B4-BE49-F238E27FC236}">
                  <a16:creationId xmlns:a16="http://schemas.microsoft.com/office/drawing/2014/main" id="{AF3AB9C7-326F-214C-B68F-8E9DBB6D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21" name="Line 98">
              <a:extLst>
                <a:ext uri="{FF2B5EF4-FFF2-40B4-BE49-F238E27FC236}">
                  <a16:creationId xmlns:a16="http://schemas.microsoft.com/office/drawing/2014/main" id="{B4AA6736-B872-464D-8F00-A2300EE0D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Line 99">
              <a:extLst>
                <a:ext uri="{FF2B5EF4-FFF2-40B4-BE49-F238E27FC236}">
                  <a16:creationId xmlns:a16="http://schemas.microsoft.com/office/drawing/2014/main" id="{CB139325-F501-DB43-B9CC-6A6C52C7F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3" name="Rectangle 101">
            <a:extLst>
              <a:ext uri="{FF2B5EF4-FFF2-40B4-BE49-F238E27FC236}">
                <a16:creationId xmlns:a16="http://schemas.microsoft.com/office/drawing/2014/main" id="{8EBFBDEF-AAA3-4340-9162-016BC02BB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frame received at R, datagram removed, passed up to IP</a:t>
            </a:r>
          </a:p>
        </p:txBody>
      </p:sp>
      <p:grpSp>
        <p:nvGrpSpPr>
          <p:cNvPr id="224" name="Group 131">
            <a:extLst>
              <a:ext uri="{FF2B5EF4-FFF2-40B4-BE49-F238E27FC236}">
                <a16:creationId xmlns:a16="http://schemas.microsoft.com/office/drawing/2014/main" id="{95486488-4C25-234D-AE46-F14C0273A412}"/>
              </a:ext>
            </a:extLst>
          </p:cNvPr>
          <p:cNvGrpSpPr>
            <a:grpSpLocks/>
          </p:cNvGrpSpPr>
          <p:nvPr/>
        </p:nvGrpSpPr>
        <p:grpSpPr bwMode="auto"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225" name="Text Box 79">
              <a:extLst>
                <a:ext uri="{FF2B5EF4-FFF2-40B4-BE49-F238E27FC236}">
                  <a16:creationId xmlns:a16="http://schemas.microsoft.com/office/drawing/2014/main" id="{D2216B94-937D-4644-A4B0-B59D607E0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74-29-9C-E8-FF-55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MAC dest: E6-E9-00-17-BB-4B</a:t>
              </a:r>
            </a:p>
          </p:txBody>
        </p:sp>
        <p:grpSp>
          <p:nvGrpSpPr>
            <p:cNvPr id="226" name="Group 80">
              <a:extLst>
                <a:ext uri="{FF2B5EF4-FFF2-40B4-BE49-F238E27FC236}">
                  <a16:creationId xmlns:a16="http://schemas.microsoft.com/office/drawing/2014/main" id="{74FDF8C0-9447-DE41-BACB-360101EE6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91B41E0A-F429-5E45-AC76-2FCB31FCC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1C3169C4-E630-6A41-9685-666E6C384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CED1F1A7-B695-6E4E-9FA6-5AA850143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08886298-54D3-1A46-8429-10B826D26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F5285889-1D2B-B547-B316-981ED840C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17AB5318-1DFA-814E-B7AA-B0A13DDAB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7" name="Line 87">
              <a:extLst>
                <a:ext uri="{FF2B5EF4-FFF2-40B4-BE49-F238E27FC236}">
                  <a16:creationId xmlns:a16="http://schemas.microsoft.com/office/drawing/2014/main" id="{D3C56A82-378C-D642-AF1E-FDE107787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8" name="Line 88">
              <a:extLst>
                <a:ext uri="{FF2B5EF4-FFF2-40B4-BE49-F238E27FC236}">
                  <a16:creationId xmlns:a16="http://schemas.microsoft.com/office/drawing/2014/main" id="{DFF54215-DE96-B14B-BA21-CC331FD76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9">
              <a:extLst>
                <a:ext uri="{FF2B5EF4-FFF2-40B4-BE49-F238E27FC236}">
                  <a16:creationId xmlns:a16="http://schemas.microsoft.com/office/drawing/2014/main" id="{A24A71FF-A793-E749-AC22-A4A0D350F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Line 90">
              <a:extLst>
                <a:ext uri="{FF2B5EF4-FFF2-40B4-BE49-F238E27FC236}">
                  <a16:creationId xmlns:a16="http://schemas.microsoft.com/office/drawing/2014/main" id="{C1F3029F-74E1-934A-94C0-39E2BE291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Text Box 130">
              <a:extLst>
                <a:ext uri="{FF2B5EF4-FFF2-40B4-BE49-F238E27FC236}">
                  <a16:creationId xmlns:a16="http://schemas.microsoft.com/office/drawing/2014/main" id="{EB155DAE-47C1-D14B-8A96-D36900431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254" name="Group 68">
            <a:extLst>
              <a:ext uri="{FF2B5EF4-FFF2-40B4-BE49-F238E27FC236}">
                <a16:creationId xmlns:a16="http://schemas.microsoft.com/office/drawing/2014/main" id="{1A75D45F-AC9A-1841-96BB-54AD4F3B3AA3}"/>
              </a:ext>
            </a:extLst>
          </p:cNvPr>
          <p:cNvGrpSpPr>
            <a:grpSpLocks/>
          </p:cNvGrpSpPr>
          <p:nvPr/>
        </p:nvGrpSpPr>
        <p:grpSpPr bwMode="auto"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255" name="Rectangle 69">
              <a:extLst>
                <a:ext uri="{FF2B5EF4-FFF2-40B4-BE49-F238E27FC236}">
                  <a16:creationId xmlns:a16="http://schemas.microsoft.com/office/drawing/2014/main" id="{F9CA10E0-D12F-234C-A388-A4AA3D27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Line 70">
              <a:extLst>
                <a:ext uri="{FF2B5EF4-FFF2-40B4-BE49-F238E27FC236}">
                  <a16:creationId xmlns:a16="http://schemas.microsoft.com/office/drawing/2014/main" id="{F89DE28D-1CB2-694F-BB37-0E108EEA4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7" name="Line 71">
              <a:extLst>
                <a:ext uri="{FF2B5EF4-FFF2-40B4-BE49-F238E27FC236}">
                  <a16:creationId xmlns:a16="http://schemas.microsoft.com/office/drawing/2014/main" id="{E471EBCA-2760-5D46-BDF2-79AA0D584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8" name="Group 146">
            <a:extLst>
              <a:ext uri="{FF2B5EF4-FFF2-40B4-BE49-F238E27FC236}">
                <a16:creationId xmlns:a16="http://schemas.microsoft.com/office/drawing/2014/main" id="{6236AA8D-2F27-404F-95A3-EBA53FD8D9F3}"/>
              </a:ext>
            </a:extLst>
          </p:cNvPr>
          <p:cNvGrpSpPr>
            <a:grpSpLocks/>
          </p:cNvGrpSpPr>
          <p:nvPr/>
        </p:nvGrpSpPr>
        <p:grpSpPr bwMode="auto">
          <a:xfrm>
            <a:off x="4139501" y="2695932"/>
            <a:ext cx="2011363" cy="979488"/>
            <a:chOff x="4493" y="1480"/>
            <a:chExt cx="1267" cy="617"/>
          </a:xfrm>
        </p:grpSpPr>
        <p:sp>
          <p:nvSpPr>
            <p:cNvPr id="259" name="Line 143">
              <a:extLst>
                <a:ext uri="{FF2B5EF4-FFF2-40B4-BE49-F238E27FC236}">
                  <a16:creationId xmlns:a16="http://schemas.microsoft.com/office/drawing/2014/main" id="{5AC998EC-DB9D-8148-9F1F-2192C496A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Line 144">
              <a:extLst>
                <a:ext uri="{FF2B5EF4-FFF2-40B4-BE49-F238E27FC236}">
                  <a16:creationId xmlns:a16="http://schemas.microsoft.com/office/drawing/2014/main" id="{5CE2DD15-1141-5C45-87A0-DFED66E19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1" name="Text Box 145">
              <a:extLst>
                <a:ext uri="{FF2B5EF4-FFF2-40B4-BE49-F238E27FC236}">
                  <a16:creationId xmlns:a16="http://schemas.microsoft.com/office/drawing/2014/main" id="{078DCCF7-88A5-9245-8B08-6E0254E6A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9270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46 L -3.75E-6 0.13287 L 0.0405 0.16296 L 0.0849 0.16296 C 0.08451 0.11319 0.08464 0.04792 0.08438 -0.00139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5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>
              <a:latin typeface="+mn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AutoShape 2">
            <a:extLst>
              <a:ext uri="{FF2B5EF4-FFF2-40B4-BE49-F238E27FC236}">
                <a16:creationId xmlns:a16="http://schemas.microsoft.com/office/drawing/2014/main" id="{9B1750D3-DB25-3942-83ED-EDC62E26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951" y="3383377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17" name="Group 68">
            <a:extLst>
              <a:ext uri="{FF2B5EF4-FFF2-40B4-BE49-F238E27FC236}">
                <a16:creationId xmlns:a16="http://schemas.microsoft.com/office/drawing/2014/main" id="{A2F9C891-FC37-7441-9AFE-1BF07B00CE9A}"/>
              </a:ext>
            </a:extLst>
          </p:cNvPr>
          <p:cNvGrpSpPr>
            <a:grpSpLocks/>
          </p:cNvGrpSpPr>
          <p:nvPr/>
        </p:nvGrpSpPr>
        <p:grpSpPr bwMode="auto"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219" name="Rectangle 69">
              <a:extLst>
                <a:ext uri="{FF2B5EF4-FFF2-40B4-BE49-F238E27FC236}">
                  <a16:creationId xmlns:a16="http://schemas.microsoft.com/office/drawing/2014/main" id="{ABC7D2F8-BDEC-3A4D-901B-F82A6FF73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Line 70">
              <a:extLst>
                <a:ext uri="{FF2B5EF4-FFF2-40B4-BE49-F238E27FC236}">
                  <a16:creationId xmlns:a16="http://schemas.microsoft.com/office/drawing/2014/main" id="{AEEBCCC1-7FAE-2146-9E61-16642152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1" name="Line 71">
              <a:extLst>
                <a:ext uri="{FF2B5EF4-FFF2-40B4-BE49-F238E27FC236}">
                  <a16:creationId xmlns:a16="http://schemas.microsoft.com/office/drawing/2014/main" id="{D75FD9FE-4060-BA43-A7C5-75A49C035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8" name="Text Box 72">
            <a:extLst>
              <a:ext uri="{FF2B5EF4-FFF2-40B4-BE49-F238E27FC236}">
                <a16:creationId xmlns:a16="http://schemas.microsoft.com/office/drawing/2014/main" id="{5DDEAD0E-76B7-8043-B2C1-C9DF8A6B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IP src: 111.111.111.111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   IP dest: 222.222.222.222</a:t>
            </a:r>
          </a:p>
        </p:txBody>
      </p:sp>
      <p:grpSp>
        <p:nvGrpSpPr>
          <p:cNvPr id="222" name="Group 73">
            <a:extLst>
              <a:ext uri="{FF2B5EF4-FFF2-40B4-BE49-F238E27FC236}">
                <a16:creationId xmlns:a16="http://schemas.microsoft.com/office/drawing/2014/main" id="{D580AA98-14C0-524D-A89D-3790585B59D3}"/>
              </a:ext>
            </a:extLst>
          </p:cNvPr>
          <p:cNvGrpSpPr>
            <a:grpSpLocks/>
          </p:cNvGrpSpPr>
          <p:nvPr/>
        </p:nvGrpSpPr>
        <p:grpSpPr bwMode="auto">
          <a:xfrm>
            <a:off x="6639063" y="3191289"/>
            <a:ext cx="146050" cy="385763"/>
            <a:chOff x="1272" y="1762"/>
            <a:chExt cx="92" cy="243"/>
          </a:xfrm>
        </p:grpSpPr>
        <p:sp>
          <p:nvSpPr>
            <p:cNvPr id="223" name="Line 74">
              <a:extLst>
                <a:ext uri="{FF2B5EF4-FFF2-40B4-BE49-F238E27FC236}">
                  <a16:creationId xmlns:a16="http://schemas.microsoft.com/office/drawing/2014/main" id="{4C748A70-B8F0-294E-9362-22CA5C645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Line 75">
              <a:extLst>
                <a:ext uri="{FF2B5EF4-FFF2-40B4-BE49-F238E27FC236}">
                  <a16:creationId xmlns:a16="http://schemas.microsoft.com/office/drawing/2014/main" id="{9048F87D-3F66-C248-A9C5-CCD0E7322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25" name="Group 78">
            <a:extLst>
              <a:ext uri="{FF2B5EF4-FFF2-40B4-BE49-F238E27FC236}">
                <a16:creationId xmlns:a16="http://schemas.microsoft.com/office/drawing/2014/main" id="{1261332F-D264-364F-88EB-BFD606F41948}"/>
              </a:ext>
            </a:extLst>
          </p:cNvPr>
          <p:cNvGrpSpPr>
            <a:grpSpLocks/>
          </p:cNvGrpSpPr>
          <p:nvPr/>
        </p:nvGrpSpPr>
        <p:grpSpPr bwMode="auto"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226" name="Text Box 79">
              <a:extLst>
                <a:ext uri="{FF2B5EF4-FFF2-40B4-BE49-F238E27FC236}">
                  <a16:creationId xmlns:a16="http://schemas.microsoft.com/office/drawing/2014/main" id="{28E9361B-9039-124A-9DC6-D122A7A2D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1A-23-F9-CD-06-9B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MAC dest: 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49-BD-D2-C7-56-2A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7" name="Group 80">
              <a:extLst>
                <a:ext uri="{FF2B5EF4-FFF2-40B4-BE49-F238E27FC236}">
                  <a16:creationId xmlns:a16="http://schemas.microsoft.com/office/drawing/2014/main" id="{5F78FAD6-835B-074E-B7D5-09F7C0E39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C3C06B5D-372C-AA47-A9A2-8B1419255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F41D6B8B-E033-6742-9F0C-113ECBA9E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8BEAB215-C9F8-034E-91D4-A6DDCCCF7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D3243B3D-1034-1F41-B1B4-AA332FBDC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753D2944-83E6-4545-AF25-FEA73A5C2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31BF5A48-20D7-BF42-A1EF-C3E489580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8" name="Line 87">
              <a:extLst>
                <a:ext uri="{FF2B5EF4-FFF2-40B4-BE49-F238E27FC236}">
                  <a16:creationId xmlns:a16="http://schemas.microsoft.com/office/drawing/2014/main" id="{C5350C7E-16CE-C341-8351-C1500E39D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8">
              <a:extLst>
                <a:ext uri="{FF2B5EF4-FFF2-40B4-BE49-F238E27FC236}">
                  <a16:creationId xmlns:a16="http://schemas.microsoft.com/office/drawing/2014/main" id="{7383055F-34B4-384A-8524-0E5C772EB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Line 89">
              <a:extLst>
                <a:ext uri="{FF2B5EF4-FFF2-40B4-BE49-F238E27FC236}">
                  <a16:creationId xmlns:a16="http://schemas.microsoft.com/office/drawing/2014/main" id="{681D829B-43B8-1746-8FBA-1B62381E3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90">
              <a:extLst>
                <a:ext uri="{FF2B5EF4-FFF2-40B4-BE49-F238E27FC236}">
                  <a16:creationId xmlns:a16="http://schemas.microsoft.com/office/drawing/2014/main" id="{52C55227-72D6-FC49-8335-2193E937F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2" name="Rectangle 76">
            <a:extLst>
              <a:ext uri="{FF2B5EF4-FFF2-40B4-BE49-F238E27FC236}">
                <a16:creationId xmlns:a16="http://schemas.microsoft.com/office/drawing/2014/main" id="{A9A61F84-DCC9-0442-B3AD-28B3BF3DA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determines outgoing interface, passes datagram with IP source A, destination B to link layer </a:t>
            </a:r>
          </a:p>
        </p:txBody>
      </p:sp>
      <p:sp>
        <p:nvSpPr>
          <p:cNvPr id="253" name="Rectangle 77">
            <a:extLst>
              <a:ext uri="{FF2B5EF4-FFF2-40B4-BE49-F238E27FC236}">
                <a16:creationId xmlns:a16="http://schemas.microsoft.com/office/drawing/2014/main" id="{806738DB-9A7E-A345-80F1-AC4CD01DA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creates link-layer frame containing A-to-B IP datagram. Frame destination address: B's MAC address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8689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/>
      <p:bldP spid="215" grpId="1" animBg="1"/>
      <p:bldP spid="252" grpId="0"/>
      <p:bldP spid="2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>
              <a:latin typeface="+mn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7" name="Group 99">
            <a:extLst>
              <a:ext uri="{FF2B5EF4-FFF2-40B4-BE49-F238E27FC236}">
                <a16:creationId xmlns:a16="http://schemas.microsoft.com/office/drawing/2014/main" id="{149E1102-1775-9C40-A82F-CA67E8AC3B7D}"/>
              </a:ext>
            </a:extLst>
          </p:cNvPr>
          <p:cNvGrpSpPr>
            <a:grpSpLocks/>
          </p:cNvGrpSpPr>
          <p:nvPr/>
        </p:nvGrpSpPr>
        <p:grpSpPr bwMode="auto"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189" name="Group 61">
              <a:extLst>
                <a:ext uri="{FF2B5EF4-FFF2-40B4-BE49-F238E27FC236}">
                  <a16:creationId xmlns:a16="http://schemas.microsoft.com/office/drawing/2014/main" id="{80947A02-3E38-7744-9D3B-796971D86D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206" name="Group 62">
                <a:extLst>
                  <a:ext uri="{FF2B5EF4-FFF2-40B4-BE49-F238E27FC236}">
                    <a16:creationId xmlns:a16="http://schemas.microsoft.com/office/drawing/2014/main" id="{2C306763-C23D-394C-B9CB-A453BB6212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209" name="Line 64">
                  <a:extLst>
                    <a:ext uri="{FF2B5EF4-FFF2-40B4-BE49-F238E27FC236}">
                      <a16:creationId xmlns:a16="http://schemas.microsoft.com/office/drawing/2014/main" id="{F381FEB3-A7BA-3548-97B5-DF66310001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0" name="Line 65">
                  <a:extLst>
                    <a:ext uri="{FF2B5EF4-FFF2-40B4-BE49-F238E27FC236}">
                      <a16:creationId xmlns:a16="http://schemas.microsoft.com/office/drawing/2014/main" id="{48BDFC0F-8101-BE4D-913A-7A1AB9920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07" name="Text Box 66">
                <a:extLst>
                  <a:ext uri="{FF2B5EF4-FFF2-40B4-BE49-F238E27FC236}">
                    <a16:creationId xmlns:a16="http://schemas.microsoft.com/office/drawing/2014/main" id="{115C73F4-7033-6248-9366-1B2132172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IP src: 111.111.111.111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 IP dest: 222.222.222.222</a:t>
                </a:r>
              </a:p>
            </p:txBody>
          </p:sp>
        </p:grpSp>
        <p:grpSp>
          <p:nvGrpSpPr>
            <p:cNvPr id="191" name="Group 72">
              <a:extLst>
                <a:ext uri="{FF2B5EF4-FFF2-40B4-BE49-F238E27FC236}">
                  <a16:creationId xmlns:a16="http://schemas.microsoft.com/office/drawing/2014/main" id="{F55ED3F7-1CC5-5C4A-820C-1DF5F3282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92" name="Text Box 73">
                <a:extLst>
                  <a:ext uri="{FF2B5EF4-FFF2-40B4-BE49-F238E27FC236}">
                    <a16:creationId xmlns:a16="http://schemas.microsoft.com/office/drawing/2014/main" id="{5DD14730-A902-F44B-9C3C-51E4CF51F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MAC src: </a:t>
                </a: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1A-23-F9-CD-06-9B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MAC dest: </a:t>
                </a: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49-BD-D2-C7-56-2A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93" name="Group 74">
                <a:extLst>
                  <a:ext uri="{FF2B5EF4-FFF2-40B4-BE49-F238E27FC236}">
                    <a16:creationId xmlns:a16="http://schemas.microsoft.com/office/drawing/2014/main" id="{E61CC039-B56A-9D4C-AF28-707D673CA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98" name="Rectangle 75">
                  <a:extLst>
                    <a:ext uri="{FF2B5EF4-FFF2-40B4-BE49-F238E27FC236}">
                      <a16:creationId xmlns:a16="http://schemas.microsoft.com/office/drawing/2014/main" id="{9B79D222-9680-2547-8547-368ADC49A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99" name="Rectangle 76">
                  <a:extLst>
                    <a:ext uri="{FF2B5EF4-FFF2-40B4-BE49-F238E27FC236}">
                      <a16:creationId xmlns:a16="http://schemas.microsoft.com/office/drawing/2014/main" id="{E433AB76-2AFC-2C42-BD43-7C73DA563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0" name="Line 77">
                  <a:extLst>
                    <a:ext uri="{FF2B5EF4-FFF2-40B4-BE49-F238E27FC236}">
                      <a16:creationId xmlns:a16="http://schemas.microsoft.com/office/drawing/2014/main" id="{36CCAF09-1127-1542-BE8D-2FC029319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1" name="Line 78">
                  <a:extLst>
                    <a:ext uri="{FF2B5EF4-FFF2-40B4-BE49-F238E27FC236}">
                      <a16:creationId xmlns:a16="http://schemas.microsoft.com/office/drawing/2014/main" id="{630B8E56-957F-7845-BDC3-FB921DFE6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2" name="Line 79">
                  <a:extLst>
                    <a:ext uri="{FF2B5EF4-FFF2-40B4-BE49-F238E27FC236}">
                      <a16:creationId xmlns:a16="http://schemas.microsoft.com/office/drawing/2014/main" id="{DE10D221-5D35-F64B-A0FC-014829FAD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3" name="Line 80">
                  <a:extLst>
                    <a:ext uri="{FF2B5EF4-FFF2-40B4-BE49-F238E27FC236}">
                      <a16:creationId xmlns:a16="http://schemas.microsoft.com/office/drawing/2014/main" id="{8636BFF3-AEB5-1447-A7AA-E7BFA2359F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94" name="Line 81">
                <a:extLst>
                  <a:ext uri="{FF2B5EF4-FFF2-40B4-BE49-F238E27FC236}">
                    <a16:creationId xmlns:a16="http://schemas.microsoft.com/office/drawing/2014/main" id="{CE7452E4-0FD6-D244-9E83-39D133879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Line 82">
                <a:extLst>
                  <a:ext uri="{FF2B5EF4-FFF2-40B4-BE49-F238E27FC236}">
                    <a16:creationId xmlns:a16="http://schemas.microsoft.com/office/drawing/2014/main" id="{9A9ABF67-FDC9-3640-90D1-F635D4F11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Line 83">
                <a:extLst>
                  <a:ext uri="{FF2B5EF4-FFF2-40B4-BE49-F238E27FC236}">
                    <a16:creationId xmlns:a16="http://schemas.microsoft.com/office/drawing/2014/main" id="{11A36B1B-5EF9-BE4E-B102-BDF2F8D1D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Line 84">
                <a:extLst>
                  <a:ext uri="{FF2B5EF4-FFF2-40B4-BE49-F238E27FC236}">
                    <a16:creationId xmlns:a16="http://schemas.microsoft.com/office/drawing/2014/main" id="{DBFE7F51-9B86-5F41-A7BB-3339CA991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transmits link-layer frame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76">
            <a:extLst>
              <a:ext uri="{FF2B5EF4-FFF2-40B4-BE49-F238E27FC236}">
                <a16:creationId xmlns:a16="http://schemas.microsoft.com/office/drawing/2014/main" id="{74BA2DA1-F394-464B-8C5F-E81836E1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determines outgoing interface, passes datagram with IP source A, destination B to link layer </a:t>
            </a:r>
          </a:p>
        </p:txBody>
      </p:sp>
      <p:sp>
        <p:nvSpPr>
          <p:cNvPr id="256" name="Rectangle 77">
            <a:extLst>
              <a:ext uri="{FF2B5EF4-FFF2-40B4-BE49-F238E27FC236}">
                <a16:creationId xmlns:a16="http://schemas.microsoft.com/office/drawing/2014/main" id="{690603EC-6A8E-7B49-94C4-6F92D9F28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creates link-layer frame containing A-to-B IP datagram. Frame destination address: B's MAC address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681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0.00023 L 1.04167E-6 0.19838 L 0.13489 0.11782 C 0.13489 0.06597 0.13607 0.01042 0.13607 -0.0414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>
              <a:latin typeface="+mn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2" name="Rectangle 76">
            <a:extLst>
              <a:ext uri="{FF2B5EF4-FFF2-40B4-BE49-F238E27FC236}">
                <a16:creationId xmlns:a16="http://schemas.microsoft.com/office/drawing/2014/main" id="{5FBC6133-DD27-3241-A408-966313D3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receives frame, extracts IP datagram destination B </a:t>
            </a:r>
          </a:p>
        </p:txBody>
      </p: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passes datagram up protocol stack to IP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5808B4-288B-1A47-80DE-79C749B11A60}"/>
              </a:ext>
            </a:extLst>
          </p:cNvPr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97" name="Group 61">
              <a:extLst>
                <a:ext uri="{FF2B5EF4-FFF2-40B4-BE49-F238E27FC236}">
                  <a16:creationId xmlns:a16="http://schemas.microsoft.com/office/drawing/2014/main" id="{590253FA-B20A-BC47-9991-7C88D4928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139" name="Group 62">
                <a:extLst>
                  <a:ext uri="{FF2B5EF4-FFF2-40B4-BE49-F238E27FC236}">
                    <a16:creationId xmlns:a16="http://schemas.microsoft.com/office/drawing/2014/main" id="{16EF4841-6756-4D46-9546-277539335C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148" name="Line 64">
                  <a:extLst>
                    <a:ext uri="{FF2B5EF4-FFF2-40B4-BE49-F238E27FC236}">
                      <a16:creationId xmlns:a16="http://schemas.microsoft.com/office/drawing/2014/main" id="{7371DDB5-904C-874E-8170-C30D59BE5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3" name="Line 65">
                  <a:extLst>
                    <a:ext uri="{FF2B5EF4-FFF2-40B4-BE49-F238E27FC236}">
                      <a16:creationId xmlns:a16="http://schemas.microsoft.com/office/drawing/2014/main" id="{6FF50978-C793-0044-BB29-ED02AA8DB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41" name="Text Box 66">
                <a:extLst>
                  <a:ext uri="{FF2B5EF4-FFF2-40B4-BE49-F238E27FC236}">
                    <a16:creationId xmlns:a16="http://schemas.microsoft.com/office/drawing/2014/main" id="{CF1AC934-0101-A144-8086-FDAE559CA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IP src: 111.111.111.111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 IP dest: 222.222.222.222</a:t>
                </a:r>
              </a:p>
            </p:txBody>
          </p:sp>
        </p:grpSp>
        <p:sp>
          <p:nvSpPr>
            <p:cNvPr id="134" name="Rectangle 76">
              <a:extLst>
                <a:ext uri="{FF2B5EF4-FFF2-40B4-BE49-F238E27FC236}">
                  <a16:creationId xmlns:a16="http://schemas.microsoft.com/office/drawing/2014/main" id="{5CAD8B39-F5FB-0F41-BB58-2958DF33F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77">
              <a:extLst>
                <a:ext uri="{FF2B5EF4-FFF2-40B4-BE49-F238E27FC236}">
                  <a16:creationId xmlns:a16="http://schemas.microsoft.com/office/drawing/2014/main" id="{D811A9F1-AA7D-C549-A785-729344EC6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8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Line 78">
              <a:extLst>
                <a:ext uri="{FF2B5EF4-FFF2-40B4-BE49-F238E27FC236}">
                  <a16:creationId xmlns:a16="http://schemas.microsoft.com/office/drawing/2014/main" id="{2F881AFC-357E-514E-AD8A-1BD2337E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2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Line 83">
              <a:extLst>
                <a:ext uri="{FF2B5EF4-FFF2-40B4-BE49-F238E27FC236}">
                  <a16:creationId xmlns:a16="http://schemas.microsoft.com/office/drawing/2014/main" id="{965AF9CB-B38A-5341-85A1-FE1D132A8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0948" y="3182110"/>
              <a:ext cx="3175" cy="746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Line 84">
              <a:extLst>
                <a:ext uri="{FF2B5EF4-FFF2-40B4-BE49-F238E27FC236}">
                  <a16:creationId xmlns:a16="http://schemas.microsoft.com/office/drawing/2014/main" id="{246C53EB-6FD6-D440-9F52-35BA7E016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998" y="3359910"/>
              <a:ext cx="3175" cy="568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666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0052 -0.0407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03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IP addresses: how to get one?</a:t>
            </a:r>
            <a:endParaRPr lang="en-US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11096157" cy="267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BA2288-FC78-F84B-AA24-40801EC93568}"/>
              </a:ext>
            </a:extLst>
          </p:cNvPr>
          <p:cNvSpPr/>
          <p:nvPr/>
        </p:nvSpPr>
        <p:spPr>
          <a:xfrm>
            <a:off x="1052606" y="1407293"/>
            <a:ext cx="10533088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How does </a:t>
            </a:r>
            <a:r>
              <a:rPr kumimoji="0" lang="en-US" altLang="en-US" sz="32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hard-coded by sysadmin in config file (e.g.,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etc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rc.config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in UNIX)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DHCP: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ynamic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ost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onfiguration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rotocol: dynamically get address from a server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“plug-and-play”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sz="240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consists of a server running over UDP, responsible for assigning client IP address</a:t>
            </a:r>
            <a:endParaRPr kumimoji="0" lang="en-US" altLang="ja-JP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09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/>
              <a:t>DHCP client-server scenario</a:t>
            </a:r>
          </a:p>
        </p:txBody>
      </p:sp>
      <p:sp>
        <p:nvSpPr>
          <p:cNvPr id="6" name="Freeform 140">
            <a:extLst>
              <a:ext uri="{FF2B5EF4-FFF2-40B4-BE49-F238E27FC236}">
                <a16:creationId xmlns:a16="http://schemas.microsoft.com/office/drawing/2014/main" id="{31DAAA25-5A53-F648-BB18-AC788729F193}"/>
              </a:ext>
            </a:extLst>
          </p:cNvPr>
          <p:cNvSpPr>
            <a:spLocks/>
          </p:cNvSpPr>
          <p:nvPr/>
        </p:nvSpPr>
        <p:spPr bwMode="auto">
          <a:xfrm rot="16200000">
            <a:off x="3939641" y="4185782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Freeform 140">
            <a:extLst>
              <a:ext uri="{FF2B5EF4-FFF2-40B4-BE49-F238E27FC236}">
                <a16:creationId xmlns:a16="http://schemas.microsoft.com/office/drawing/2014/main" id="{69E13419-1E45-0F46-879F-C381AD412BFC}"/>
              </a:ext>
            </a:extLst>
          </p:cNvPr>
          <p:cNvSpPr>
            <a:spLocks/>
          </p:cNvSpPr>
          <p:nvPr/>
        </p:nvSpPr>
        <p:spPr bwMode="auto">
          <a:xfrm rot="10800000">
            <a:off x="4937385" y="2859425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Freeform 140">
            <a:extLst>
              <a:ext uri="{FF2B5EF4-FFF2-40B4-BE49-F238E27FC236}">
                <a16:creationId xmlns:a16="http://schemas.microsoft.com/office/drawing/2014/main" id="{3EAEF544-5AF2-EB4B-803E-855EBA054CB2}"/>
              </a:ext>
            </a:extLst>
          </p:cNvPr>
          <p:cNvSpPr>
            <a:spLocks/>
          </p:cNvSpPr>
          <p:nvPr/>
        </p:nvSpPr>
        <p:spPr bwMode="auto">
          <a:xfrm>
            <a:off x="2902210" y="2441913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Text Box 26">
            <a:extLst>
              <a:ext uri="{FF2B5EF4-FFF2-40B4-BE49-F238E27FC236}">
                <a16:creationId xmlns:a16="http://schemas.microsoft.com/office/drawing/2014/main" id="{D36DACCB-29DB-4E4F-ABF1-53C696E50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673" y="22720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" name="Group 27">
            <a:extLst>
              <a:ext uri="{FF2B5EF4-FFF2-40B4-BE49-F238E27FC236}">
                <a16:creationId xmlns:a16="http://schemas.microsoft.com/office/drawing/2014/main" id="{5D1A4459-0744-6248-B463-A419CA5BCEDA}"/>
              </a:ext>
            </a:extLst>
          </p:cNvPr>
          <p:cNvGrpSpPr>
            <a:grpSpLocks/>
          </p:cNvGrpSpPr>
          <p:nvPr/>
        </p:nvGrpSpPr>
        <p:grpSpPr bwMode="auto">
          <a:xfrm>
            <a:off x="1460763" y="3097551"/>
            <a:ext cx="1011238" cy="393700"/>
            <a:chOff x="3194" y="523"/>
            <a:chExt cx="637" cy="248"/>
          </a:xfrm>
        </p:grpSpPr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7BCFF031-6D67-D540-B6AC-030546382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535E211A-A4D0-EB48-8374-6DF2345B9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523"/>
              <a:ext cx="58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" name="Text Box 30">
            <a:extLst>
              <a:ext uri="{FF2B5EF4-FFF2-40B4-BE49-F238E27FC236}">
                <a16:creationId xmlns:a16="http://schemas.microsoft.com/office/drawing/2014/main" id="{C69E9848-9E5D-8D4C-97D2-4B27341DD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8" y="42278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id="{DF8FBE0F-CE5D-3F4C-8724-A2B65CD63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055" y="3445031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id="{E1BAC4A0-E14C-B347-93DA-120559030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34" y="3416409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id="{39006EDA-7902-FA40-B143-CA834181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206" y="4449327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Text Box 44">
            <a:extLst>
              <a:ext uri="{FF2B5EF4-FFF2-40B4-BE49-F238E27FC236}">
                <a16:creationId xmlns:a16="http://schemas.microsoft.com/office/drawing/2014/main" id="{BE89C22D-CB46-8549-82D3-9E9741AFC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504" y="240792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Line 45">
            <a:extLst>
              <a:ext uri="{FF2B5EF4-FFF2-40B4-BE49-F238E27FC236}">
                <a16:creationId xmlns:a16="http://schemas.microsoft.com/office/drawing/2014/main" id="{3C0F2103-31E3-1E4B-8C1F-C448C2CA4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3185" y="3874288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53">
            <a:extLst>
              <a:ext uri="{FF2B5EF4-FFF2-40B4-BE49-F238E27FC236}">
                <a16:creationId xmlns:a16="http://schemas.microsoft.com/office/drawing/2014/main" id="{DC27773B-AE4D-7B44-82B4-8EF0DEDE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677" y="5374255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Text Box 56">
            <a:extLst>
              <a:ext uri="{FF2B5EF4-FFF2-40B4-BE49-F238E27FC236}">
                <a16:creationId xmlns:a16="http://schemas.microsoft.com/office/drawing/2014/main" id="{21E62D77-73B8-9647-9335-F67045482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694" y="535964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" name="Group 57">
            <a:extLst>
              <a:ext uri="{FF2B5EF4-FFF2-40B4-BE49-F238E27FC236}">
                <a16:creationId xmlns:a16="http://schemas.microsoft.com/office/drawing/2014/main" id="{E4FF3E6C-0BB8-1442-B3E6-762239BB9684}"/>
              </a:ext>
            </a:extLst>
          </p:cNvPr>
          <p:cNvGrpSpPr>
            <a:grpSpLocks/>
          </p:cNvGrpSpPr>
          <p:nvPr/>
        </p:nvGrpSpPr>
        <p:grpSpPr bwMode="auto">
          <a:xfrm>
            <a:off x="3878520" y="4135775"/>
            <a:ext cx="1028699" cy="307975"/>
            <a:chOff x="4550" y="1257"/>
            <a:chExt cx="648" cy="194"/>
          </a:xfrm>
        </p:grpSpPr>
        <p:sp>
          <p:nvSpPr>
            <p:cNvPr id="22" name="Rectangle 58">
              <a:extLst>
                <a:ext uri="{FF2B5EF4-FFF2-40B4-BE49-F238E27FC236}">
                  <a16:creationId xmlns:a16="http://schemas.microsoft.com/office/drawing/2014/main" id="{AFEEB12C-DC96-6E46-B1D6-71F1FEEF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Text Box 59">
              <a:extLst>
                <a:ext uri="{FF2B5EF4-FFF2-40B4-BE49-F238E27FC236}">
                  <a16:creationId xmlns:a16="http://schemas.microsoft.com/office/drawing/2014/main" id="{7B5F402D-07D3-1A44-B12D-5A96C1DBF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64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" name="Group 73">
            <a:extLst>
              <a:ext uri="{FF2B5EF4-FFF2-40B4-BE49-F238E27FC236}">
                <a16:creationId xmlns:a16="http://schemas.microsoft.com/office/drawing/2014/main" id="{935720AA-DFA8-6C4D-A9DF-F1AEC40955CA}"/>
              </a:ext>
            </a:extLst>
          </p:cNvPr>
          <p:cNvGrpSpPr>
            <a:grpSpLocks/>
          </p:cNvGrpSpPr>
          <p:nvPr/>
        </p:nvGrpSpPr>
        <p:grpSpPr bwMode="auto">
          <a:xfrm>
            <a:off x="2110048" y="2518113"/>
            <a:ext cx="641350" cy="558800"/>
            <a:chOff x="-44" y="1473"/>
            <a:chExt cx="981" cy="1105"/>
          </a:xfrm>
        </p:grpSpPr>
        <p:pic>
          <p:nvPicPr>
            <p:cNvPr id="25" name="Picture 74" descr="desktop_computer_stylized_medium">
              <a:extLst>
                <a:ext uri="{FF2B5EF4-FFF2-40B4-BE49-F238E27FC236}">
                  <a16:creationId xmlns:a16="http://schemas.microsoft.com/office/drawing/2014/main" id="{35E83BBA-8877-014F-A226-CC9A3A908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EEB02E84-9186-3B42-AAC9-859A194F99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" name="Group 80">
            <a:extLst>
              <a:ext uri="{FF2B5EF4-FFF2-40B4-BE49-F238E27FC236}">
                <a16:creationId xmlns:a16="http://schemas.microsoft.com/office/drawing/2014/main" id="{61E37396-6C3D-BF43-B8E2-EC2B8A5E6147}"/>
              </a:ext>
            </a:extLst>
          </p:cNvPr>
          <p:cNvGrpSpPr>
            <a:grpSpLocks/>
          </p:cNvGrpSpPr>
          <p:nvPr/>
        </p:nvGrpSpPr>
        <p:grpSpPr bwMode="auto">
          <a:xfrm>
            <a:off x="2105285" y="3116600"/>
            <a:ext cx="641350" cy="558800"/>
            <a:chOff x="-44" y="1473"/>
            <a:chExt cx="981" cy="1105"/>
          </a:xfrm>
        </p:grpSpPr>
        <p:pic>
          <p:nvPicPr>
            <p:cNvPr id="28" name="Picture 81" descr="desktop_computer_stylized_medium">
              <a:extLst>
                <a:ext uri="{FF2B5EF4-FFF2-40B4-BE49-F238E27FC236}">
                  <a16:creationId xmlns:a16="http://schemas.microsoft.com/office/drawing/2014/main" id="{94B1919C-737D-9843-A32B-4611678EE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82">
              <a:extLst>
                <a:ext uri="{FF2B5EF4-FFF2-40B4-BE49-F238E27FC236}">
                  <a16:creationId xmlns:a16="http://schemas.microsoft.com/office/drawing/2014/main" id="{831A54DA-BC03-904F-9EC5-5B377957BD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" name="Group 83">
            <a:extLst>
              <a:ext uri="{FF2B5EF4-FFF2-40B4-BE49-F238E27FC236}">
                <a16:creationId xmlns:a16="http://schemas.microsoft.com/office/drawing/2014/main" id="{E0C94097-9317-BE45-A584-4C61CB5C706E}"/>
              </a:ext>
            </a:extLst>
          </p:cNvPr>
          <p:cNvGrpSpPr>
            <a:grpSpLocks/>
          </p:cNvGrpSpPr>
          <p:nvPr/>
        </p:nvGrpSpPr>
        <p:grpSpPr bwMode="auto">
          <a:xfrm>
            <a:off x="2133860" y="3726200"/>
            <a:ext cx="641350" cy="558800"/>
            <a:chOff x="-44" y="1473"/>
            <a:chExt cx="981" cy="1105"/>
          </a:xfrm>
        </p:grpSpPr>
        <p:pic>
          <p:nvPicPr>
            <p:cNvPr id="31" name="Picture 84" descr="desktop_computer_stylized_medium">
              <a:extLst>
                <a:ext uri="{FF2B5EF4-FFF2-40B4-BE49-F238E27FC236}">
                  <a16:creationId xmlns:a16="http://schemas.microsoft.com/office/drawing/2014/main" id="{95635DB0-2F79-F74E-8399-E2F3FC747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85">
              <a:extLst>
                <a:ext uri="{FF2B5EF4-FFF2-40B4-BE49-F238E27FC236}">
                  <a16:creationId xmlns:a16="http://schemas.microsoft.com/office/drawing/2014/main" id="{0D36091B-285B-5148-ABB5-689E65169CB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87">
            <a:extLst>
              <a:ext uri="{FF2B5EF4-FFF2-40B4-BE49-F238E27FC236}">
                <a16:creationId xmlns:a16="http://schemas.microsoft.com/office/drawing/2014/main" id="{B04BEE98-0C49-EF4A-A93C-CEEDF2563E9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93048" y="2675275"/>
            <a:ext cx="641350" cy="558800"/>
            <a:chOff x="-44" y="1473"/>
            <a:chExt cx="981" cy="1105"/>
          </a:xfrm>
        </p:grpSpPr>
        <p:pic>
          <p:nvPicPr>
            <p:cNvPr id="34" name="Picture 88" descr="desktop_computer_stylized_medium">
              <a:extLst>
                <a:ext uri="{FF2B5EF4-FFF2-40B4-BE49-F238E27FC236}">
                  <a16:creationId xmlns:a16="http://schemas.microsoft.com/office/drawing/2014/main" id="{E696DA5C-EBB6-DD4E-B7A6-B2101BC8DD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id="{DCA1EB25-A45A-7F41-8718-77AAFFAC28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" name="Group 90">
            <a:extLst>
              <a:ext uri="{FF2B5EF4-FFF2-40B4-BE49-F238E27FC236}">
                <a16:creationId xmlns:a16="http://schemas.microsoft.com/office/drawing/2014/main" id="{0654A4CA-EB3A-F04B-B0EC-F3BAB4EC999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07335" y="3954800"/>
            <a:ext cx="641350" cy="558800"/>
            <a:chOff x="-44" y="1473"/>
            <a:chExt cx="981" cy="1105"/>
          </a:xfrm>
        </p:grpSpPr>
        <p:pic>
          <p:nvPicPr>
            <p:cNvPr id="37" name="Picture 91" descr="desktop_computer_stylized_medium">
              <a:extLst>
                <a:ext uri="{FF2B5EF4-FFF2-40B4-BE49-F238E27FC236}">
                  <a16:creationId xmlns:a16="http://schemas.microsoft.com/office/drawing/2014/main" id="{1FE2F863-2385-884E-80D8-6DBCCB97C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92">
              <a:extLst>
                <a:ext uri="{FF2B5EF4-FFF2-40B4-BE49-F238E27FC236}">
                  <a16:creationId xmlns:a16="http://schemas.microsoft.com/office/drawing/2014/main" id="{45C0E3E0-B4B3-D440-989F-58666FD89A8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" name="Group 93">
            <a:extLst>
              <a:ext uri="{FF2B5EF4-FFF2-40B4-BE49-F238E27FC236}">
                <a16:creationId xmlns:a16="http://schemas.microsoft.com/office/drawing/2014/main" id="{BDAC79F7-89A0-314F-9731-BEF20F5C4E7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193019" y="4884750"/>
            <a:ext cx="641350" cy="558800"/>
            <a:chOff x="-44" y="1473"/>
            <a:chExt cx="981" cy="1105"/>
          </a:xfrm>
        </p:grpSpPr>
        <p:pic>
          <p:nvPicPr>
            <p:cNvPr id="40" name="Picture 94" descr="desktop_computer_stylized_medium">
              <a:extLst>
                <a:ext uri="{FF2B5EF4-FFF2-40B4-BE49-F238E27FC236}">
                  <a16:creationId xmlns:a16="http://schemas.microsoft.com/office/drawing/2014/main" id="{ED726F1D-6554-FA43-BFFB-A644B1257B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95">
              <a:extLst>
                <a:ext uri="{FF2B5EF4-FFF2-40B4-BE49-F238E27FC236}">
                  <a16:creationId xmlns:a16="http://schemas.microsoft.com/office/drawing/2014/main" id="{72833A31-BB7C-C546-B481-EF3FD82946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" name="Group 96">
            <a:extLst>
              <a:ext uri="{FF2B5EF4-FFF2-40B4-BE49-F238E27FC236}">
                <a16:creationId xmlns:a16="http://schemas.microsoft.com/office/drawing/2014/main" id="{DC7645FE-448B-A341-B973-11CC7F6950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683849" y="5545761"/>
            <a:ext cx="641350" cy="558800"/>
            <a:chOff x="-44" y="1473"/>
            <a:chExt cx="981" cy="1105"/>
          </a:xfrm>
        </p:grpSpPr>
        <p:pic>
          <p:nvPicPr>
            <p:cNvPr id="43" name="Picture 97" descr="desktop_computer_stylized_medium">
              <a:extLst>
                <a:ext uri="{FF2B5EF4-FFF2-40B4-BE49-F238E27FC236}">
                  <a16:creationId xmlns:a16="http://schemas.microsoft.com/office/drawing/2014/main" id="{6F5B829D-406E-7D40-A729-595FDA08C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98">
              <a:extLst>
                <a:ext uri="{FF2B5EF4-FFF2-40B4-BE49-F238E27FC236}">
                  <a16:creationId xmlns:a16="http://schemas.microsoft.com/office/drawing/2014/main" id="{DBFC272D-F29F-7045-8DB1-3AADCA25B99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0B14AF-BE14-BA42-B837-EF27889EE38D}"/>
              </a:ext>
            </a:extLst>
          </p:cNvPr>
          <p:cNvCxnSpPr/>
          <p:nvPr/>
        </p:nvCxnSpPr>
        <p:spPr>
          <a:xfrm>
            <a:off x="2690676" y="2925190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0E58F0A-DE3C-5547-8D0D-A1907B822F60}"/>
              </a:ext>
            </a:extLst>
          </p:cNvPr>
          <p:cNvCxnSpPr/>
          <p:nvPr/>
        </p:nvCxnSpPr>
        <p:spPr>
          <a:xfrm>
            <a:off x="2692109" y="352407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C980BD-EF83-9F4E-B244-C6C6F3D90313}"/>
              </a:ext>
            </a:extLst>
          </p:cNvPr>
          <p:cNvCxnSpPr/>
          <p:nvPr/>
        </p:nvCxnSpPr>
        <p:spPr>
          <a:xfrm>
            <a:off x="2699264" y="4137247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6681D6-2EB2-B04A-8D8B-A6A1CB731912}"/>
              </a:ext>
            </a:extLst>
          </p:cNvPr>
          <p:cNvCxnSpPr>
            <a:cxnSpLocks/>
          </p:cNvCxnSpPr>
          <p:nvPr/>
        </p:nvCxnSpPr>
        <p:spPr>
          <a:xfrm>
            <a:off x="5623185" y="3081673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E859720-97E8-5B48-99CA-305481B5731F}"/>
              </a:ext>
            </a:extLst>
          </p:cNvPr>
          <p:cNvCxnSpPr>
            <a:cxnSpLocks/>
          </p:cNvCxnSpPr>
          <p:nvPr/>
        </p:nvCxnSpPr>
        <p:spPr>
          <a:xfrm>
            <a:off x="5624546" y="436078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5B0BC6-6E2C-8948-899C-C852708C6A20}"/>
              </a:ext>
            </a:extLst>
          </p:cNvPr>
          <p:cNvCxnSpPr/>
          <p:nvPr/>
        </p:nvCxnSpPr>
        <p:spPr>
          <a:xfrm>
            <a:off x="3883139" y="5341789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C1CBF63-9CC3-0E4B-9CBB-7AE038D0DD0C}"/>
              </a:ext>
            </a:extLst>
          </p:cNvPr>
          <p:cNvCxnSpPr>
            <a:cxnSpLocks/>
          </p:cNvCxnSpPr>
          <p:nvPr/>
        </p:nvCxnSpPr>
        <p:spPr>
          <a:xfrm>
            <a:off x="4911047" y="5304616"/>
            <a:ext cx="3801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6BCE1BA-2CCC-5641-AE63-0BC42C1DD252}"/>
              </a:ext>
            </a:extLst>
          </p:cNvPr>
          <p:cNvCxnSpPr>
            <a:cxnSpLocks/>
          </p:cNvCxnSpPr>
          <p:nvPr/>
        </p:nvCxnSpPr>
        <p:spPr>
          <a:xfrm>
            <a:off x="3357797" y="3717874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0B61164-CB17-DE4D-B24C-361019C04182}"/>
              </a:ext>
            </a:extLst>
          </p:cNvPr>
          <p:cNvCxnSpPr>
            <a:cxnSpLocks/>
          </p:cNvCxnSpPr>
          <p:nvPr/>
        </p:nvCxnSpPr>
        <p:spPr>
          <a:xfrm>
            <a:off x="4540907" y="3723826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918EF7F-B4FA-FA43-9A8F-43852A652D77}"/>
              </a:ext>
            </a:extLst>
          </p:cNvPr>
          <p:cNvGrpSpPr/>
          <p:nvPr/>
        </p:nvGrpSpPr>
        <p:grpSpPr>
          <a:xfrm>
            <a:off x="4046926" y="3577753"/>
            <a:ext cx="632991" cy="300938"/>
            <a:chOff x="7493876" y="2774731"/>
            <a:chExt cx="1481958" cy="894622"/>
          </a:xfrm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27EFDF7-79C3-D749-83A5-52EBF8D8C9D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726ED5-7E21-F742-9225-0765716E39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385899F-863F-C248-A7F6-A0044E4CC6E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116806E-754B-3442-BBDE-7771700E934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091B82BB-768A-DC4E-A911-FFB5B8C8412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4DECB39-792F-8B4A-866B-2654CAC3A8E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324B35FF-A729-F647-AEC0-72562E4EDD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09F7B2E-D5B8-BB4E-8759-AB827AE6F160}"/>
              </a:ext>
            </a:extLst>
          </p:cNvPr>
          <p:cNvGrpSpPr/>
          <p:nvPr/>
        </p:nvGrpSpPr>
        <p:grpSpPr>
          <a:xfrm>
            <a:off x="4199467" y="1861963"/>
            <a:ext cx="1778000" cy="1399961"/>
            <a:chOff x="4199467" y="1861963"/>
            <a:chExt cx="1778000" cy="1399961"/>
          </a:xfrm>
        </p:grpSpPr>
        <p:sp>
          <p:nvSpPr>
            <p:cNvPr id="82" name="Text Box 168">
              <a:extLst>
                <a:ext uri="{FF2B5EF4-FFF2-40B4-BE49-F238E27FC236}">
                  <a16:creationId xmlns:a16="http://schemas.microsoft.com/office/drawing/2014/main" id="{749D76C1-253F-7E4C-99D3-C389D0FFF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9467" y="1861963"/>
              <a:ext cx="1778000" cy="409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server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F111B8-3FCA-FC4C-BF5D-F65380BA1918}"/>
                </a:ext>
              </a:extLst>
            </p:cNvPr>
            <p:cNvGrpSpPr/>
            <p:nvPr/>
          </p:nvGrpSpPr>
          <p:grpSpPr>
            <a:xfrm>
              <a:off x="4496295" y="2275617"/>
              <a:ext cx="1061308" cy="986307"/>
              <a:chOff x="4496295" y="2275617"/>
              <a:chExt cx="1061308" cy="986307"/>
            </a:xfrm>
          </p:grpSpPr>
          <p:grpSp>
            <p:nvGrpSpPr>
              <p:cNvPr id="83" name="Group 195">
                <a:extLst>
                  <a:ext uri="{FF2B5EF4-FFF2-40B4-BE49-F238E27FC236}">
                    <a16:creationId xmlns:a16="http://schemas.microsoft.com/office/drawing/2014/main" id="{92C401A3-F193-CA42-B665-D7D45D1E28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925" y="2275617"/>
                <a:ext cx="365672" cy="681037"/>
                <a:chOff x="4140" y="429"/>
                <a:chExt cx="1425" cy="2396"/>
              </a:xfrm>
            </p:grpSpPr>
            <p:sp>
              <p:nvSpPr>
                <p:cNvPr id="84" name="Freeform 196">
                  <a:extLst>
                    <a:ext uri="{FF2B5EF4-FFF2-40B4-BE49-F238E27FC236}">
                      <a16:creationId xmlns:a16="http://schemas.microsoft.com/office/drawing/2014/main" id="{F996EE8E-AAFF-DC43-A262-7E2D6797D5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197">
                  <a:extLst>
                    <a:ext uri="{FF2B5EF4-FFF2-40B4-BE49-F238E27FC236}">
                      <a16:creationId xmlns:a16="http://schemas.microsoft.com/office/drawing/2014/main" id="{D97D7B28-0756-2245-817F-8856E27075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" name="Freeform 198">
                  <a:extLst>
                    <a:ext uri="{FF2B5EF4-FFF2-40B4-BE49-F238E27FC236}">
                      <a16:creationId xmlns:a16="http://schemas.microsoft.com/office/drawing/2014/main" id="{4C04780A-1D8C-3848-920B-640B79B0C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 199">
                  <a:extLst>
                    <a:ext uri="{FF2B5EF4-FFF2-40B4-BE49-F238E27FC236}">
                      <a16:creationId xmlns:a16="http://schemas.microsoft.com/office/drawing/2014/main" id="{D5EF4AD6-5273-B04C-A408-1EE9352D5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200">
                  <a:extLst>
                    <a:ext uri="{FF2B5EF4-FFF2-40B4-BE49-F238E27FC236}">
                      <a16:creationId xmlns:a16="http://schemas.microsoft.com/office/drawing/2014/main" id="{8EF7317E-B5CF-944B-B3A0-73BD27602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3" y="691"/>
                  <a:ext cx="597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9" name="Group 201">
                  <a:extLst>
                    <a:ext uri="{FF2B5EF4-FFF2-40B4-BE49-F238E27FC236}">
                      <a16:creationId xmlns:a16="http://schemas.microsoft.com/office/drawing/2014/main" id="{BB7E36FC-FE93-9145-8F58-AC065CA43A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14" name="AutoShape 202">
                    <a:extLst>
                      <a:ext uri="{FF2B5EF4-FFF2-40B4-BE49-F238E27FC236}">
                        <a16:creationId xmlns:a16="http://schemas.microsoft.com/office/drawing/2014/main" id="{C6A2DDA6-6A3E-CA42-A8E9-9548184E43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9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5" name="AutoShape 203">
                    <a:extLst>
                      <a:ext uri="{FF2B5EF4-FFF2-40B4-BE49-F238E27FC236}">
                        <a16:creationId xmlns:a16="http://schemas.microsoft.com/office/drawing/2014/main" id="{9D9CC773-4E5B-4A41-9674-9AC4E8DE3A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85"/>
                    <a:ext cx="689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0" name="Rectangle 204">
                  <a:extLst>
                    <a:ext uri="{FF2B5EF4-FFF2-40B4-BE49-F238E27FC236}">
                      <a16:creationId xmlns:a16="http://schemas.microsoft.com/office/drawing/2014/main" id="{3F22A4C9-56F2-DE48-B8D9-3895E3ACE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21"/>
                  <a:ext cx="597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1" name="Group 205">
                  <a:extLst>
                    <a:ext uri="{FF2B5EF4-FFF2-40B4-BE49-F238E27FC236}">
                      <a16:creationId xmlns:a16="http://schemas.microsoft.com/office/drawing/2014/main" id="{75863D69-5E86-6246-B7FE-8384C4BFE6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12" name="AutoShape 206">
                    <a:extLst>
                      <a:ext uri="{FF2B5EF4-FFF2-40B4-BE49-F238E27FC236}">
                        <a16:creationId xmlns:a16="http://schemas.microsoft.com/office/drawing/2014/main" id="{B2956786-E03A-6D41-9641-A3AEE3CEF5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3" name="AutoShape 207">
                    <a:extLst>
                      <a:ext uri="{FF2B5EF4-FFF2-40B4-BE49-F238E27FC236}">
                        <a16:creationId xmlns:a16="http://schemas.microsoft.com/office/drawing/2014/main" id="{6FFFFB0F-D98B-FF4D-B155-AACF1383E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4"/>
                    <a:ext cx="689" cy="10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2" name="Rectangle 208">
                  <a:extLst>
                    <a:ext uri="{FF2B5EF4-FFF2-40B4-BE49-F238E27FC236}">
                      <a16:creationId xmlns:a16="http://schemas.microsoft.com/office/drawing/2014/main" id="{E903EB04-2402-184D-AF52-7C1CCD526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9" y="1356"/>
                  <a:ext cx="591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3" name="Rectangle 209">
                  <a:extLst>
                    <a:ext uri="{FF2B5EF4-FFF2-40B4-BE49-F238E27FC236}">
                      <a16:creationId xmlns:a16="http://schemas.microsoft.com/office/drawing/2014/main" id="{2500B436-7576-9D45-9FE0-290A8354C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8"/>
                  <a:ext cx="591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4" name="Group 210">
                  <a:extLst>
                    <a:ext uri="{FF2B5EF4-FFF2-40B4-BE49-F238E27FC236}">
                      <a16:creationId xmlns:a16="http://schemas.microsoft.com/office/drawing/2014/main" id="{507BA385-393B-9D43-A31A-2DDD6019EF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10" name="AutoShape 211">
                    <a:extLst>
                      <a:ext uri="{FF2B5EF4-FFF2-40B4-BE49-F238E27FC236}">
                        <a16:creationId xmlns:a16="http://schemas.microsoft.com/office/drawing/2014/main" id="{256D59F0-4973-1244-ADBD-A73C0137CF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76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1" name="AutoShape 212">
                    <a:extLst>
                      <a:ext uri="{FF2B5EF4-FFF2-40B4-BE49-F238E27FC236}">
                        <a16:creationId xmlns:a16="http://schemas.microsoft.com/office/drawing/2014/main" id="{F29A5B2E-8C02-2546-B3B1-7E91A82DEA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88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5" name="Freeform 213">
                  <a:extLst>
                    <a:ext uri="{FF2B5EF4-FFF2-40B4-BE49-F238E27FC236}">
                      <a16:creationId xmlns:a16="http://schemas.microsoft.com/office/drawing/2014/main" id="{EC84988B-E040-C045-830F-089AF6FE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96" name="Group 214">
                  <a:extLst>
                    <a:ext uri="{FF2B5EF4-FFF2-40B4-BE49-F238E27FC236}">
                      <a16:creationId xmlns:a16="http://schemas.microsoft.com/office/drawing/2014/main" id="{7A047F44-5A09-E24B-9DF0-F6CE20B24B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8" name="AutoShape 215">
                    <a:extLst>
                      <a:ext uri="{FF2B5EF4-FFF2-40B4-BE49-F238E27FC236}">
                        <a16:creationId xmlns:a16="http://schemas.microsoft.com/office/drawing/2014/main" id="{17DAD139-F7D2-D74C-AE2D-D6BFC617D7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9"/>
                    <a:ext cx="730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9" name="AutoShape 216">
                    <a:extLst>
                      <a:ext uri="{FF2B5EF4-FFF2-40B4-BE49-F238E27FC236}">
                        <a16:creationId xmlns:a16="http://schemas.microsoft.com/office/drawing/2014/main" id="{999E63AB-7139-F74C-BCF7-6549DA2A99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6"/>
                    <a:ext cx="695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7" name="Rectangle 217">
                  <a:extLst>
                    <a:ext uri="{FF2B5EF4-FFF2-40B4-BE49-F238E27FC236}">
                      <a16:creationId xmlns:a16="http://schemas.microsoft.com/office/drawing/2014/main" id="{92484BC0-E78C-4A41-A8A7-76E737A41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0" y="429"/>
                  <a:ext cx="68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" name="Freeform 218">
                  <a:extLst>
                    <a:ext uri="{FF2B5EF4-FFF2-40B4-BE49-F238E27FC236}">
                      <a16:creationId xmlns:a16="http://schemas.microsoft.com/office/drawing/2014/main" id="{EFB0F20F-1957-B542-90DC-B26A746D79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219">
                  <a:extLst>
                    <a:ext uri="{FF2B5EF4-FFF2-40B4-BE49-F238E27FC236}">
                      <a16:creationId xmlns:a16="http://schemas.microsoft.com/office/drawing/2014/main" id="{307311BD-196C-6041-ACFC-FDD880DA5B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220">
                  <a:extLst>
                    <a:ext uri="{FF2B5EF4-FFF2-40B4-BE49-F238E27FC236}">
                      <a16:creationId xmlns:a16="http://schemas.microsoft.com/office/drawing/2014/main" id="{89A7E0BB-C394-EE49-9A0A-C99B057294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4" y="2613"/>
                  <a:ext cx="51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1" name="Freeform 221">
                  <a:extLst>
                    <a:ext uri="{FF2B5EF4-FFF2-40B4-BE49-F238E27FC236}">
                      <a16:creationId xmlns:a16="http://schemas.microsoft.com/office/drawing/2014/main" id="{98AFBD94-761C-9F44-92F1-52E2961E5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AutoShape 222">
                  <a:extLst>
                    <a:ext uri="{FF2B5EF4-FFF2-40B4-BE49-F238E27FC236}">
                      <a16:creationId xmlns:a16="http://schemas.microsoft.com/office/drawing/2014/main" id="{E14DC574-9CD1-DE4F-B70E-0A4A3A939D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200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" name="AutoShape 223">
                  <a:extLst>
                    <a:ext uri="{FF2B5EF4-FFF2-40B4-BE49-F238E27FC236}">
                      <a16:creationId xmlns:a16="http://schemas.microsoft.com/office/drawing/2014/main" id="{20532455-FB0B-0540-8065-55BA877388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2713"/>
                  <a:ext cx="1070" cy="7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4" name="Oval 224">
                  <a:extLst>
                    <a:ext uri="{FF2B5EF4-FFF2-40B4-BE49-F238E27FC236}">
                      <a16:creationId xmlns:a16="http://schemas.microsoft.com/office/drawing/2014/main" id="{5C39E517-1478-774A-83FE-92EE98C41B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5" name="Oval 225">
                  <a:extLst>
                    <a:ext uri="{FF2B5EF4-FFF2-40B4-BE49-F238E27FC236}">
                      <a16:creationId xmlns:a16="http://schemas.microsoft.com/office/drawing/2014/main" id="{18CDBC59-1599-3E4F-B0C2-F7221503E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4" y="2384"/>
                  <a:ext cx="163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Oval 226">
                  <a:extLst>
                    <a:ext uri="{FF2B5EF4-FFF2-40B4-BE49-F238E27FC236}">
                      <a16:creationId xmlns:a16="http://schemas.microsoft.com/office/drawing/2014/main" id="{7BBEDBA4-536F-D24E-8D45-C258629A4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7" name="Rectangle 227">
                  <a:extLst>
                    <a:ext uri="{FF2B5EF4-FFF2-40B4-BE49-F238E27FC236}">
                      <a16:creationId xmlns:a16="http://schemas.microsoft.com/office/drawing/2014/main" id="{510D808B-F86B-E24A-9C3B-9D966384A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4" y="1836"/>
                  <a:ext cx="84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E34833AD-3FDA-3947-8DF2-AE907CC8F6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13585" y="2937914"/>
                <a:ext cx="54401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 Box 44">
                <a:extLst>
                  <a:ext uri="{FF2B5EF4-FFF2-40B4-BE49-F238E27FC236}">
                    <a16:creationId xmlns:a16="http://schemas.microsoft.com/office/drawing/2014/main" id="{BF841610-9748-1F4A-BBAE-236890875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6295" y="2923370"/>
                <a:ext cx="104067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223.1.2.5</a:t>
                </a:r>
                <a:endPara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144" name="Picture 777" descr="access_point_stylized_small">
            <a:extLst>
              <a:ext uri="{FF2B5EF4-FFF2-40B4-BE49-F238E27FC236}">
                <a16:creationId xmlns:a16="http://schemas.microsoft.com/office/drawing/2014/main" id="{D6280BFC-D50B-FF42-B442-CFFACB19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205" y="3404249"/>
            <a:ext cx="587412" cy="48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8DE279B-D384-6A49-853D-D5D2C0C604CC}"/>
              </a:ext>
            </a:extLst>
          </p:cNvPr>
          <p:cNvGrpSpPr/>
          <p:nvPr/>
        </p:nvGrpSpPr>
        <p:grpSpPr>
          <a:xfrm>
            <a:off x="6417296" y="3245381"/>
            <a:ext cx="4688026" cy="1596861"/>
            <a:chOff x="6417296" y="3245381"/>
            <a:chExt cx="4688026" cy="159686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DBB58AB4-0278-FC48-8D1F-C8A99E4BC8BA}"/>
                </a:ext>
              </a:extLst>
            </p:cNvPr>
            <p:cNvGrpSpPr/>
            <p:nvPr/>
          </p:nvGrpSpPr>
          <p:grpSpPr>
            <a:xfrm>
              <a:off x="7290172" y="3245381"/>
              <a:ext cx="1015378" cy="911243"/>
              <a:chOff x="7432700" y="2327293"/>
              <a:chExt cx="534987" cy="407988"/>
            </a:xfrm>
          </p:grpSpPr>
          <p:pic>
            <p:nvPicPr>
              <p:cNvPr id="119" name="Picture 1017" descr="antenna_stylized">
                <a:extLst>
                  <a:ext uri="{FF2B5EF4-FFF2-40B4-BE49-F238E27FC236}">
                    <a16:creationId xmlns:a16="http://schemas.microsoft.com/office/drawing/2014/main" id="{96AE46AF-D187-024B-9813-6861E1B1C4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0" name="Picture 1018" descr="laptop_keyboard">
                <a:extLst>
                  <a:ext uri="{FF2B5EF4-FFF2-40B4-BE49-F238E27FC236}">
                    <a16:creationId xmlns:a16="http://schemas.microsoft.com/office/drawing/2014/main" id="{DEE713BC-3AB0-1146-9875-F720BC451C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1019">
                <a:extLst>
                  <a:ext uri="{FF2B5EF4-FFF2-40B4-BE49-F238E27FC236}">
                    <a16:creationId xmlns:a16="http://schemas.microsoft.com/office/drawing/2014/main" id="{ADD08C09-9D4E-3140-8493-5E37E7D21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22" name="Picture 1020" descr="screen">
                <a:extLst>
                  <a:ext uri="{FF2B5EF4-FFF2-40B4-BE49-F238E27FC236}">
                    <a16:creationId xmlns:a16="http://schemas.microsoft.com/office/drawing/2014/main" id="{23643802-834B-1744-BF24-48583F758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1021">
                <a:extLst>
                  <a:ext uri="{FF2B5EF4-FFF2-40B4-BE49-F238E27FC236}">
                    <a16:creationId xmlns:a16="http://schemas.microsoft.com/office/drawing/2014/main" id="{46751D15-9F44-BB45-A218-50CBA7C64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022">
                <a:extLst>
                  <a:ext uri="{FF2B5EF4-FFF2-40B4-BE49-F238E27FC236}">
                    <a16:creationId xmlns:a16="http://schemas.microsoft.com/office/drawing/2014/main" id="{81BEFF9C-A85E-3243-8942-C441D8BD1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Freeform 1023">
                <a:extLst>
                  <a:ext uri="{FF2B5EF4-FFF2-40B4-BE49-F238E27FC236}">
                    <a16:creationId xmlns:a16="http://schemas.microsoft.com/office/drawing/2014/main" id="{95B931A5-208B-3245-8B0B-4322107EA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024">
                <a:extLst>
                  <a:ext uri="{FF2B5EF4-FFF2-40B4-BE49-F238E27FC236}">
                    <a16:creationId xmlns:a16="http://schemas.microsoft.com/office/drawing/2014/main" id="{8A37FA06-635C-7248-A24E-828A10A30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025">
                <a:extLst>
                  <a:ext uri="{FF2B5EF4-FFF2-40B4-BE49-F238E27FC236}">
                    <a16:creationId xmlns:a16="http://schemas.microsoft.com/office/drawing/2014/main" id="{98BDA320-1180-CD48-A7F5-44608C76C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026">
                <a:extLst>
                  <a:ext uri="{FF2B5EF4-FFF2-40B4-BE49-F238E27FC236}">
                    <a16:creationId xmlns:a16="http://schemas.microsoft.com/office/drawing/2014/main" id="{FB1CA5BD-7158-A04F-9508-790E5CCB8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9" name="Group 1027">
                <a:extLst>
                  <a:ext uri="{FF2B5EF4-FFF2-40B4-BE49-F238E27FC236}">
                    <a16:creationId xmlns:a16="http://schemas.microsoft.com/office/drawing/2014/main" id="{908D6274-67A1-C345-8CBA-D3B16E2149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36" name="Freeform 1028">
                  <a:extLst>
                    <a:ext uri="{FF2B5EF4-FFF2-40B4-BE49-F238E27FC236}">
                      <a16:creationId xmlns:a16="http://schemas.microsoft.com/office/drawing/2014/main" id="{E9365248-FD41-3849-AA52-340146C7B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1029">
                  <a:extLst>
                    <a:ext uri="{FF2B5EF4-FFF2-40B4-BE49-F238E27FC236}">
                      <a16:creationId xmlns:a16="http://schemas.microsoft.com/office/drawing/2014/main" id="{78250CDF-115E-EB40-8085-7A36B5B40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030">
                  <a:extLst>
                    <a:ext uri="{FF2B5EF4-FFF2-40B4-BE49-F238E27FC236}">
                      <a16:creationId xmlns:a16="http://schemas.microsoft.com/office/drawing/2014/main" id="{988C5293-1575-4548-ABDA-D579495C97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1031">
                  <a:extLst>
                    <a:ext uri="{FF2B5EF4-FFF2-40B4-BE49-F238E27FC236}">
                      <a16:creationId xmlns:a16="http://schemas.microsoft.com/office/drawing/2014/main" id="{9AE60629-4F3A-0D40-93D3-C403AB27E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1032">
                  <a:extLst>
                    <a:ext uri="{FF2B5EF4-FFF2-40B4-BE49-F238E27FC236}">
                      <a16:creationId xmlns:a16="http://schemas.microsoft.com/office/drawing/2014/main" id="{DC69D46B-F982-FA4F-988B-C914EB1CF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033">
                  <a:extLst>
                    <a:ext uri="{FF2B5EF4-FFF2-40B4-BE49-F238E27FC236}">
                      <a16:creationId xmlns:a16="http://schemas.microsoft.com/office/drawing/2014/main" id="{CAD1A2DA-1C1E-8E47-B9D1-9F88DE7FF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0" name="Freeform 1034">
                <a:extLst>
                  <a:ext uri="{FF2B5EF4-FFF2-40B4-BE49-F238E27FC236}">
                    <a16:creationId xmlns:a16="http://schemas.microsoft.com/office/drawing/2014/main" id="{111933AC-AC01-4849-940B-5F4884120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 1035">
                <a:extLst>
                  <a:ext uri="{FF2B5EF4-FFF2-40B4-BE49-F238E27FC236}">
                    <a16:creationId xmlns:a16="http://schemas.microsoft.com/office/drawing/2014/main" id="{1907A8A7-5839-9D45-8891-4ACAF3640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36">
                <a:extLst>
                  <a:ext uri="{FF2B5EF4-FFF2-40B4-BE49-F238E27FC236}">
                    <a16:creationId xmlns:a16="http://schemas.microsoft.com/office/drawing/2014/main" id="{347DB38E-AC53-D346-90F3-7B633E54A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37">
                <a:extLst>
                  <a:ext uri="{FF2B5EF4-FFF2-40B4-BE49-F238E27FC236}">
                    <a16:creationId xmlns:a16="http://schemas.microsoft.com/office/drawing/2014/main" id="{482826B7-9642-934F-A41F-EC45A8EDB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38">
                <a:extLst>
                  <a:ext uri="{FF2B5EF4-FFF2-40B4-BE49-F238E27FC236}">
                    <a16:creationId xmlns:a16="http://schemas.microsoft.com/office/drawing/2014/main" id="{C70BEE19-F00C-3646-A7CE-9487D7BD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39">
                <a:extLst>
                  <a:ext uri="{FF2B5EF4-FFF2-40B4-BE49-F238E27FC236}">
                    <a16:creationId xmlns:a16="http://schemas.microsoft.com/office/drawing/2014/main" id="{F081DB6F-6F88-2A45-945A-31D4FCEA0B5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7" name="Text Box 170">
              <a:extLst>
                <a:ext uri="{FF2B5EF4-FFF2-40B4-BE49-F238E27FC236}">
                  <a16:creationId xmlns:a16="http://schemas.microsoft.com/office/drawing/2014/main" id="{F105D957-81EB-E14C-BDDB-F12880715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9203" y="4119287"/>
              <a:ext cx="3616119" cy="722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arriving </a:t>
              </a: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client</a:t>
              </a: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needs 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address in this network</a:t>
              </a:r>
            </a:p>
          </p:txBody>
        </p:sp>
        <p:sp>
          <p:nvSpPr>
            <p:cNvPr id="148" name="AutoShape 232">
              <a:extLst>
                <a:ext uri="{FF2B5EF4-FFF2-40B4-BE49-F238E27FC236}">
                  <a16:creationId xmlns:a16="http://schemas.microsoft.com/office/drawing/2014/main" id="{379B57A5-C9FD-C14F-BE82-93189A5CF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7296" y="3433832"/>
              <a:ext cx="976312" cy="374650"/>
            </a:xfrm>
            <a:prstGeom prst="leftArrow">
              <a:avLst>
                <a:gd name="adj1" fmla="val 50000"/>
                <a:gd name="adj2" fmla="val 65148"/>
              </a:avLst>
            </a:prstGeom>
            <a:gradFill rotWithShape="1">
              <a:gsLst>
                <a:gs pos="0">
                  <a:srgbClr val="CC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8F849E6C-1D79-8C49-A7AC-4249EA5279D4}"/>
              </a:ext>
            </a:extLst>
          </p:cNvPr>
          <p:cNvSpPr txBox="1"/>
          <p:nvPr/>
        </p:nvSpPr>
        <p:spPr>
          <a:xfrm>
            <a:off x="7145867" y="1456267"/>
            <a:ext cx="4690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Typically, DHCP server will be  co-located in router, serving all subnets to which router is attached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2F6FD0-71A3-BCBB-3B8B-6CED726EF0C3}"/>
                  </a:ext>
                </a:extLst>
              </p14:cNvPr>
              <p14:cNvContentPartPr/>
              <p14:nvPr/>
            </p14:nvContentPartPr>
            <p14:xfrm>
              <a:off x="2943360" y="2963160"/>
              <a:ext cx="2564640" cy="2022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2F6FD0-71A3-BCBB-3B8B-6CED726EF0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4000" y="2953800"/>
                <a:ext cx="2583360" cy="20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9C4045D-AD6E-1DA8-5AD5-3BC7FF53E8A5}"/>
                  </a:ext>
                </a:extLst>
              </p14:cNvPr>
              <p14:cNvContentPartPr/>
              <p14:nvPr/>
            </p14:nvContentPartPr>
            <p14:xfrm>
              <a:off x="3533018" y="2686801"/>
              <a:ext cx="964440" cy="9565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9C4045D-AD6E-1DA8-5AD5-3BC7FF53E8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17538" y="2671327"/>
                <a:ext cx="995040" cy="9871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74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/>
              <a:t>DHCP client-server scenario</a:t>
            </a:r>
          </a:p>
        </p:txBody>
      </p:sp>
      <p:sp>
        <p:nvSpPr>
          <p:cNvPr id="142" name="Text Box 7">
            <a:extLst>
              <a:ext uri="{FF2B5EF4-FFF2-40B4-BE49-F238E27FC236}">
                <a16:creationId xmlns:a16="http://schemas.microsoft.com/office/drawing/2014/main" id="{1D19189E-02B8-0541-BE55-44833EE8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36" y="1300439"/>
            <a:ext cx="23421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server: 223.1.2.5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DF7EEB-9720-284A-92D7-2D1E47C29AAD}"/>
              </a:ext>
            </a:extLst>
          </p:cNvPr>
          <p:cNvSpPr/>
          <p:nvPr/>
        </p:nvSpPr>
        <p:spPr>
          <a:xfrm>
            <a:off x="8680174" y="1466575"/>
            <a:ext cx="2066580" cy="329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client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Line 10">
            <a:extLst>
              <a:ext uri="{FF2B5EF4-FFF2-40B4-BE49-F238E27FC236}">
                <a16:creationId xmlns:a16="http://schemas.microsoft.com/office/drawing/2014/main" id="{67EC9EDF-79D3-EB4F-9099-CA78BCA4C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552" y="2256526"/>
            <a:ext cx="11113" cy="402748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1" name="Line 11">
            <a:extLst>
              <a:ext uri="{FF2B5EF4-FFF2-40B4-BE49-F238E27FC236}">
                <a16:creationId xmlns:a16="http://schemas.microsoft.com/office/drawing/2014/main" id="{6034E136-EDC6-8643-B115-9FC7BB4F9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98515" y="2332726"/>
            <a:ext cx="11112" cy="414020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38426D92-459D-A14B-B97A-8F5E44CEFDDE}"/>
              </a:ext>
            </a:extLst>
          </p:cNvPr>
          <p:cNvGrpSpPr>
            <a:grpSpLocks/>
          </p:cNvGrpSpPr>
          <p:nvPr/>
        </p:nvGrpSpPr>
        <p:grpSpPr bwMode="auto">
          <a:xfrm>
            <a:off x="4617002" y="1435788"/>
            <a:ext cx="4395788" cy="1401763"/>
            <a:chOff x="1860550" y="1343025"/>
            <a:chExt cx="4395788" cy="1401763"/>
          </a:xfrm>
        </p:grpSpPr>
        <p:sp>
          <p:nvSpPr>
            <p:cNvPr id="473" name="Line 9">
              <a:extLst>
                <a:ext uri="{FF2B5EF4-FFF2-40B4-BE49-F238E27FC236}">
                  <a16:creationId xmlns:a16="http://schemas.microsoft.com/office/drawing/2014/main" id="{9AB82C2F-07EF-864E-A283-49BB59741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0550" y="2208213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4" name="Group 23">
              <a:extLst>
                <a:ext uri="{FF2B5EF4-FFF2-40B4-BE49-F238E27FC236}">
                  <a16:creationId xmlns:a16="http://schemas.microsoft.com/office/drawing/2014/main" id="{D0C9D13C-9859-B043-ADC4-125DFAF1B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475" name="Text Box 24">
                <a:extLst>
                  <a:ext uri="{FF2B5EF4-FFF2-40B4-BE49-F238E27FC236}">
                    <a16:creationId xmlns:a16="http://schemas.microsoft.com/office/drawing/2014/main" id="{A1CB1351-B081-1A4A-B8E2-96D920A489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 discover</a:t>
                </a:r>
                <a:endPara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6" name="Text Box 25">
                <a:extLst>
                  <a:ext uri="{FF2B5EF4-FFF2-40B4-BE49-F238E27FC236}">
                    <a16:creationId xmlns:a16="http://schemas.microsoft.com/office/drawing/2014/main" id="{D75D19C8-9AF4-5D4E-B0BC-7079C2738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 : 0.0.0.0, 68    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dest.: 255.255.255.255,67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yiaddr:    0.0.0.0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transaction ID: 654</a:t>
                </a: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77" name="Line 26">
            <a:extLst>
              <a:ext uri="{FF2B5EF4-FFF2-40B4-BE49-F238E27FC236}">
                <a16:creationId xmlns:a16="http://schemas.microsoft.com/office/drawing/2014/main" id="{EB5D2AEF-1102-C74A-AD3D-1E9590F3F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865" y="3286813"/>
            <a:ext cx="4395787" cy="538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EA0A4D15-81C4-D44B-B9EE-CDD499A517AD}"/>
              </a:ext>
            </a:extLst>
          </p:cNvPr>
          <p:cNvGrpSpPr>
            <a:grpSpLocks/>
          </p:cNvGrpSpPr>
          <p:nvPr/>
        </p:nvGrpSpPr>
        <p:grpSpPr bwMode="auto">
          <a:xfrm>
            <a:off x="6318802" y="2672451"/>
            <a:ext cx="2520950" cy="1217612"/>
            <a:chOff x="3562350" y="2579688"/>
            <a:chExt cx="2520950" cy="1217612"/>
          </a:xfrm>
        </p:grpSpPr>
        <p:sp>
          <p:nvSpPr>
            <p:cNvPr id="479" name="Text Box 27">
              <a:extLst>
                <a:ext uri="{FF2B5EF4-FFF2-40B4-BE49-F238E27FC236}">
                  <a16:creationId xmlns:a16="http://schemas.microsoft.com/office/drawing/2014/main" id="{6E299010-BB21-704E-A840-28D9C8C7A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offer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0" name="Text Box 28">
              <a:extLst>
                <a:ext uri="{FF2B5EF4-FFF2-40B4-BE49-F238E27FC236}">
                  <a16:creationId xmlns:a16="http://schemas.microsoft.com/office/drawing/2014/main" id="{9EEF2D13-4B17-764F-BAB8-4EA518AE2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1" name="Line 29">
            <a:extLst>
              <a:ext uri="{FF2B5EF4-FFF2-40B4-BE49-F238E27FC236}">
                <a16:creationId xmlns:a16="http://schemas.microsoft.com/office/drawing/2014/main" id="{5EA35BF7-C937-0542-A060-15EB6930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1915" y="4515538"/>
            <a:ext cx="4395787" cy="536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198087C9-C76C-F249-A1FC-333C608112E9}"/>
              </a:ext>
            </a:extLst>
          </p:cNvPr>
          <p:cNvGrpSpPr>
            <a:grpSpLocks/>
          </p:cNvGrpSpPr>
          <p:nvPr/>
        </p:nvGrpSpPr>
        <p:grpSpPr bwMode="auto">
          <a:xfrm>
            <a:off x="4723365" y="3858313"/>
            <a:ext cx="2887662" cy="1260475"/>
            <a:chOff x="1966913" y="3765550"/>
            <a:chExt cx="2887662" cy="1260475"/>
          </a:xfrm>
        </p:grpSpPr>
        <p:sp>
          <p:nvSpPr>
            <p:cNvPr id="483" name="Text Box 30">
              <a:extLst>
                <a:ext uri="{FF2B5EF4-FFF2-40B4-BE49-F238E27FC236}">
                  <a16:creationId xmlns:a16="http://schemas.microsoft.com/office/drawing/2014/main" id="{F5A6EAB0-078C-FF40-8770-174AB434F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request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4" name="Text Box 31">
              <a:extLst>
                <a:ext uri="{FF2B5EF4-FFF2-40B4-BE49-F238E27FC236}">
                  <a16:creationId xmlns:a16="http://schemas.microsoft.com/office/drawing/2014/main" id="{E7B19BFD-A847-E948-9664-EB16430F2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 0.0.0.0, 68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dest::  255.255.255.255, 67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5" name="Line 32">
            <a:extLst>
              <a:ext uri="{FF2B5EF4-FFF2-40B4-BE49-F238E27FC236}">
                <a16:creationId xmlns:a16="http://schemas.microsoft.com/office/drawing/2014/main" id="{5E63DBBD-3511-514F-88D5-CFDCF69B2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640" y="5545826"/>
            <a:ext cx="4395787" cy="538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9BEFF555-8D52-0D42-B0AC-4C88682D833A}"/>
              </a:ext>
            </a:extLst>
          </p:cNvPr>
          <p:cNvGrpSpPr>
            <a:grpSpLocks/>
          </p:cNvGrpSpPr>
          <p:nvPr/>
        </p:nvGrpSpPr>
        <p:grpSpPr bwMode="auto">
          <a:xfrm>
            <a:off x="6275940" y="5261663"/>
            <a:ext cx="2509837" cy="1271588"/>
            <a:chOff x="3519488" y="5168900"/>
            <a:chExt cx="2509837" cy="1271588"/>
          </a:xfrm>
        </p:grpSpPr>
        <p:sp>
          <p:nvSpPr>
            <p:cNvPr id="487" name="Text Box 33">
              <a:extLst>
                <a:ext uri="{FF2B5EF4-FFF2-40B4-BE49-F238E27FC236}">
                  <a16:creationId xmlns:a16="http://schemas.microsoft.com/office/drawing/2014/main" id="{9734D3E6-F193-224F-93B7-9AE5FEEBD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ACK</a:t>
              </a: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8" name="Text Box 34">
              <a:extLst>
                <a:ext uri="{FF2B5EF4-FFF2-40B4-BE49-F238E27FC236}">
                  <a16:creationId xmlns:a16="http://schemas.microsoft.com/office/drawing/2014/main" id="{8CCF2AD5-42BC-EB4D-9843-598045B20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9" name="Group 36">
            <a:extLst>
              <a:ext uri="{FF2B5EF4-FFF2-40B4-BE49-F238E27FC236}">
                <a16:creationId xmlns:a16="http://schemas.microsoft.com/office/drawing/2014/main" id="{DDA304FE-683B-C540-9662-F3C9E42D7C24}"/>
              </a:ext>
            </a:extLst>
          </p:cNvPr>
          <p:cNvGrpSpPr>
            <a:grpSpLocks/>
          </p:cNvGrpSpPr>
          <p:nvPr/>
        </p:nvGrpSpPr>
        <p:grpSpPr bwMode="auto">
          <a:xfrm>
            <a:off x="9050890" y="1873938"/>
            <a:ext cx="784225" cy="549275"/>
            <a:chOff x="4420" y="878"/>
            <a:chExt cx="614" cy="458"/>
          </a:xfrm>
        </p:grpSpPr>
        <p:pic>
          <p:nvPicPr>
            <p:cNvPr id="490" name="Picture 37" descr="laptop_keyboard">
              <a:extLst>
                <a:ext uri="{FF2B5EF4-FFF2-40B4-BE49-F238E27FC236}">
                  <a16:creationId xmlns:a16="http://schemas.microsoft.com/office/drawing/2014/main" id="{9B9197C9-1554-DF4A-A3A5-13303B7A37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" name="Freeform 38">
              <a:extLst>
                <a:ext uri="{FF2B5EF4-FFF2-40B4-BE49-F238E27FC236}">
                  <a16:creationId xmlns:a16="http://schemas.microsoft.com/office/drawing/2014/main" id="{3CEEFAEC-E6D4-754E-B460-11780E17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492" name="Picture 39" descr="screen">
              <a:extLst>
                <a:ext uri="{FF2B5EF4-FFF2-40B4-BE49-F238E27FC236}">
                  <a16:creationId xmlns:a16="http://schemas.microsoft.com/office/drawing/2014/main" id="{535A5633-7E08-844E-B952-D12BDD50CF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40">
              <a:extLst>
                <a:ext uri="{FF2B5EF4-FFF2-40B4-BE49-F238E27FC236}">
                  <a16:creationId xmlns:a16="http://schemas.microsoft.com/office/drawing/2014/main" id="{FAF29451-50FC-AF4F-9D77-8E406E4C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4" name="Freeform 41">
              <a:extLst>
                <a:ext uri="{FF2B5EF4-FFF2-40B4-BE49-F238E27FC236}">
                  <a16:creationId xmlns:a16="http://schemas.microsoft.com/office/drawing/2014/main" id="{AB5F558D-D72B-C94B-ABCB-75DB393B6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5" name="Freeform 42">
              <a:extLst>
                <a:ext uri="{FF2B5EF4-FFF2-40B4-BE49-F238E27FC236}">
                  <a16:creationId xmlns:a16="http://schemas.microsoft.com/office/drawing/2014/main" id="{6FCBBD59-B228-E14A-A145-E6631FAB6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6" name="Freeform 43">
              <a:extLst>
                <a:ext uri="{FF2B5EF4-FFF2-40B4-BE49-F238E27FC236}">
                  <a16:creationId xmlns:a16="http://schemas.microsoft.com/office/drawing/2014/main" id="{C7413249-3C4D-154E-A91C-29F81E278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7" name="Freeform 44">
              <a:extLst>
                <a:ext uri="{FF2B5EF4-FFF2-40B4-BE49-F238E27FC236}">
                  <a16:creationId xmlns:a16="http://schemas.microsoft.com/office/drawing/2014/main" id="{13419BE1-2303-7A4D-B314-211FAB86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8" name="Freeform 45">
              <a:extLst>
                <a:ext uri="{FF2B5EF4-FFF2-40B4-BE49-F238E27FC236}">
                  <a16:creationId xmlns:a16="http://schemas.microsoft.com/office/drawing/2014/main" id="{7CBB616E-4E19-0141-9E55-B7C3EDEBD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99" name="Group 46">
              <a:extLst>
                <a:ext uri="{FF2B5EF4-FFF2-40B4-BE49-F238E27FC236}">
                  <a16:creationId xmlns:a16="http://schemas.microsoft.com/office/drawing/2014/main" id="{2C426AC1-7762-654A-BEF9-55BAAE207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506" name="Freeform 47">
                <a:extLst>
                  <a:ext uri="{FF2B5EF4-FFF2-40B4-BE49-F238E27FC236}">
                    <a16:creationId xmlns:a16="http://schemas.microsoft.com/office/drawing/2014/main" id="{20C47DDD-FE02-E749-9AA1-2FBD0C30F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7" name="Freeform 48">
                <a:extLst>
                  <a:ext uri="{FF2B5EF4-FFF2-40B4-BE49-F238E27FC236}">
                    <a16:creationId xmlns:a16="http://schemas.microsoft.com/office/drawing/2014/main" id="{6ED821EF-8430-2542-A2D6-26688DA2C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8" name="Freeform 49">
                <a:extLst>
                  <a:ext uri="{FF2B5EF4-FFF2-40B4-BE49-F238E27FC236}">
                    <a16:creationId xmlns:a16="http://schemas.microsoft.com/office/drawing/2014/main" id="{6ECF3443-3FB6-2146-93F2-C195C2370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9" name="Freeform 50">
                <a:extLst>
                  <a:ext uri="{FF2B5EF4-FFF2-40B4-BE49-F238E27FC236}">
                    <a16:creationId xmlns:a16="http://schemas.microsoft.com/office/drawing/2014/main" id="{58F8D30A-9147-E143-BE46-0707CDDBC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0" name="Freeform 51">
                <a:extLst>
                  <a:ext uri="{FF2B5EF4-FFF2-40B4-BE49-F238E27FC236}">
                    <a16:creationId xmlns:a16="http://schemas.microsoft.com/office/drawing/2014/main" id="{1D9E76F7-16AA-704D-87DF-B1E7083AE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1" name="Freeform 52">
                <a:extLst>
                  <a:ext uri="{FF2B5EF4-FFF2-40B4-BE49-F238E27FC236}">
                    <a16:creationId xmlns:a16="http://schemas.microsoft.com/office/drawing/2014/main" id="{D102CB70-46E8-D443-B0E8-7B55407F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0" name="Freeform 53">
              <a:extLst>
                <a:ext uri="{FF2B5EF4-FFF2-40B4-BE49-F238E27FC236}">
                  <a16:creationId xmlns:a16="http://schemas.microsoft.com/office/drawing/2014/main" id="{5DB511BB-BE8A-A24A-8968-E376658D5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1" name="Freeform 54">
              <a:extLst>
                <a:ext uri="{FF2B5EF4-FFF2-40B4-BE49-F238E27FC236}">
                  <a16:creationId xmlns:a16="http://schemas.microsoft.com/office/drawing/2014/main" id="{51218ECC-E5D2-3C49-AE6D-728D6BD2A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2" name="Freeform 55">
              <a:extLst>
                <a:ext uri="{FF2B5EF4-FFF2-40B4-BE49-F238E27FC236}">
                  <a16:creationId xmlns:a16="http://schemas.microsoft.com/office/drawing/2014/main" id="{6017F7AC-8B44-594B-8564-8A9458DE9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3" name="Freeform 56">
              <a:extLst>
                <a:ext uri="{FF2B5EF4-FFF2-40B4-BE49-F238E27FC236}">
                  <a16:creationId xmlns:a16="http://schemas.microsoft.com/office/drawing/2014/main" id="{0C2AD974-91D3-2641-8717-BAB1FFCF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4" name="Freeform 57">
              <a:extLst>
                <a:ext uri="{FF2B5EF4-FFF2-40B4-BE49-F238E27FC236}">
                  <a16:creationId xmlns:a16="http://schemas.microsoft.com/office/drawing/2014/main" id="{8E605DFB-3D6A-8644-889D-8D78EB63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5" name="Freeform 58">
              <a:extLst>
                <a:ext uri="{FF2B5EF4-FFF2-40B4-BE49-F238E27FC236}">
                  <a16:creationId xmlns:a16="http://schemas.microsoft.com/office/drawing/2014/main" id="{C9454A62-EFD4-4842-BDB4-9167447FB36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12" name="Group 60">
            <a:extLst>
              <a:ext uri="{FF2B5EF4-FFF2-40B4-BE49-F238E27FC236}">
                <a16:creationId xmlns:a16="http://schemas.microsoft.com/office/drawing/2014/main" id="{C89092F2-40EB-CA4B-9914-EDB9F432EC25}"/>
              </a:ext>
            </a:extLst>
          </p:cNvPr>
          <p:cNvGrpSpPr>
            <a:grpSpLocks/>
          </p:cNvGrpSpPr>
          <p:nvPr/>
        </p:nvGrpSpPr>
        <p:grpSpPr bwMode="auto">
          <a:xfrm>
            <a:off x="4474127" y="1683438"/>
            <a:ext cx="334963" cy="536575"/>
            <a:chOff x="4140" y="429"/>
            <a:chExt cx="1425" cy="2396"/>
          </a:xfrm>
        </p:grpSpPr>
        <p:sp>
          <p:nvSpPr>
            <p:cNvPr id="513" name="Freeform 61">
              <a:extLst>
                <a:ext uri="{FF2B5EF4-FFF2-40B4-BE49-F238E27FC236}">
                  <a16:creationId xmlns:a16="http://schemas.microsoft.com/office/drawing/2014/main" id="{C4D1F856-D0C5-8245-BF39-74DA98AA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4" name="Rectangle 62">
              <a:extLst>
                <a:ext uri="{FF2B5EF4-FFF2-40B4-BE49-F238E27FC236}">
                  <a16:creationId xmlns:a16="http://schemas.microsoft.com/office/drawing/2014/main" id="{02ECE6C5-F170-D441-BB55-1550F6B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5" name="Freeform 63">
              <a:extLst>
                <a:ext uri="{FF2B5EF4-FFF2-40B4-BE49-F238E27FC236}">
                  <a16:creationId xmlns:a16="http://schemas.microsoft.com/office/drawing/2014/main" id="{23AEE7C3-93B0-ED4E-B5E3-77842845E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6" name="Freeform 64">
              <a:extLst>
                <a:ext uri="{FF2B5EF4-FFF2-40B4-BE49-F238E27FC236}">
                  <a16:creationId xmlns:a16="http://schemas.microsoft.com/office/drawing/2014/main" id="{1C7552E8-DC2F-7B42-88EE-967788F78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7" name="Rectangle 65">
              <a:extLst>
                <a:ext uri="{FF2B5EF4-FFF2-40B4-BE49-F238E27FC236}">
                  <a16:creationId xmlns:a16="http://schemas.microsoft.com/office/drawing/2014/main" id="{0A732733-BF5B-EA4C-93C3-997A36978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1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18" name="Group 66">
              <a:extLst>
                <a:ext uri="{FF2B5EF4-FFF2-40B4-BE49-F238E27FC236}">
                  <a16:creationId xmlns:a16="http://schemas.microsoft.com/office/drawing/2014/main" id="{1DDB70F3-88C9-0D45-A073-0C618A9025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3" name="AutoShape 67">
                <a:extLst>
                  <a:ext uri="{FF2B5EF4-FFF2-40B4-BE49-F238E27FC236}">
                    <a16:creationId xmlns:a16="http://schemas.microsoft.com/office/drawing/2014/main" id="{407648D8-3846-C946-BE0E-AD189E31A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4" name="AutoShape 68">
                <a:extLst>
                  <a:ext uri="{FF2B5EF4-FFF2-40B4-BE49-F238E27FC236}">
                    <a16:creationId xmlns:a16="http://schemas.microsoft.com/office/drawing/2014/main" id="{9C1393AC-4F59-A140-B3FE-D76BBDA86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19" name="Rectangle 69">
              <a:extLst>
                <a:ext uri="{FF2B5EF4-FFF2-40B4-BE49-F238E27FC236}">
                  <a16:creationId xmlns:a16="http://schemas.microsoft.com/office/drawing/2014/main" id="{D4F421F6-5ABA-8A4E-850C-0A20E21D7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17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0" name="Group 70">
              <a:extLst>
                <a:ext uri="{FF2B5EF4-FFF2-40B4-BE49-F238E27FC236}">
                  <a16:creationId xmlns:a16="http://schemas.microsoft.com/office/drawing/2014/main" id="{122420A6-892C-6147-82A1-9FA97C9EA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1" name="AutoShape 71">
                <a:extLst>
                  <a:ext uri="{FF2B5EF4-FFF2-40B4-BE49-F238E27FC236}">
                    <a16:creationId xmlns:a16="http://schemas.microsoft.com/office/drawing/2014/main" id="{F4D4B5FC-F559-2D44-BB15-3903B0D3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2" name="AutoShape 72">
                <a:extLst>
                  <a:ext uri="{FF2B5EF4-FFF2-40B4-BE49-F238E27FC236}">
                    <a16:creationId xmlns:a16="http://schemas.microsoft.com/office/drawing/2014/main" id="{5D11095A-67FB-2C49-9FCB-604D7F1B5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1" name="Rectangle 73">
              <a:extLst>
                <a:ext uri="{FF2B5EF4-FFF2-40B4-BE49-F238E27FC236}">
                  <a16:creationId xmlns:a16="http://schemas.microsoft.com/office/drawing/2014/main" id="{6B80893E-2A7A-3E4A-A765-F5103F57A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Rectangle 74">
              <a:extLst>
                <a:ext uri="{FF2B5EF4-FFF2-40B4-BE49-F238E27FC236}">
                  <a16:creationId xmlns:a16="http://schemas.microsoft.com/office/drawing/2014/main" id="{59E70BAD-81EE-FB43-AAE9-9C23A4CC8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75">
              <a:extLst>
                <a:ext uri="{FF2B5EF4-FFF2-40B4-BE49-F238E27FC236}">
                  <a16:creationId xmlns:a16="http://schemas.microsoft.com/office/drawing/2014/main" id="{2D7101F8-65B9-B64F-9597-585896101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9" name="AutoShape 76">
                <a:extLst>
                  <a:ext uri="{FF2B5EF4-FFF2-40B4-BE49-F238E27FC236}">
                    <a16:creationId xmlns:a16="http://schemas.microsoft.com/office/drawing/2014/main" id="{72DAE8B1-00F0-8F4E-85F2-017335520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0" name="AutoShape 77">
                <a:extLst>
                  <a:ext uri="{FF2B5EF4-FFF2-40B4-BE49-F238E27FC236}">
                    <a16:creationId xmlns:a16="http://schemas.microsoft.com/office/drawing/2014/main" id="{B8972EB1-3D8C-E741-8CA7-CEE8A227B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4" name="Freeform 78">
              <a:extLst>
                <a:ext uri="{FF2B5EF4-FFF2-40B4-BE49-F238E27FC236}">
                  <a16:creationId xmlns:a16="http://schemas.microsoft.com/office/drawing/2014/main" id="{CD1D8E14-267A-6444-9063-EB1F1862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5" name="Group 79">
              <a:extLst>
                <a:ext uri="{FF2B5EF4-FFF2-40B4-BE49-F238E27FC236}">
                  <a16:creationId xmlns:a16="http://schemas.microsoft.com/office/drawing/2014/main" id="{573ECD83-B804-7D41-A24A-4EC6E03F2C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7" name="AutoShape 80">
                <a:extLst>
                  <a:ext uri="{FF2B5EF4-FFF2-40B4-BE49-F238E27FC236}">
                    <a16:creationId xmlns:a16="http://schemas.microsoft.com/office/drawing/2014/main" id="{345346A2-EDB4-3345-9541-A536D23A7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8" name="AutoShape 81">
                <a:extLst>
                  <a:ext uri="{FF2B5EF4-FFF2-40B4-BE49-F238E27FC236}">
                    <a16:creationId xmlns:a16="http://schemas.microsoft.com/office/drawing/2014/main" id="{0C788F34-D15F-AE48-8E72-E6E61DF2E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6" name="Rectangle 82">
              <a:extLst>
                <a:ext uri="{FF2B5EF4-FFF2-40B4-BE49-F238E27FC236}">
                  <a16:creationId xmlns:a16="http://schemas.microsoft.com/office/drawing/2014/main" id="{304F6268-0673-C54D-887D-0F2CA521B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7" name="Freeform 83">
              <a:extLst>
                <a:ext uri="{FF2B5EF4-FFF2-40B4-BE49-F238E27FC236}">
                  <a16:creationId xmlns:a16="http://schemas.microsoft.com/office/drawing/2014/main" id="{A5F77209-A777-3846-8F04-92A957624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8" name="Freeform 84">
              <a:extLst>
                <a:ext uri="{FF2B5EF4-FFF2-40B4-BE49-F238E27FC236}">
                  <a16:creationId xmlns:a16="http://schemas.microsoft.com/office/drawing/2014/main" id="{A1C8D7A3-F2FE-D048-87A5-3600F69A7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9" name="Oval 85">
              <a:extLst>
                <a:ext uri="{FF2B5EF4-FFF2-40B4-BE49-F238E27FC236}">
                  <a16:creationId xmlns:a16="http://schemas.microsoft.com/office/drawing/2014/main" id="{984F6990-26E2-3B44-8A96-631AD0AD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0" name="Freeform 86">
              <a:extLst>
                <a:ext uri="{FF2B5EF4-FFF2-40B4-BE49-F238E27FC236}">
                  <a16:creationId xmlns:a16="http://schemas.microsoft.com/office/drawing/2014/main" id="{AA98173F-F674-3643-AD21-1BEF33EE3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1" name="AutoShape 87">
              <a:extLst>
                <a:ext uri="{FF2B5EF4-FFF2-40B4-BE49-F238E27FC236}">
                  <a16:creationId xmlns:a16="http://schemas.microsoft.com/office/drawing/2014/main" id="{1D41B50C-D66B-9B4A-83CD-AB55C8279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2" name="AutoShape 88">
              <a:extLst>
                <a:ext uri="{FF2B5EF4-FFF2-40B4-BE49-F238E27FC236}">
                  <a16:creationId xmlns:a16="http://schemas.microsoft.com/office/drawing/2014/main" id="{32E5938F-4662-3640-8D7F-9D2EC7107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89">
              <a:extLst>
                <a:ext uri="{FF2B5EF4-FFF2-40B4-BE49-F238E27FC236}">
                  <a16:creationId xmlns:a16="http://schemas.microsoft.com/office/drawing/2014/main" id="{D1B3F3BD-AA74-C644-900E-3D3A1EBBB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4" name="Oval 90">
              <a:extLst>
                <a:ext uri="{FF2B5EF4-FFF2-40B4-BE49-F238E27FC236}">
                  <a16:creationId xmlns:a16="http://schemas.microsoft.com/office/drawing/2014/main" id="{5202C3EE-C6CE-2043-AB0D-9F3374DD5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35" name="Oval 91">
              <a:extLst>
                <a:ext uri="{FF2B5EF4-FFF2-40B4-BE49-F238E27FC236}">
                  <a16:creationId xmlns:a16="http://schemas.microsoft.com/office/drawing/2014/main" id="{A0906333-3009-664B-864A-139C40165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6" name="Rectangle 92">
              <a:extLst>
                <a:ext uri="{FF2B5EF4-FFF2-40B4-BE49-F238E27FC236}">
                  <a16:creationId xmlns:a16="http://schemas.microsoft.com/office/drawing/2014/main" id="{ED65C473-E87F-1F4F-A457-9ABBA86E2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2191C70B-17E3-9A46-B404-6925905AE4F1}"/>
              </a:ext>
            </a:extLst>
          </p:cNvPr>
          <p:cNvGrpSpPr>
            <a:grpSpLocks/>
          </p:cNvGrpSpPr>
          <p:nvPr/>
        </p:nvGrpSpPr>
        <p:grpSpPr bwMode="auto">
          <a:xfrm>
            <a:off x="6261653" y="1756463"/>
            <a:ext cx="2540000" cy="733425"/>
            <a:chOff x="7333086" y="2736938"/>
            <a:chExt cx="2539755" cy="733428"/>
          </a:xfrm>
        </p:grpSpPr>
        <p:sp>
          <p:nvSpPr>
            <p:cNvPr id="546" name="Rectangle 2">
              <a:extLst>
                <a:ext uri="{FF2B5EF4-FFF2-40B4-BE49-F238E27FC236}">
                  <a16:creationId xmlns:a16="http://schemas.microsoft.com/office/drawing/2014/main" id="{AB493127-C9AE-1A44-8D2B-ECDD8261B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3086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7" name="TextBox 1">
              <a:extLst>
                <a:ext uri="{FF2B5EF4-FFF2-40B4-BE49-F238E27FC236}">
                  <a16:creationId xmlns:a16="http://schemas.microsoft.com/office/drawing/2014/main" id="{BBBAA953-174E-B044-9DCC-04A88210E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4918" y="279739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is there a DHCP server out there?</a:t>
              </a:r>
            </a:p>
          </p:txBody>
        </p:sp>
      </p:grpSp>
      <p:grpSp>
        <p:nvGrpSpPr>
          <p:cNvPr id="548" name="Group 547">
            <a:extLst>
              <a:ext uri="{FF2B5EF4-FFF2-40B4-BE49-F238E27FC236}">
                <a16:creationId xmlns:a16="http://schemas.microsoft.com/office/drawing/2014/main" id="{4A16A070-3144-234A-BC59-B856B6C33DC5}"/>
              </a:ext>
            </a:extLst>
          </p:cNvPr>
          <p:cNvGrpSpPr>
            <a:grpSpLocks/>
          </p:cNvGrpSpPr>
          <p:nvPr/>
        </p:nvGrpSpPr>
        <p:grpSpPr bwMode="auto">
          <a:xfrm>
            <a:off x="6441502" y="2979300"/>
            <a:ext cx="2528888" cy="884237"/>
            <a:chOff x="9144000" y="3229217"/>
            <a:chExt cx="2527923" cy="885135"/>
          </a:xfrm>
        </p:grpSpPr>
        <p:sp>
          <p:nvSpPr>
            <p:cNvPr id="549" name="Rectangle 87">
              <a:extLst>
                <a:ext uri="{FF2B5EF4-FFF2-40B4-BE49-F238E27FC236}">
                  <a16:creationId xmlns:a16="http://schemas.microsoft.com/office/drawing/2014/main" id="{57E9AF5E-372A-8E40-94BE-47B0B6193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TextBox 88">
              <a:extLst>
                <a:ext uri="{FF2B5EF4-FFF2-40B4-BE49-F238E27FC236}">
                  <a16:creationId xmlns:a16="http://schemas.microsoft.com/office/drawing/2014/main" id="{A4D749F2-8BAC-AC4E-9A53-15BE9562F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3271783"/>
              <a:ext cx="252792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I’m a DHCP server! Here’s an IP address you can use </a:t>
              </a:r>
            </a:p>
          </p:txBody>
        </p:sp>
      </p:grp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66E1A7F4-6FCF-3E43-AE21-6DF4BC478A9A}"/>
              </a:ext>
            </a:extLst>
          </p:cNvPr>
          <p:cNvGrpSpPr>
            <a:grpSpLocks/>
          </p:cNvGrpSpPr>
          <p:nvPr/>
        </p:nvGrpSpPr>
        <p:grpSpPr bwMode="auto">
          <a:xfrm>
            <a:off x="4900288" y="4175353"/>
            <a:ext cx="2625219" cy="884237"/>
            <a:chOff x="8858631" y="4615923"/>
            <a:chExt cx="2625866" cy="885135"/>
          </a:xfrm>
        </p:grpSpPr>
        <p:sp>
          <p:nvSpPr>
            <p:cNvPr id="552" name="Rectangle 89">
              <a:extLst>
                <a:ext uri="{FF2B5EF4-FFF2-40B4-BE49-F238E27FC236}">
                  <a16:creationId xmlns:a16="http://schemas.microsoft.com/office/drawing/2014/main" id="{3AEC4322-FA91-D143-9139-A2CB1B4C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TextBox 90">
              <a:extLst>
                <a:ext uri="{FF2B5EF4-FFF2-40B4-BE49-F238E27FC236}">
                  <a16:creationId xmlns:a16="http://schemas.microsoft.com/office/drawing/2014/main" id="{3FCB64EB-0F2E-B14B-B848-193DF470A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8631" y="4765817"/>
              <a:ext cx="2625866" cy="585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I would like to use this IP address!</a:t>
              </a:r>
            </a:p>
          </p:txBody>
        </p: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65062FC4-666B-6342-A70D-7A1D16B7049C}"/>
              </a:ext>
            </a:extLst>
          </p:cNvPr>
          <p:cNvGrpSpPr>
            <a:grpSpLocks/>
          </p:cNvGrpSpPr>
          <p:nvPr/>
        </p:nvGrpSpPr>
        <p:grpSpPr bwMode="auto">
          <a:xfrm>
            <a:off x="6424038" y="5588022"/>
            <a:ext cx="2528887" cy="885825"/>
            <a:chOff x="9144000" y="5555417"/>
            <a:chExt cx="2527923" cy="885135"/>
          </a:xfrm>
        </p:grpSpPr>
        <p:sp>
          <p:nvSpPr>
            <p:cNvPr id="555" name="Rectangle 91">
              <a:extLst>
                <a:ext uri="{FF2B5EF4-FFF2-40B4-BE49-F238E27FC236}">
                  <a16:creationId xmlns:a16="http://schemas.microsoft.com/office/drawing/2014/main" id="{9E7B23F1-96DD-8C46-9D6F-820B88B88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6" name="TextBox 92">
              <a:extLst>
                <a:ext uri="{FF2B5EF4-FFF2-40B4-BE49-F238E27FC236}">
                  <a16:creationId xmlns:a16="http://schemas.microsoft.com/office/drawing/2014/main" id="{E908630C-0C3F-8545-B890-E8A9600EB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570531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You’ve got that IP address!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F26FE35-19E8-7046-8DE2-04C21540DCCD}"/>
              </a:ext>
            </a:extLst>
          </p:cNvPr>
          <p:cNvSpPr txBox="1"/>
          <p:nvPr/>
        </p:nvSpPr>
        <p:spPr>
          <a:xfrm>
            <a:off x="9296400" y="3522133"/>
            <a:ext cx="24553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two steps above can be skipped “if a client remembers and wishes to reuse a previously allocated network address”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[RFC 2131]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87A56-1276-FAAF-AB58-0586D45BB539}"/>
              </a:ext>
            </a:extLst>
          </p:cNvPr>
          <p:cNvSpPr txBox="1">
            <a:spLocks noChangeArrowheads="1"/>
          </p:cNvSpPr>
          <p:nvPr/>
        </p:nvSpPr>
        <p:spPr>
          <a:xfrm>
            <a:off x="426340" y="2837551"/>
            <a:ext cx="2827266" cy="2675398"/>
          </a:xfrm>
          <a:prstGeom prst="rect">
            <a:avLst/>
          </a:prstGeom>
          <a:ln w="31750">
            <a:solidFill>
              <a:srgbClr val="E71224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0" indent="0">
              <a:spcBef>
                <a:spcPts val="500"/>
              </a:spcBef>
              <a:buClr>
                <a:srgbClr val="0000A8"/>
              </a:buClr>
              <a:buNone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information:</a:t>
            </a:r>
          </a:p>
          <a:p>
            <a:pPr marL="403225" indent="-282575">
              <a:spcBef>
                <a:spcPts val="500"/>
              </a:spcBef>
              <a:buClr>
                <a:srgbClr val="0000A8"/>
              </a:buClr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address of first-hop router for client</a:t>
            </a:r>
          </a:p>
          <a:p>
            <a:pPr marL="403225" indent="-282575">
              <a:spcBef>
                <a:spcPts val="500"/>
              </a:spcBef>
              <a:buClr>
                <a:srgbClr val="0000A8"/>
              </a:buClr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 and IP address of DNS sever</a:t>
            </a:r>
          </a:p>
          <a:p>
            <a:pPr marL="403225" indent="-282575">
              <a:spcBef>
                <a:spcPts val="500"/>
              </a:spcBef>
              <a:buClr>
                <a:srgbClr val="0000A8"/>
              </a:buClr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mask (indicating network versus host portion of address)</a:t>
            </a:r>
          </a:p>
        </p:txBody>
      </p:sp>
    </p:spTree>
    <p:extLst>
      <p:ext uri="{BB962C8B-B14F-4D97-AF65-F5344CB8AC3E}">
        <p14:creationId xmlns:p14="http://schemas.microsoft.com/office/powerpoint/2010/main" val="92433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F4CDC-7538-2D5C-7B10-18642C54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F061-FEF5-48CA-0AAA-C085944D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>
                <a:ea typeface="ＭＳ Ｐゴシック" panose="020B0600070205080204" pitchFamily="34" charset="-128"/>
              </a:rPr>
              <a:t>Recap</a:t>
            </a:r>
            <a:endParaRPr lang="en-US" sz="440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6541460-E741-04CA-8E3F-39DB27040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284" y="1902006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304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FBE9E89-6925-B8A3-C2CE-17BCCEDA8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604E0E11-9399-5BF7-649A-0170AAA835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263769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2AF2E01-D8EA-5430-0594-78361B76F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33425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E12F23E6-3544-CAF0-9A8A-F37F7734B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40537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477211A4-D046-C675-D850-5D9F37240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47649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E95D66AB-1F9F-CF6F-BE26-5F6BA2790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B328AE4A-9ABC-0C34-5251-9AE0A9F35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89E8EB36-92FD-C077-C965-5A27630CB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A08405CD-1681-22DA-C70B-00CB40EC5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F1C53B-806C-E13C-BCE9-CE1E0678370D}"/>
              </a:ext>
            </a:extLst>
          </p:cNvPr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7077E85-6F60-B58B-A20E-9E9B57BDD671}"/>
                </a:ext>
              </a:extLst>
            </p:cNvPr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0A2A506D-26C6-63AC-B33D-5689F736F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C975FB-0D2D-4657-52A2-5A2C0B8D93C8}"/>
              </a:ext>
            </a:extLst>
          </p:cNvPr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0B8668-B6E3-11B4-7FF8-8F545B9F30BC}"/>
                </a:ext>
              </a:extLst>
            </p:cNvPr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60AF206B-9940-758D-735F-360AEA528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7DD3911-9025-007E-E6CC-9AC80B41D15F}"/>
              </a:ext>
            </a:extLst>
          </p:cNvPr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174C2D-0561-6163-2448-5D53599E0006}"/>
                </a:ext>
              </a:extLst>
            </p:cNvPr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id="{51F18FA2-9A22-AF67-0A85-2EA8E6B0A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F7F145-9E00-A23D-4EA5-311FA899B285}"/>
              </a:ext>
            </a:extLst>
          </p:cNvPr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A098C1F-BF65-4353-82AC-D9A4DE5E87C3}"/>
                </a:ext>
              </a:extLst>
            </p:cNvPr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EF945D86-9E90-15EF-AAF6-DDE45039D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DE5B4F-6C95-676D-D93C-CCD72F111151}"/>
              </a:ext>
            </a:extLst>
          </p:cNvPr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A8BB9A9-5B95-DFF6-0821-CEB394C16C03}"/>
                </a:ext>
              </a:extLst>
            </p:cNvPr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5C3348F4-161E-5114-DA79-12B9A7203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266490A-2E01-39E1-D1AF-289226960277}"/>
              </a:ext>
            </a:extLst>
          </p:cNvPr>
          <p:cNvSpPr/>
          <p:nvPr/>
        </p:nvSpPr>
        <p:spPr>
          <a:xfrm>
            <a:off x="8271164" y="3336033"/>
            <a:ext cx="3325091" cy="71457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652318-5FE7-A907-E0DC-0CC86E4D1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956" y="1666601"/>
            <a:ext cx="5181600" cy="397095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320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Network-layer functions:</a:t>
            </a:r>
          </a:p>
          <a:p>
            <a:pPr lvl="0" indent="-234950">
              <a:spcBef>
                <a:spcPts val="600"/>
              </a:spcBef>
              <a:defRPr/>
            </a:pPr>
            <a:r>
              <a:rPr lang="en-US" altLang="en-US" i="1">
                <a:solidFill>
                  <a:srgbClr val="000099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routing:</a:t>
            </a:r>
            <a:r>
              <a:rPr lang="en-US" altLang="en-US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determine route taken by packets from source to destination</a:t>
            </a:r>
          </a:p>
          <a:p>
            <a:pPr lvl="1">
              <a:spcBef>
                <a:spcPts val="600"/>
              </a:spcBef>
              <a:defRPr/>
            </a:pPr>
            <a:r>
              <a:rPr lang="en-US" altLang="en-US" sz="2800" i="1">
                <a:solidFill>
                  <a:prstClr val="black"/>
                </a:solidFill>
                <a:ea typeface="ＭＳ Ｐゴシック" panose="020B0600070205080204" pitchFamily="34" charset="-128"/>
              </a:rPr>
              <a:t>routing algorithms</a:t>
            </a:r>
            <a:endParaRPr lang="en-US" altLang="en-US" sz="2800">
              <a:solidFill>
                <a:prstClr val="black"/>
              </a:solidFill>
              <a:ea typeface="ＭＳ Ｐゴシック" panose="020B0600070205080204" pitchFamily="34" charset="-128"/>
            </a:endParaRPr>
          </a:p>
          <a:p>
            <a:pPr indent="-234950">
              <a:spcBef>
                <a:spcPts val="600"/>
              </a:spcBef>
            </a:pPr>
            <a:endParaRPr lang="en-US" altLang="en-US" i="1">
              <a:solidFill>
                <a:srgbClr val="000099"/>
              </a:solidFill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indent="-234950">
              <a:spcBef>
                <a:spcPts val="600"/>
              </a:spcBef>
            </a:pPr>
            <a:r>
              <a:rPr lang="en-US" altLang="en-US" i="1">
                <a:solidFill>
                  <a:srgbClr val="000099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forwarding:</a:t>
            </a:r>
            <a:r>
              <a:rPr lang="en-US" altLang="en-US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move packets from a router’</a:t>
            </a:r>
            <a:r>
              <a:rPr lang="en-US" altLang="ja-JP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input link to appropriate router output link</a:t>
            </a:r>
          </a:p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BEEFD9-357A-D53B-80CE-45B6C9E974FA}"/>
              </a:ext>
            </a:extLst>
          </p:cNvPr>
          <p:cNvSpPr txBox="1">
            <a:spLocks/>
          </p:cNvSpPr>
          <p:nvPr/>
        </p:nvSpPr>
        <p:spPr>
          <a:xfrm>
            <a:off x="686080" y="5637561"/>
            <a:ext cx="5181600" cy="1856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8545F8-6832-1775-9AA1-803EB5860829}"/>
                  </a:ext>
                </a:extLst>
              </p14:cNvPr>
              <p14:cNvContentPartPr/>
              <p14:nvPr/>
            </p14:nvContentPartPr>
            <p14:xfrm>
              <a:off x="465840" y="2241720"/>
              <a:ext cx="1131480" cy="2165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98545F8-6832-1775-9AA1-803EB58608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480" y="2232360"/>
                <a:ext cx="1150200" cy="21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5710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9EC7ED-A4B8-C39B-CC02-2E5B586A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Router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926E7-E818-6007-ADEC-A39121C263FF}"/>
              </a:ext>
            </a:extLst>
          </p:cNvPr>
          <p:cNvSpPr/>
          <p:nvPr/>
        </p:nvSpPr>
        <p:spPr>
          <a:xfrm>
            <a:off x="2923316" y="1468580"/>
            <a:ext cx="4267200" cy="45442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B4008-C11B-CF12-04F9-EAC5DBEE6804}"/>
              </a:ext>
            </a:extLst>
          </p:cNvPr>
          <p:cNvSpPr/>
          <p:nvPr/>
        </p:nvSpPr>
        <p:spPr>
          <a:xfrm>
            <a:off x="3075716" y="1620981"/>
            <a:ext cx="3920837" cy="1219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E939E89-3D57-BD59-6E97-43FA1FA051B4}"/>
                  </a:ext>
                </a:extLst>
              </p14:cNvPr>
              <p14:cNvContentPartPr/>
              <p14:nvPr/>
            </p14:nvContentPartPr>
            <p14:xfrm>
              <a:off x="4829717" y="2578529"/>
              <a:ext cx="1332720" cy="187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E939E89-3D57-BD59-6E97-43FA1FA051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4233" y="2563019"/>
                <a:ext cx="1363328" cy="217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A333600-0B70-A915-0DF1-5642577F8958}"/>
                  </a:ext>
                </a:extLst>
              </p14:cNvPr>
              <p14:cNvContentPartPr/>
              <p14:nvPr/>
            </p14:nvContentPartPr>
            <p14:xfrm>
              <a:off x="3678077" y="2591129"/>
              <a:ext cx="902880" cy="1746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A333600-0B70-A915-0DF1-5642577F89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2603" y="2575649"/>
                <a:ext cx="933468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67B62FC-A008-9E71-CF98-456732FA549D}"/>
                  </a:ext>
                </a:extLst>
              </p14:cNvPr>
              <p14:cNvContentPartPr/>
              <p14:nvPr/>
            </p14:nvContentPartPr>
            <p14:xfrm>
              <a:off x="3176020" y="1736556"/>
              <a:ext cx="1706040" cy="616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67B62FC-A008-9E71-CF98-456732FA54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60540" y="1721076"/>
                <a:ext cx="1736640" cy="64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F18D25C-2F54-B51E-4FAD-1442A14E6015}"/>
                  </a:ext>
                </a:extLst>
              </p14:cNvPr>
              <p14:cNvContentPartPr/>
              <p14:nvPr/>
            </p14:nvContentPartPr>
            <p14:xfrm>
              <a:off x="3250900" y="1789836"/>
              <a:ext cx="1594080" cy="1897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F18D25C-2F54-B51E-4FAD-1442A14E601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35420" y="1774385"/>
                <a:ext cx="1624680" cy="2202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D865DB0-451D-DC07-C109-46259489CBEE}"/>
                  </a:ext>
                </a:extLst>
              </p14:cNvPr>
              <p14:cNvContentPartPr/>
              <p14:nvPr/>
            </p14:nvContentPartPr>
            <p14:xfrm>
              <a:off x="3287980" y="2060196"/>
              <a:ext cx="1102320" cy="2368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D865DB0-451D-DC07-C109-46259489CB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72500" y="2044716"/>
                <a:ext cx="11329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1DF6024-EB18-1862-541F-A090ECABF031}"/>
                  </a:ext>
                </a:extLst>
              </p14:cNvPr>
              <p14:cNvContentPartPr/>
              <p14:nvPr/>
            </p14:nvContentPartPr>
            <p14:xfrm>
              <a:off x="3182140" y="1755276"/>
              <a:ext cx="3767040" cy="6724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1DF6024-EB18-1862-541F-A090ECABF0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66659" y="1739804"/>
                <a:ext cx="3797643" cy="7030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4C08765-F007-C0BF-5857-D995520963FB}"/>
                  </a:ext>
                </a:extLst>
              </p14:cNvPr>
              <p14:cNvContentPartPr/>
              <p14:nvPr/>
            </p14:nvContentPartPr>
            <p14:xfrm>
              <a:off x="5124700" y="1717836"/>
              <a:ext cx="1811880" cy="6663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4C08765-F007-C0BF-5857-D995520963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09223" y="1702364"/>
                <a:ext cx="1842474" cy="696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212890D-F620-C0FC-EFC0-469EE480AFF9}"/>
                  </a:ext>
                </a:extLst>
              </p14:cNvPr>
              <p14:cNvContentPartPr/>
              <p14:nvPr/>
            </p14:nvContentPartPr>
            <p14:xfrm>
              <a:off x="2565820" y="1219596"/>
              <a:ext cx="305280" cy="3675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212890D-F620-C0FC-EFC0-469EE480AF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50340" y="1204116"/>
                <a:ext cx="3358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E8E1B1D-F8CD-8262-8297-23B3EAA5EF6F}"/>
                  </a:ext>
                </a:extLst>
              </p14:cNvPr>
              <p14:cNvContentPartPr/>
              <p14:nvPr/>
            </p14:nvContentPartPr>
            <p14:xfrm>
              <a:off x="3701620" y="840876"/>
              <a:ext cx="862200" cy="1987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E8E1B1D-F8CD-8262-8297-23B3EAA5EF6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86140" y="825396"/>
                <a:ext cx="8928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61ECD76-2AB9-BF59-DA6F-4B52362C2ED7}"/>
                  </a:ext>
                </a:extLst>
              </p14:cNvPr>
              <p14:cNvContentPartPr/>
              <p14:nvPr/>
            </p14:nvContentPartPr>
            <p14:xfrm>
              <a:off x="2248300" y="852396"/>
              <a:ext cx="1177200" cy="19332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61ECD76-2AB9-BF59-DA6F-4B52362C2ED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32815" y="836916"/>
                <a:ext cx="1207809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F7ECD91-1AF0-A8C9-9569-D1776CFAE63B}"/>
                  </a:ext>
                </a:extLst>
              </p14:cNvPr>
              <p14:cNvContentPartPr/>
              <p14:nvPr/>
            </p14:nvContentPartPr>
            <p14:xfrm>
              <a:off x="2603260" y="2987916"/>
              <a:ext cx="100080" cy="313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F7ECD91-1AF0-A8C9-9569-D1776CFAE6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87724" y="2972612"/>
                <a:ext cx="130790" cy="615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1AE68842-0594-CDFB-7C98-DE2FC47DE46F}"/>
                  </a:ext>
                </a:extLst>
              </p14:cNvPr>
              <p14:cNvContentPartPr/>
              <p14:nvPr/>
            </p14:nvContentPartPr>
            <p14:xfrm>
              <a:off x="2846260" y="2987916"/>
              <a:ext cx="81360" cy="190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1AE68842-0594-CDFB-7C98-DE2FC47DE46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30780" y="2972436"/>
                <a:ext cx="1119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4B18F45-85A6-8EBA-AE19-6CE0C73872C6}"/>
                  </a:ext>
                </a:extLst>
              </p14:cNvPr>
              <p14:cNvContentPartPr/>
              <p14:nvPr/>
            </p14:nvContentPartPr>
            <p14:xfrm>
              <a:off x="3132460" y="2994036"/>
              <a:ext cx="93600" cy="190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4B18F45-85A6-8EBA-AE19-6CE0C73872C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16980" y="2978556"/>
                <a:ext cx="1242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8DB905BF-7776-FFBA-32D0-B031769CBA1E}"/>
                  </a:ext>
                </a:extLst>
              </p14:cNvPr>
              <p14:cNvContentPartPr/>
              <p14:nvPr/>
            </p14:nvContentPartPr>
            <p14:xfrm>
              <a:off x="3437380" y="2981436"/>
              <a:ext cx="124920" cy="129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8DB905BF-7776-FFBA-32D0-B031769CBA1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21900" y="2965514"/>
                <a:ext cx="155520" cy="44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004862E-93D6-6C73-C89F-B10EAB8637BB}"/>
                  </a:ext>
                </a:extLst>
              </p14:cNvPr>
              <p14:cNvContentPartPr/>
              <p14:nvPr/>
            </p14:nvContentPartPr>
            <p14:xfrm>
              <a:off x="3723940" y="2975316"/>
              <a:ext cx="162360" cy="19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004862E-93D6-6C73-C89F-B10EAB8637B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08460" y="2959538"/>
                <a:ext cx="192960" cy="50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7CBE57BF-D757-43FD-4CA5-906640EFFB7B}"/>
                  </a:ext>
                </a:extLst>
              </p14:cNvPr>
              <p14:cNvContentPartPr/>
              <p14:nvPr/>
            </p14:nvContentPartPr>
            <p14:xfrm>
              <a:off x="4022740" y="2969196"/>
              <a:ext cx="81360" cy="64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7CBE57BF-D757-43FD-4CA5-906640EFFB7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07260" y="2954531"/>
                <a:ext cx="111960" cy="354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C63D2D7-B16F-82FD-E85F-616223A37F8C}"/>
                  </a:ext>
                </a:extLst>
              </p14:cNvPr>
              <p14:cNvContentPartPr/>
              <p14:nvPr/>
            </p14:nvContentPartPr>
            <p14:xfrm>
              <a:off x="4253140" y="2969196"/>
              <a:ext cx="149760" cy="129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C63D2D7-B16F-82FD-E85F-616223A37F8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37660" y="2953716"/>
                <a:ext cx="1803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219E859-862E-9C91-7429-992F2F2DFD96}"/>
                  </a:ext>
                </a:extLst>
              </p14:cNvPr>
              <p14:cNvContentPartPr/>
              <p14:nvPr/>
            </p14:nvContentPartPr>
            <p14:xfrm>
              <a:off x="4502260" y="2969196"/>
              <a:ext cx="106200" cy="129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219E859-862E-9C91-7429-992F2F2DFD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86780" y="2953716"/>
                <a:ext cx="1368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4192882-2F2B-F213-66A4-F8C6F3019433}"/>
                  </a:ext>
                </a:extLst>
              </p14:cNvPr>
              <p14:cNvContentPartPr/>
              <p14:nvPr/>
            </p14:nvContentPartPr>
            <p14:xfrm>
              <a:off x="4688740" y="2975316"/>
              <a:ext cx="162360" cy="64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4192882-2F2B-F213-66A4-F8C6F301943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73226" y="2959836"/>
                <a:ext cx="193028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EF3733B-B103-1080-361D-04C41A23B06C}"/>
                  </a:ext>
                </a:extLst>
              </p14:cNvPr>
              <p14:cNvContentPartPr/>
              <p14:nvPr/>
            </p14:nvContentPartPr>
            <p14:xfrm>
              <a:off x="5012740" y="2994036"/>
              <a:ext cx="75240" cy="3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EF3733B-B103-1080-361D-04C41A23B06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997260" y="2978556"/>
                <a:ext cx="1058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612FE58-209C-6435-654C-57FAECCC7AB2}"/>
                  </a:ext>
                </a:extLst>
              </p14:cNvPr>
              <p14:cNvContentPartPr/>
              <p14:nvPr/>
            </p14:nvContentPartPr>
            <p14:xfrm>
              <a:off x="5230540" y="2975316"/>
              <a:ext cx="81360" cy="129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612FE58-209C-6435-654C-57FAECCC7AB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15060" y="2959394"/>
                <a:ext cx="111960" cy="44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2F6F6D4-E40D-483C-D40C-763EABA624FE}"/>
                  </a:ext>
                </a:extLst>
              </p14:cNvPr>
              <p14:cNvContentPartPr/>
              <p14:nvPr/>
            </p14:nvContentPartPr>
            <p14:xfrm>
              <a:off x="5491900" y="2969196"/>
              <a:ext cx="106200" cy="190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2F6F6D4-E40D-483C-D40C-763EABA624F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76420" y="2953716"/>
                <a:ext cx="1368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92996390-10CF-57F2-32FD-E1425E500E7A}"/>
                  </a:ext>
                </a:extLst>
              </p14:cNvPr>
              <p14:cNvContentPartPr/>
              <p14:nvPr/>
            </p14:nvContentPartPr>
            <p14:xfrm>
              <a:off x="5784580" y="2963076"/>
              <a:ext cx="106200" cy="1296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92996390-10CF-57F2-32FD-E1425E500E7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69100" y="2947596"/>
                <a:ext cx="1368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88A7135-13C1-50C9-776A-109D182C56A4}"/>
                  </a:ext>
                </a:extLst>
              </p14:cNvPr>
              <p14:cNvContentPartPr/>
              <p14:nvPr/>
            </p14:nvContentPartPr>
            <p14:xfrm>
              <a:off x="6033700" y="2950476"/>
              <a:ext cx="87480" cy="190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88A7135-13C1-50C9-776A-109D182C56A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18220" y="2934996"/>
                <a:ext cx="118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E71F8D03-5D07-4BA4-E730-E6B906249544}"/>
                  </a:ext>
                </a:extLst>
              </p14:cNvPr>
              <p14:cNvContentPartPr/>
              <p14:nvPr/>
            </p14:nvContentPartPr>
            <p14:xfrm>
              <a:off x="6307660" y="2944356"/>
              <a:ext cx="106200" cy="2520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E71F8D03-5D07-4BA4-E730-E6B90624954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292180" y="2928876"/>
                <a:ext cx="1368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FE160005-D9E7-0BA9-2BFD-6F7C7FA03693}"/>
                  </a:ext>
                </a:extLst>
              </p14:cNvPr>
              <p14:cNvContentPartPr/>
              <p14:nvPr/>
            </p14:nvContentPartPr>
            <p14:xfrm>
              <a:off x="6599980" y="2937876"/>
              <a:ext cx="168480" cy="252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FE160005-D9E7-0BA9-2BFD-6F7C7FA0369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584500" y="2922396"/>
                <a:ext cx="199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DF08AAD9-37B0-2C8A-7755-469733EB5939}"/>
                  </a:ext>
                </a:extLst>
              </p14:cNvPr>
              <p14:cNvContentPartPr/>
              <p14:nvPr/>
            </p14:nvContentPartPr>
            <p14:xfrm>
              <a:off x="6905260" y="2937876"/>
              <a:ext cx="155880" cy="190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DF08AAD9-37B0-2C8A-7755-469733EB593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89780" y="2922396"/>
                <a:ext cx="186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2397757-D63A-DC93-2A0E-C7F3B9E29B36}"/>
                  </a:ext>
                </a:extLst>
              </p14:cNvPr>
              <p14:cNvContentPartPr/>
              <p14:nvPr/>
            </p14:nvContentPartPr>
            <p14:xfrm>
              <a:off x="7235020" y="2931756"/>
              <a:ext cx="155880" cy="313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2397757-D63A-DC93-2A0E-C7F3B9E29B3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19540" y="2916276"/>
                <a:ext cx="1864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86BB11A-45F3-B35C-23FF-84795940276D}"/>
                  </a:ext>
                </a:extLst>
              </p14:cNvPr>
              <p14:cNvContentPartPr/>
              <p14:nvPr/>
            </p14:nvContentPartPr>
            <p14:xfrm>
              <a:off x="7496380" y="2944356"/>
              <a:ext cx="100080" cy="129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86BB11A-45F3-B35C-23FF-84795940276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80900" y="2928876"/>
                <a:ext cx="130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9FF556D8-97CE-5B77-5D86-B3AD9F5E63D1}"/>
                  </a:ext>
                </a:extLst>
              </p14:cNvPr>
              <p14:cNvContentPartPr/>
              <p14:nvPr/>
            </p14:nvContentPartPr>
            <p14:xfrm>
              <a:off x="7876180" y="2950476"/>
              <a:ext cx="68760" cy="2520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9FF556D8-97CE-5B77-5D86-B3AD9F5E63D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60700" y="2935214"/>
                <a:ext cx="99360" cy="55369"/>
              </a:xfrm>
              <a:prstGeom prst="rect">
                <a:avLst/>
              </a:prstGeom>
            </p:spPr>
          </p:pic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5727EBEA-598A-ED3D-4F63-A5980504496A}"/>
              </a:ext>
            </a:extLst>
          </p:cNvPr>
          <p:cNvSpPr txBox="1"/>
          <p:nvPr/>
        </p:nvSpPr>
        <p:spPr>
          <a:xfrm>
            <a:off x="8424419" y="941711"/>
            <a:ext cx="3006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Different time scales</a:t>
            </a:r>
          </a:p>
          <a:p>
            <a:pPr marL="285750" indent="-285750">
              <a:buFontTx/>
              <a:buChar char="-"/>
            </a:pPr>
            <a:r>
              <a:rPr lang="en-US"/>
              <a:t>Control plane: </a:t>
            </a:r>
          </a:p>
          <a:p>
            <a:pPr marL="285750" indent="-285750">
              <a:buFontTx/>
              <a:buChar char="-"/>
            </a:pPr>
            <a:r>
              <a:rPr lang="en-US"/>
              <a:t>Data plane: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099479-5DF3-9B6D-9043-218937E823F7}"/>
                  </a:ext>
                </a:extLst>
              </p14:cNvPr>
              <p14:cNvContentPartPr/>
              <p14:nvPr/>
            </p14:nvContentPartPr>
            <p14:xfrm>
              <a:off x="41040" y="839880"/>
              <a:ext cx="11967120" cy="5962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099479-5DF3-9B6D-9043-218937E823F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680" y="830520"/>
                <a:ext cx="11985840" cy="59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800ABE3-D635-E822-5579-80435A0CEB6B}"/>
                  </a:ext>
                </a:extLst>
              </p14:cNvPr>
              <p14:cNvContentPartPr/>
              <p14:nvPr/>
            </p14:nvContentPartPr>
            <p14:xfrm>
              <a:off x="365378" y="6020761"/>
              <a:ext cx="3183480" cy="834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800ABE3-D635-E822-5579-80435A0CEB6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9896" y="6005274"/>
                <a:ext cx="3214083" cy="8650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C678585-8777-F432-178D-353867BC5B5E}"/>
                  </a:ext>
                </a:extLst>
              </p14:cNvPr>
              <p14:cNvContentPartPr/>
              <p14:nvPr/>
            </p14:nvContentPartPr>
            <p14:xfrm>
              <a:off x="143618" y="5248561"/>
              <a:ext cx="1262520" cy="7142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C678585-8777-F432-178D-353867BC5B5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8138" y="5233089"/>
                <a:ext cx="1293120" cy="744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4B44558-DC30-0597-199F-CDE7C1D8B724}"/>
                  </a:ext>
                </a:extLst>
              </p14:cNvPr>
              <p14:cNvContentPartPr/>
              <p14:nvPr/>
            </p14:nvContentPartPr>
            <p14:xfrm>
              <a:off x="174218" y="3553681"/>
              <a:ext cx="1859400" cy="2682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4B44558-DC30-0597-199F-CDE7C1D8B72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8738" y="3538201"/>
                <a:ext cx="18900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BA6CE9C-0A3A-0C03-3E86-3593257BC224}"/>
                  </a:ext>
                </a:extLst>
              </p14:cNvPr>
              <p14:cNvContentPartPr/>
              <p14:nvPr/>
            </p14:nvContentPartPr>
            <p14:xfrm>
              <a:off x="10548338" y="1594921"/>
              <a:ext cx="77040" cy="153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BA6CE9C-0A3A-0C03-3E86-3593257BC22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532785" y="1579441"/>
                <a:ext cx="107784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EF72A26-C77C-9F0B-FDE1-A6FDAAC2FA1C}"/>
                  </a:ext>
                </a:extLst>
              </p14:cNvPr>
              <p14:cNvContentPartPr/>
              <p14:nvPr/>
            </p14:nvContentPartPr>
            <p14:xfrm>
              <a:off x="10272938" y="4693441"/>
              <a:ext cx="252720" cy="336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EF72A26-C77C-9F0B-FDE1-A6FDAAC2FA1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257458" y="4677961"/>
                <a:ext cx="2833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917F550-7A78-A98F-5085-F1FEF4B88EF2}"/>
                  </a:ext>
                </a:extLst>
              </p14:cNvPr>
              <p14:cNvContentPartPr/>
              <p14:nvPr/>
            </p14:nvContentPartPr>
            <p14:xfrm>
              <a:off x="10724378" y="4708921"/>
              <a:ext cx="1101960" cy="3675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917F550-7A78-A98F-5085-F1FEF4B88EF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708898" y="4693441"/>
                <a:ext cx="11325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C0C5908-A6B1-F60B-2846-A053EB1B44B5}"/>
                  </a:ext>
                </a:extLst>
              </p14:cNvPr>
              <p14:cNvContentPartPr/>
              <p14:nvPr/>
            </p14:nvContentPartPr>
            <p14:xfrm>
              <a:off x="9454298" y="4701001"/>
              <a:ext cx="620280" cy="183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C0C5908-A6B1-F60B-2846-A053EB1B44B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438809" y="4685521"/>
                <a:ext cx="650898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E9B4AE2-FADA-2B65-FB12-2891CECC7233}"/>
                  </a:ext>
                </a:extLst>
              </p14:cNvPr>
              <p14:cNvContentPartPr/>
              <p14:nvPr/>
            </p14:nvContentPartPr>
            <p14:xfrm>
              <a:off x="8352698" y="4685881"/>
              <a:ext cx="903240" cy="2376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E9B4AE2-FADA-2B65-FB12-2891CECC723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37212" y="4670401"/>
                <a:ext cx="933852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320BA4B-F5C6-A5D8-E035-0CC02E7392A7}"/>
                  </a:ext>
                </a:extLst>
              </p14:cNvPr>
              <p14:cNvContentPartPr/>
              <p14:nvPr/>
            </p14:nvContentPartPr>
            <p14:xfrm>
              <a:off x="8337578" y="5274841"/>
              <a:ext cx="268200" cy="846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320BA4B-F5C6-A5D8-E035-0CC02E7392A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322098" y="5259295"/>
                <a:ext cx="298800" cy="115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D5AC511-3759-332E-956A-E6F71C9D1DDC}"/>
                  </a:ext>
                </a:extLst>
              </p14:cNvPr>
              <p14:cNvContentPartPr/>
              <p14:nvPr/>
            </p14:nvContentPartPr>
            <p14:xfrm>
              <a:off x="8413898" y="5680561"/>
              <a:ext cx="1591920" cy="4136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D5AC511-3759-332E-956A-E6F71C9D1DD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398414" y="5665081"/>
                <a:ext cx="1622527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50328FB-8C99-BB26-2E2F-0CA6E698BB85}"/>
                  </a:ext>
                </a:extLst>
              </p14:cNvPr>
              <p14:cNvContentPartPr/>
              <p14:nvPr/>
            </p14:nvContentPartPr>
            <p14:xfrm>
              <a:off x="9018338" y="5190601"/>
              <a:ext cx="2555640" cy="3524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50328FB-8C99-BB26-2E2F-0CA6E698BB8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002858" y="5175121"/>
                <a:ext cx="25862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88BA3D0-78A2-CDA5-F352-D87BA75DE2C5}"/>
                  </a:ext>
                </a:extLst>
              </p14:cNvPr>
              <p14:cNvContentPartPr/>
              <p14:nvPr/>
            </p14:nvContentPartPr>
            <p14:xfrm>
              <a:off x="10334138" y="5695681"/>
              <a:ext cx="647640" cy="237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88BA3D0-78A2-CDA5-F352-D87BA75DE2C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318649" y="5680178"/>
                <a:ext cx="678257" cy="2682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EF792FC-544D-AAE6-6A6E-28BAB279B31E}"/>
                  </a:ext>
                </a:extLst>
              </p14:cNvPr>
              <p14:cNvContentPartPr/>
              <p14:nvPr/>
            </p14:nvContentPartPr>
            <p14:xfrm>
              <a:off x="8115458" y="4548001"/>
              <a:ext cx="1438560" cy="15458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EF792FC-544D-AAE6-6A6E-28BAB279B31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099978" y="4532521"/>
                <a:ext cx="1469160" cy="15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BB0C37F-691D-EC7B-4500-3644D4B7B4CB}"/>
                  </a:ext>
                </a:extLst>
              </p14:cNvPr>
              <p14:cNvContentPartPr/>
              <p14:nvPr/>
            </p14:nvContentPartPr>
            <p14:xfrm>
              <a:off x="8176658" y="4502281"/>
              <a:ext cx="3963240" cy="16527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BB0C37F-691D-EC7B-4500-3644D4B7B4C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61178" y="4486804"/>
                <a:ext cx="3993840" cy="16833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017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0A9B8A-155F-699A-DEF4-1B1C53149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IP lookup</a:t>
            </a:r>
          </a:p>
          <a:p>
            <a:r>
              <a:rPr lang="en-US"/>
              <a:t>Switching</a:t>
            </a:r>
          </a:p>
          <a:p>
            <a:r>
              <a:rPr lang="en-US"/>
              <a:t>Queuing</a:t>
            </a:r>
          </a:p>
          <a:p>
            <a:r>
              <a:rPr lang="en-US"/>
              <a:t>Scheduling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13D867-F73B-F9A4-D20A-0CFE71C5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Class: Data Plane Functions</a:t>
            </a:r>
          </a:p>
        </p:txBody>
      </p:sp>
    </p:spTree>
    <p:extLst>
      <p:ext uri="{BB962C8B-B14F-4D97-AF65-F5344CB8AC3E}">
        <p14:creationId xmlns:p14="http://schemas.microsoft.com/office/powerpoint/2010/main" val="2768072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00000000-0000-0000-0000-000000000000"/>
  <p:tag name="SLIDO_EVENT_UUID" val="070d25c8-71fc-4f3a-be84-cb8d1c454ff6"/>
  <p:tag name="SLIDO_EVENT_SECTION_UUID" val="80cf4f1d-1d32-4dea-aac3-61ec16e47e6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Macintosh PowerPoint</Application>
  <PresentationFormat>Widescreen</PresentationFormat>
  <Paragraphs>308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Arial</vt:lpstr>
      <vt:lpstr>Calibri</vt:lpstr>
      <vt:lpstr>Comic Sans MS</vt:lpstr>
      <vt:lpstr>Tahoma</vt:lpstr>
      <vt:lpstr>Wingdings</vt:lpstr>
      <vt:lpstr>Office Theme</vt:lpstr>
      <vt:lpstr>Computer Networks COL 334/672</vt:lpstr>
      <vt:lpstr>Quiz on Moodle (NOT Moodlenew)</vt:lpstr>
      <vt:lpstr>Story so far .. </vt:lpstr>
      <vt:lpstr>ARP: address resolution protocol</vt:lpstr>
      <vt:lpstr>Putting it all together: Routing to another subnet</vt:lpstr>
      <vt:lpstr>Routing to another subnet: addressing</vt:lpstr>
      <vt:lpstr>Routing to another subnet: addressing</vt:lpstr>
      <vt:lpstr>Routing to another subnet: addressing</vt:lpstr>
      <vt:lpstr>Routing to another subnet: addressing</vt:lpstr>
      <vt:lpstr>Routing to another subnet: addressing</vt:lpstr>
      <vt:lpstr>IP addresses: how to get one?</vt:lpstr>
      <vt:lpstr>DHCP client-server scenario</vt:lpstr>
      <vt:lpstr>DHCP client-server scenario</vt:lpstr>
      <vt:lpstr>Recap</vt:lpstr>
      <vt:lpstr>Router Architecture</vt:lpstr>
      <vt:lpstr>Next Class: Data Plane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Tarun Mangla</cp:lastModifiedBy>
  <cp:revision>1</cp:revision>
  <dcterms:created xsi:type="dcterms:W3CDTF">2020-01-18T07:24:59Z</dcterms:created>
  <dcterms:modified xsi:type="dcterms:W3CDTF">2025-09-02T05:29:49Z</dcterms:modified>
</cp:coreProperties>
</file>